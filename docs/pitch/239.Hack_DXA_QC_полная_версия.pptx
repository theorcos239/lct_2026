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65" r:id="rId2"/>
    <p:sldId id="366" r:id="rId3"/>
    <p:sldId id="362" r:id="rId4"/>
    <p:sldId id="364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80" r:id="rId13"/>
    <p:sldId id="382" r:id="rId14"/>
    <p:sldId id="383" r:id="rId15"/>
    <p:sldId id="385" r:id="rId16"/>
    <p:sldId id="376" r:id="rId17"/>
    <p:sldId id="377" r:id="rId18"/>
    <p:sldId id="374" r:id="rId19"/>
    <p:sldId id="384" r:id="rId20"/>
    <p:sldId id="388" r:id="rId21"/>
  </p:sldIdLst>
  <p:sldSz cx="12192000" cy="6858000"/>
  <p:notesSz cx="6858000" cy="9144000"/>
  <p:embeddedFontLst>
    <p:embeddedFont>
      <p:font typeface="Montserrat" panose="020B0604020202020204" charset="-52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</p14:sldIdLst>
        </p14:section>
        <p14:section name="Информация" id="{9FA27940-A45B-471D-96EC-3FCE80AE8A9B}">
          <p14:sldIdLst>
            <p14:sldId id="367"/>
          </p14:sldIdLst>
        </p14:section>
        <p14:section name="Материалы" id="{0F84D0DE-CEB1-417E-B269-8B3EB04B5FA6}">
          <p14:sldIdLst>
            <p14:sldId id="368"/>
          </p14:sldIdLst>
        </p14:section>
        <p14:section name="Шаблоны слайдов" id="{24401F80-F81B-49C3-8D55-70A14F0BF8FF}">
          <p14:sldIdLst>
            <p14:sldId id="369"/>
            <p14:sldId id="370"/>
            <p14:sldId id="371"/>
            <p14:sldId id="372"/>
            <p14:sldId id="373"/>
            <p14:sldId id="380"/>
            <p14:sldId id="382"/>
            <p14:sldId id="383"/>
            <p14:sldId id="385"/>
            <p14:sldId id="376"/>
            <p14:sldId id="377"/>
            <p14:sldId id="374"/>
            <p14:sldId id="384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85" d="100"/>
          <a:sy n="85" d="100"/>
        </p:scale>
        <p:origin x="523" y="4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выступ</c:v>
                </c:pt>
              </c:strCache>
            </c:strRef>
          </c:tx>
          <c:spPr>
            <a:ln w="12700">
              <a:solidFill>
                <a:srgbClr val="8A83D1"/>
              </a:solidFill>
              <a:prstDash val="dash"/>
            </a:ln>
          </c:spPr>
          <c:marker>
            <c:symbol val="none"/>
          </c:marker>
          <c:xVal>
            <c:numRef>
              <c:f>Sheet1!$A$2:$A$58</c:f>
              <c:numCache>
                <c:formatCode>General</c:formatCode>
                <c:ptCount val="57"/>
                <c:pt idx="0">
                  <c:v>0</c:v>
                </c:pt>
                <c:pt idx="1">
                  <c:v>0</c:v>
                </c:pt>
                <c:pt idx="2">
                  <c:v>8.771929824561403E-3</c:v>
                </c:pt>
                <c:pt idx="3">
                  <c:v>1.7543859649122806E-2</c:v>
                </c:pt>
                <c:pt idx="4">
                  <c:v>1.7543859649122806E-2</c:v>
                </c:pt>
                <c:pt idx="5">
                  <c:v>2.6315789473684209E-2</c:v>
                </c:pt>
                <c:pt idx="6">
                  <c:v>2.6315789473684209E-2</c:v>
                </c:pt>
                <c:pt idx="7">
                  <c:v>2.6315789473684209E-2</c:v>
                </c:pt>
                <c:pt idx="8">
                  <c:v>3.5087719298245612E-2</c:v>
                </c:pt>
                <c:pt idx="9">
                  <c:v>4.3859649122807015E-2</c:v>
                </c:pt>
                <c:pt idx="10">
                  <c:v>4.3859649122807015E-2</c:v>
                </c:pt>
                <c:pt idx="11">
                  <c:v>4.3859649122807015E-2</c:v>
                </c:pt>
                <c:pt idx="12">
                  <c:v>5.2631578947368418E-2</c:v>
                </c:pt>
                <c:pt idx="13">
                  <c:v>5.2631578947368418E-2</c:v>
                </c:pt>
                <c:pt idx="14">
                  <c:v>6.1403508771929821E-2</c:v>
                </c:pt>
                <c:pt idx="15">
                  <c:v>6.1403508771929821E-2</c:v>
                </c:pt>
                <c:pt idx="16">
                  <c:v>7.0175438596491224E-2</c:v>
                </c:pt>
                <c:pt idx="17">
                  <c:v>7.0175438596491224E-2</c:v>
                </c:pt>
                <c:pt idx="18">
                  <c:v>7.8947368421052627E-2</c:v>
                </c:pt>
                <c:pt idx="19">
                  <c:v>7.8947368421052627E-2</c:v>
                </c:pt>
                <c:pt idx="20">
                  <c:v>7.8947368421052627E-2</c:v>
                </c:pt>
                <c:pt idx="21">
                  <c:v>7.8947368421052627E-2</c:v>
                </c:pt>
                <c:pt idx="22">
                  <c:v>8.771929824561403E-2</c:v>
                </c:pt>
                <c:pt idx="23">
                  <c:v>9.6491228070175433E-2</c:v>
                </c:pt>
                <c:pt idx="24">
                  <c:v>9.6491228070175433E-2</c:v>
                </c:pt>
                <c:pt idx="25">
                  <c:v>9.6491228070175433E-2</c:v>
                </c:pt>
                <c:pt idx="26">
                  <c:v>9.6491228070175433E-2</c:v>
                </c:pt>
                <c:pt idx="27">
                  <c:v>0.10526315789473684</c:v>
                </c:pt>
                <c:pt idx="28">
                  <c:v>0.11403508771929824</c:v>
                </c:pt>
                <c:pt idx="29">
                  <c:v>0.12280701754385964</c:v>
                </c:pt>
                <c:pt idx="30">
                  <c:v>0.13157894736842105</c:v>
                </c:pt>
                <c:pt idx="31">
                  <c:v>0.14035087719298245</c:v>
                </c:pt>
                <c:pt idx="32">
                  <c:v>0.14912280701754385</c:v>
                </c:pt>
                <c:pt idx="33">
                  <c:v>0.15789473684210525</c:v>
                </c:pt>
                <c:pt idx="34">
                  <c:v>0.16666666666666666</c:v>
                </c:pt>
                <c:pt idx="35">
                  <c:v>0.17543859649122806</c:v>
                </c:pt>
                <c:pt idx="36">
                  <c:v>0.18421052631578946</c:v>
                </c:pt>
                <c:pt idx="37">
                  <c:v>0.19298245614035087</c:v>
                </c:pt>
                <c:pt idx="38">
                  <c:v>0.19298245614035087</c:v>
                </c:pt>
                <c:pt idx="39">
                  <c:v>0.20175438596491227</c:v>
                </c:pt>
                <c:pt idx="40">
                  <c:v>0.21052631578947367</c:v>
                </c:pt>
                <c:pt idx="41">
                  <c:v>0.21929824561403508</c:v>
                </c:pt>
                <c:pt idx="42">
                  <c:v>0.22807017543859648</c:v>
                </c:pt>
                <c:pt idx="43">
                  <c:v>0.23684210526315788</c:v>
                </c:pt>
                <c:pt idx="44">
                  <c:v>0.24561403508771928</c:v>
                </c:pt>
                <c:pt idx="45">
                  <c:v>0.24561403508771928</c:v>
                </c:pt>
                <c:pt idx="46">
                  <c:v>0.24561403508771928</c:v>
                </c:pt>
                <c:pt idx="47">
                  <c:v>0.24561403508771928</c:v>
                </c:pt>
                <c:pt idx="48">
                  <c:v>0.25438596491228072</c:v>
                </c:pt>
                <c:pt idx="49">
                  <c:v>0.25438596491228072</c:v>
                </c:pt>
                <c:pt idx="50">
                  <c:v>0.26315789473684209</c:v>
                </c:pt>
                <c:pt idx="51">
                  <c:v>0.27192982456140352</c:v>
                </c:pt>
                <c:pt idx="52">
                  <c:v>0.2807017543859649</c:v>
                </c:pt>
                <c:pt idx="53">
                  <c:v>0.2807017543859649</c:v>
                </c:pt>
                <c:pt idx="54">
                  <c:v>0.28947368421052633</c:v>
                </c:pt>
                <c:pt idx="55">
                  <c:v>0.2982456140350877</c:v>
                </c:pt>
                <c:pt idx="56">
                  <c:v>1</c:v>
                </c:pt>
              </c:numCache>
            </c:numRef>
          </c:xVal>
          <c:yVal>
            <c:numRef>
              <c:f>Sheet1!$B$2:$B$58</c:f>
              <c:numCache>
                <c:formatCode>General</c:formatCode>
                <c:ptCount val="57"/>
                <c:pt idx="0">
                  <c:v>0</c:v>
                </c:pt>
                <c:pt idx="1">
                  <c:v>2.7777777777777776E-2</c:v>
                </c:pt>
                <c:pt idx="2">
                  <c:v>2.7777777777777776E-2</c:v>
                </c:pt>
                <c:pt idx="3">
                  <c:v>2.7777777777777776E-2</c:v>
                </c:pt>
                <c:pt idx="4">
                  <c:v>5.5555555555555552E-2</c:v>
                </c:pt>
                <c:pt idx="5">
                  <c:v>5.5555555555555552E-2</c:v>
                </c:pt>
                <c:pt idx="6">
                  <c:v>8.3333333333333329E-2</c:v>
                </c:pt>
                <c:pt idx="7">
                  <c:v>0.1111111111111111</c:v>
                </c:pt>
                <c:pt idx="8">
                  <c:v>0.1388888888888889</c:v>
                </c:pt>
                <c:pt idx="9">
                  <c:v>0.1388888888888889</c:v>
                </c:pt>
                <c:pt idx="10">
                  <c:v>0.16666666666666666</c:v>
                </c:pt>
                <c:pt idx="11">
                  <c:v>0.19444444444444445</c:v>
                </c:pt>
                <c:pt idx="12">
                  <c:v>0.19444444444444445</c:v>
                </c:pt>
                <c:pt idx="13">
                  <c:v>0.22222222222222221</c:v>
                </c:pt>
                <c:pt idx="14">
                  <c:v>0.22222222222222221</c:v>
                </c:pt>
                <c:pt idx="15">
                  <c:v>0.25</c:v>
                </c:pt>
                <c:pt idx="16">
                  <c:v>0.25</c:v>
                </c:pt>
                <c:pt idx="17">
                  <c:v>0.27777777777777779</c:v>
                </c:pt>
                <c:pt idx="18">
                  <c:v>0.27777777777777779</c:v>
                </c:pt>
                <c:pt idx="19">
                  <c:v>0.30555555555555558</c:v>
                </c:pt>
                <c:pt idx="20">
                  <c:v>0.33333333333333331</c:v>
                </c:pt>
                <c:pt idx="21">
                  <c:v>0.3611111111111111</c:v>
                </c:pt>
                <c:pt idx="22">
                  <c:v>0.3611111111111111</c:v>
                </c:pt>
                <c:pt idx="23">
                  <c:v>0.3611111111111111</c:v>
                </c:pt>
                <c:pt idx="24">
                  <c:v>0.3888888888888889</c:v>
                </c:pt>
                <c:pt idx="25">
                  <c:v>0.41666666666666669</c:v>
                </c:pt>
                <c:pt idx="26">
                  <c:v>0.44444444444444442</c:v>
                </c:pt>
                <c:pt idx="27">
                  <c:v>0.44444444444444442</c:v>
                </c:pt>
                <c:pt idx="28">
                  <c:v>0.44444444444444442</c:v>
                </c:pt>
                <c:pt idx="29">
                  <c:v>0.44444444444444442</c:v>
                </c:pt>
                <c:pt idx="30">
                  <c:v>0.44444444444444442</c:v>
                </c:pt>
                <c:pt idx="31">
                  <c:v>0.44444444444444442</c:v>
                </c:pt>
                <c:pt idx="32">
                  <c:v>0.44444444444444442</c:v>
                </c:pt>
                <c:pt idx="33">
                  <c:v>0.44444444444444442</c:v>
                </c:pt>
                <c:pt idx="34">
                  <c:v>0.44444444444444442</c:v>
                </c:pt>
                <c:pt idx="35">
                  <c:v>0.44444444444444442</c:v>
                </c:pt>
                <c:pt idx="36">
                  <c:v>0.44444444444444442</c:v>
                </c:pt>
                <c:pt idx="37">
                  <c:v>0.44444444444444442</c:v>
                </c:pt>
                <c:pt idx="38">
                  <c:v>0.47222222222222221</c:v>
                </c:pt>
                <c:pt idx="39">
                  <c:v>0.47222222222222221</c:v>
                </c:pt>
                <c:pt idx="40">
                  <c:v>0.47222222222222221</c:v>
                </c:pt>
                <c:pt idx="41">
                  <c:v>0.47222222222222221</c:v>
                </c:pt>
                <c:pt idx="42">
                  <c:v>0.47222222222222221</c:v>
                </c:pt>
                <c:pt idx="43">
                  <c:v>0.47222222222222221</c:v>
                </c:pt>
                <c:pt idx="44">
                  <c:v>0.47222222222222221</c:v>
                </c:pt>
                <c:pt idx="45">
                  <c:v>0.5</c:v>
                </c:pt>
                <c:pt idx="46">
                  <c:v>0.52777777777777779</c:v>
                </c:pt>
                <c:pt idx="47">
                  <c:v>0.55555555555555558</c:v>
                </c:pt>
                <c:pt idx="48">
                  <c:v>0.55555555555555558</c:v>
                </c:pt>
                <c:pt idx="49">
                  <c:v>0.58333333333333337</c:v>
                </c:pt>
                <c:pt idx="50">
                  <c:v>0.58333333333333337</c:v>
                </c:pt>
                <c:pt idx="51">
                  <c:v>0.58333333333333337</c:v>
                </c:pt>
                <c:pt idx="52">
                  <c:v>0.58333333333333337</c:v>
                </c:pt>
                <c:pt idx="53">
                  <c:v>0.61111111111111116</c:v>
                </c:pt>
                <c:pt idx="54">
                  <c:v>0.61111111111111116</c:v>
                </c:pt>
                <c:pt idx="55">
                  <c:v>0.61111111111111116</c:v>
                </c:pt>
                <c:pt idx="5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28-4408-AEF8-5CFE4AD7BABF}"/>
            </c:ext>
          </c:extLst>
        </c:ser>
        <c:ser>
          <c:idx val="1"/>
          <c:order val="1"/>
          <c:tx>
            <c:strRef>
              <c:f>Sheet1!$B$60</c:f>
              <c:strCache>
                <c:ptCount val="1"/>
                <c:pt idx="0">
                  <c:v>нейросеть</c:v>
                </c:pt>
              </c:strCache>
            </c:strRef>
          </c:tx>
          <c:spPr>
            <a:ln w="31750">
              <a:solidFill>
                <a:srgbClr val="FC3777"/>
              </a:solidFill>
            </a:ln>
          </c:spPr>
          <c:marker>
            <c:symbol val="none"/>
          </c:marker>
          <c:xVal>
            <c:numRef>
              <c:f>Sheet1!$A$61:$A$211</c:f>
              <c:numCache>
                <c:formatCode>General</c:formatCode>
                <c:ptCount val="1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8.771929824561403E-3</c:v>
                </c:pt>
                <c:pt idx="9">
                  <c:v>8.771929824561403E-3</c:v>
                </c:pt>
                <c:pt idx="10">
                  <c:v>1.7543859649122806E-2</c:v>
                </c:pt>
                <c:pt idx="11">
                  <c:v>1.7543859649122806E-2</c:v>
                </c:pt>
                <c:pt idx="12">
                  <c:v>2.6315789473684209E-2</c:v>
                </c:pt>
                <c:pt idx="13">
                  <c:v>3.5087719298245612E-2</c:v>
                </c:pt>
                <c:pt idx="14">
                  <c:v>3.5087719298245612E-2</c:v>
                </c:pt>
                <c:pt idx="15">
                  <c:v>3.5087719298245612E-2</c:v>
                </c:pt>
                <c:pt idx="16">
                  <c:v>4.3859649122807015E-2</c:v>
                </c:pt>
                <c:pt idx="17">
                  <c:v>5.2631578947368418E-2</c:v>
                </c:pt>
                <c:pt idx="18">
                  <c:v>6.1403508771929821E-2</c:v>
                </c:pt>
                <c:pt idx="19">
                  <c:v>6.1403508771929821E-2</c:v>
                </c:pt>
                <c:pt idx="20">
                  <c:v>6.1403508771929821E-2</c:v>
                </c:pt>
                <c:pt idx="21">
                  <c:v>6.1403508771929821E-2</c:v>
                </c:pt>
                <c:pt idx="22">
                  <c:v>7.0175438596491224E-2</c:v>
                </c:pt>
                <c:pt idx="23">
                  <c:v>7.8947368421052627E-2</c:v>
                </c:pt>
                <c:pt idx="24">
                  <c:v>8.771929824561403E-2</c:v>
                </c:pt>
                <c:pt idx="25">
                  <c:v>8.771929824561403E-2</c:v>
                </c:pt>
                <c:pt idx="26">
                  <c:v>8.771929824561403E-2</c:v>
                </c:pt>
                <c:pt idx="27">
                  <c:v>9.6491228070175433E-2</c:v>
                </c:pt>
                <c:pt idx="28">
                  <c:v>9.6491228070175433E-2</c:v>
                </c:pt>
                <c:pt idx="29">
                  <c:v>9.6491228070175433E-2</c:v>
                </c:pt>
                <c:pt idx="30">
                  <c:v>0.10526315789473684</c:v>
                </c:pt>
                <c:pt idx="31">
                  <c:v>0.11403508771929824</c:v>
                </c:pt>
                <c:pt idx="32">
                  <c:v>0.11403508771929824</c:v>
                </c:pt>
                <c:pt idx="33">
                  <c:v>0.12280701754385964</c:v>
                </c:pt>
                <c:pt idx="34">
                  <c:v>0.12280701754385964</c:v>
                </c:pt>
                <c:pt idx="35">
                  <c:v>0.13157894736842105</c:v>
                </c:pt>
                <c:pt idx="36">
                  <c:v>0.14035087719298245</c:v>
                </c:pt>
                <c:pt idx="37">
                  <c:v>0.14035087719298245</c:v>
                </c:pt>
                <c:pt idx="38">
                  <c:v>0.14912280701754385</c:v>
                </c:pt>
                <c:pt idx="39">
                  <c:v>0.15789473684210525</c:v>
                </c:pt>
                <c:pt idx="40">
                  <c:v>0.16666666666666666</c:v>
                </c:pt>
                <c:pt idx="41">
                  <c:v>0.16666666666666666</c:v>
                </c:pt>
                <c:pt idx="42">
                  <c:v>0.16666666666666666</c:v>
                </c:pt>
                <c:pt idx="43">
                  <c:v>0.16666666666666666</c:v>
                </c:pt>
                <c:pt idx="44">
                  <c:v>0.17543859649122806</c:v>
                </c:pt>
                <c:pt idx="45">
                  <c:v>0.18421052631578946</c:v>
                </c:pt>
                <c:pt idx="46">
                  <c:v>0.19298245614035087</c:v>
                </c:pt>
                <c:pt idx="47">
                  <c:v>0.19298245614035087</c:v>
                </c:pt>
                <c:pt idx="48">
                  <c:v>0.20175438596491227</c:v>
                </c:pt>
                <c:pt idx="49">
                  <c:v>0.21052631578947367</c:v>
                </c:pt>
                <c:pt idx="50">
                  <c:v>0.21052631578947367</c:v>
                </c:pt>
                <c:pt idx="51">
                  <c:v>0.21929824561403508</c:v>
                </c:pt>
                <c:pt idx="52">
                  <c:v>0.22807017543859648</c:v>
                </c:pt>
                <c:pt idx="53">
                  <c:v>0.23684210526315788</c:v>
                </c:pt>
                <c:pt idx="54">
                  <c:v>0.24561403508771928</c:v>
                </c:pt>
                <c:pt idx="55">
                  <c:v>0.25438596491228072</c:v>
                </c:pt>
                <c:pt idx="56">
                  <c:v>0.26315789473684209</c:v>
                </c:pt>
                <c:pt idx="57">
                  <c:v>0.26315789473684209</c:v>
                </c:pt>
                <c:pt idx="58">
                  <c:v>0.27192982456140352</c:v>
                </c:pt>
                <c:pt idx="59">
                  <c:v>0.2807017543859649</c:v>
                </c:pt>
                <c:pt idx="60">
                  <c:v>0.28947368421052633</c:v>
                </c:pt>
                <c:pt idx="61">
                  <c:v>0.2982456140350877</c:v>
                </c:pt>
                <c:pt idx="62">
                  <c:v>0.30701754385964913</c:v>
                </c:pt>
                <c:pt idx="63">
                  <c:v>0.31578947368421051</c:v>
                </c:pt>
                <c:pt idx="64">
                  <c:v>0.31578947368421051</c:v>
                </c:pt>
                <c:pt idx="65">
                  <c:v>0.32456140350877194</c:v>
                </c:pt>
                <c:pt idx="66">
                  <c:v>0.33333333333333331</c:v>
                </c:pt>
                <c:pt idx="67">
                  <c:v>0.34210526315789475</c:v>
                </c:pt>
                <c:pt idx="68">
                  <c:v>0.34210526315789475</c:v>
                </c:pt>
                <c:pt idx="69">
                  <c:v>0.35087719298245612</c:v>
                </c:pt>
                <c:pt idx="70">
                  <c:v>0.35964912280701755</c:v>
                </c:pt>
                <c:pt idx="71">
                  <c:v>0.36842105263157893</c:v>
                </c:pt>
                <c:pt idx="72">
                  <c:v>0.37719298245614036</c:v>
                </c:pt>
                <c:pt idx="73">
                  <c:v>0.38596491228070173</c:v>
                </c:pt>
                <c:pt idx="74">
                  <c:v>0.39473684210526316</c:v>
                </c:pt>
                <c:pt idx="75">
                  <c:v>0.40350877192982454</c:v>
                </c:pt>
                <c:pt idx="76">
                  <c:v>0.41228070175438597</c:v>
                </c:pt>
                <c:pt idx="77">
                  <c:v>0.42105263157894735</c:v>
                </c:pt>
                <c:pt idx="78">
                  <c:v>0.42982456140350878</c:v>
                </c:pt>
                <c:pt idx="79">
                  <c:v>0.43859649122807015</c:v>
                </c:pt>
                <c:pt idx="80">
                  <c:v>0.44736842105263158</c:v>
                </c:pt>
                <c:pt idx="81">
                  <c:v>0.45614035087719296</c:v>
                </c:pt>
                <c:pt idx="82">
                  <c:v>0.46491228070175439</c:v>
                </c:pt>
                <c:pt idx="83">
                  <c:v>0.47368421052631576</c:v>
                </c:pt>
                <c:pt idx="84">
                  <c:v>0.48245614035087719</c:v>
                </c:pt>
                <c:pt idx="85">
                  <c:v>0.49122807017543857</c:v>
                </c:pt>
                <c:pt idx="86">
                  <c:v>0.5</c:v>
                </c:pt>
                <c:pt idx="87">
                  <c:v>0.5</c:v>
                </c:pt>
                <c:pt idx="88">
                  <c:v>0.50877192982456143</c:v>
                </c:pt>
                <c:pt idx="89">
                  <c:v>0.51754385964912286</c:v>
                </c:pt>
                <c:pt idx="90">
                  <c:v>0.52631578947368418</c:v>
                </c:pt>
                <c:pt idx="91">
                  <c:v>0.52631578947368418</c:v>
                </c:pt>
                <c:pt idx="92">
                  <c:v>0.53508771929824561</c:v>
                </c:pt>
                <c:pt idx="93">
                  <c:v>0.53508771929824561</c:v>
                </c:pt>
                <c:pt idx="94">
                  <c:v>0.54385964912280704</c:v>
                </c:pt>
                <c:pt idx="95">
                  <c:v>0.55263157894736847</c:v>
                </c:pt>
                <c:pt idx="96">
                  <c:v>0.55263157894736847</c:v>
                </c:pt>
                <c:pt idx="97">
                  <c:v>0.55263157894736847</c:v>
                </c:pt>
                <c:pt idx="98">
                  <c:v>0.56140350877192979</c:v>
                </c:pt>
                <c:pt idx="99">
                  <c:v>0.57017543859649122</c:v>
                </c:pt>
                <c:pt idx="100">
                  <c:v>0.57894736842105265</c:v>
                </c:pt>
                <c:pt idx="101">
                  <c:v>0.58771929824561409</c:v>
                </c:pt>
                <c:pt idx="102">
                  <c:v>0.59649122807017541</c:v>
                </c:pt>
                <c:pt idx="103">
                  <c:v>0.60526315789473684</c:v>
                </c:pt>
                <c:pt idx="104">
                  <c:v>0.61403508771929827</c:v>
                </c:pt>
                <c:pt idx="105">
                  <c:v>0.6228070175438597</c:v>
                </c:pt>
                <c:pt idx="106">
                  <c:v>0.63157894736842102</c:v>
                </c:pt>
                <c:pt idx="107">
                  <c:v>0.64035087719298245</c:v>
                </c:pt>
                <c:pt idx="108">
                  <c:v>0.64912280701754388</c:v>
                </c:pt>
                <c:pt idx="109">
                  <c:v>0.65789473684210531</c:v>
                </c:pt>
                <c:pt idx="110">
                  <c:v>0.66666666666666663</c:v>
                </c:pt>
                <c:pt idx="111">
                  <c:v>0.67543859649122806</c:v>
                </c:pt>
                <c:pt idx="112">
                  <c:v>0.68421052631578949</c:v>
                </c:pt>
                <c:pt idx="113">
                  <c:v>0.69298245614035092</c:v>
                </c:pt>
                <c:pt idx="114">
                  <c:v>0.70175438596491224</c:v>
                </c:pt>
                <c:pt idx="115">
                  <c:v>0.71052631578947367</c:v>
                </c:pt>
                <c:pt idx="116">
                  <c:v>0.7192982456140351</c:v>
                </c:pt>
                <c:pt idx="117">
                  <c:v>0.72807017543859653</c:v>
                </c:pt>
                <c:pt idx="118">
                  <c:v>0.73684210526315785</c:v>
                </c:pt>
                <c:pt idx="119">
                  <c:v>0.74561403508771928</c:v>
                </c:pt>
                <c:pt idx="120">
                  <c:v>0.75438596491228072</c:v>
                </c:pt>
                <c:pt idx="121">
                  <c:v>0.75438596491228072</c:v>
                </c:pt>
                <c:pt idx="122">
                  <c:v>0.76315789473684215</c:v>
                </c:pt>
                <c:pt idx="123">
                  <c:v>0.77192982456140347</c:v>
                </c:pt>
                <c:pt idx="124">
                  <c:v>0.7807017543859649</c:v>
                </c:pt>
                <c:pt idx="125">
                  <c:v>0.7807017543859649</c:v>
                </c:pt>
                <c:pt idx="126">
                  <c:v>0.78947368421052633</c:v>
                </c:pt>
                <c:pt idx="127">
                  <c:v>0.79824561403508776</c:v>
                </c:pt>
                <c:pt idx="128">
                  <c:v>0.80701754385964908</c:v>
                </c:pt>
                <c:pt idx="129">
                  <c:v>0.81578947368421051</c:v>
                </c:pt>
                <c:pt idx="130">
                  <c:v>0.82456140350877194</c:v>
                </c:pt>
                <c:pt idx="131">
                  <c:v>0.83333333333333337</c:v>
                </c:pt>
                <c:pt idx="132">
                  <c:v>0.84210526315789469</c:v>
                </c:pt>
                <c:pt idx="133">
                  <c:v>0.85087719298245612</c:v>
                </c:pt>
                <c:pt idx="134">
                  <c:v>0.85964912280701755</c:v>
                </c:pt>
                <c:pt idx="135">
                  <c:v>0.86842105263157898</c:v>
                </c:pt>
                <c:pt idx="136">
                  <c:v>0.8771929824561403</c:v>
                </c:pt>
                <c:pt idx="137">
                  <c:v>0.88596491228070173</c:v>
                </c:pt>
                <c:pt idx="138">
                  <c:v>0.89473684210526316</c:v>
                </c:pt>
                <c:pt idx="139">
                  <c:v>0.90350877192982459</c:v>
                </c:pt>
                <c:pt idx="140">
                  <c:v>0.91228070175438591</c:v>
                </c:pt>
                <c:pt idx="141">
                  <c:v>0.92105263157894735</c:v>
                </c:pt>
                <c:pt idx="142">
                  <c:v>0.92982456140350878</c:v>
                </c:pt>
                <c:pt idx="143">
                  <c:v>0.93859649122807021</c:v>
                </c:pt>
                <c:pt idx="144">
                  <c:v>0.94736842105263153</c:v>
                </c:pt>
                <c:pt idx="145">
                  <c:v>0.95614035087719296</c:v>
                </c:pt>
                <c:pt idx="146">
                  <c:v>0.96491228070175439</c:v>
                </c:pt>
                <c:pt idx="147">
                  <c:v>0.97368421052631582</c:v>
                </c:pt>
                <c:pt idx="148">
                  <c:v>0.98245614035087714</c:v>
                </c:pt>
                <c:pt idx="149">
                  <c:v>0.99122807017543857</c:v>
                </c:pt>
                <c:pt idx="150">
                  <c:v>1</c:v>
                </c:pt>
              </c:numCache>
            </c:numRef>
          </c:xVal>
          <c:yVal>
            <c:numRef>
              <c:f>Sheet1!$B$61:$B$211</c:f>
              <c:numCache>
                <c:formatCode>General</c:formatCode>
                <c:ptCount val="151"/>
                <c:pt idx="0">
                  <c:v>0</c:v>
                </c:pt>
                <c:pt idx="1">
                  <c:v>2.7777777777777776E-2</c:v>
                </c:pt>
                <c:pt idx="2">
                  <c:v>5.5555555555555552E-2</c:v>
                </c:pt>
                <c:pt idx="3">
                  <c:v>8.3333333333333329E-2</c:v>
                </c:pt>
                <c:pt idx="4">
                  <c:v>0.1111111111111111</c:v>
                </c:pt>
                <c:pt idx="5">
                  <c:v>0.1388888888888889</c:v>
                </c:pt>
                <c:pt idx="6">
                  <c:v>0.16666666666666666</c:v>
                </c:pt>
                <c:pt idx="7">
                  <c:v>0.19444444444444445</c:v>
                </c:pt>
                <c:pt idx="8">
                  <c:v>0.19444444444444445</c:v>
                </c:pt>
                <c:pt idx="9">
                  <c:v>0.22222222222222221</c:v>
                </c:pt>
                <c:pt idx="10">
                  <c:v>0.22222222222222221</c:v>
                </c:pt>
                <c:pt idx="11">
                  <c:v>0.25</c:v>
                </c:pt>
                <c:pt idx="12">
                  <c:v>0.25</c:v>
                </c:pt>
                <c:pt idx="13">
                  <c:v>0.25</c:v>
                </c:pt>
                <c:pt idx="14">
                  <c:v>0.27777777777777779</c:v>
                </c:pt>
                <c:pt idx="15">
                  <c:v>0.30555555555555558</c:v>
                </c:pt>
                <c:pt idx="16">
                  <c:v>0.30555555555555558</c:v>
                </c:pt>
                <c:pt idx="17">
                  <c:v>0.30555555555555558</c:v>
                </c:pt>
                <c:pt idx="18">
                  <c:v>0.30555555555555558</c:v>
                </c:pt>
                <c:pt idx="19">
                  <c:v>0.33333333333333331</c:v>
                </c:pt>
                <c:pt idx="20">
                  <c:v>0.3611111111111111</c:v>
                </c:pt>
                <c:pt idx="21">
                  <c:v>0.3888888888888889</c:v>
                </c:pt>
                <c:pt idx="22">
                  <c:v>0.3888888888888889</c:v>
                </c:pt>
                <c:pt idx="23">
                  <c:v>0.3888888888888889</c:v>
                </c:pt>
                <c:pt idx="24">
                  <c:v>0.3888888888888889</c:v>
                </c:pt>
                <c:pt idx="25">
                  <c:v>0.41666666666666669</c:v>
                </c:pt>
                <c:pt idx="26">
                  <c:v>0.44444444444444442</c:v>
                </c:pt>
                <c:pt idx="27">
                  <c:v>0.44444444444444442</c:v>
                </c:pt>
                <c:pt idx="28">
                  <c:v>0.47222222222222221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0.52777777777777779</c:v>
                </c:pt>
                <c:pt idx="33">
                  <c:v>0.52777777777777779</c:v>
                </c:pt>
                <c:pt idx="34">
                  <c:v>0.55555555555555558</c:v>
                </c:pt>
                <c:pt idx="35">
                  <c:v>0.55555555555555558</c:v>
                </c:pt>
                <c:pt idx="36">
                  <c:v>0.55555555555555558</c:v>
                </c:pt>
                <c:pt idx="37">
                  <c:v>0.58333333333333337</c:v>
                </c:pt>
                <c:pt idx="38">
                  <c:v>0.58333333333333337</c:v>
                </c:pt>
                <c:pt idx="39">
                  <c:v>0.58333333333333337</c:v>
                </c:pt>
                <c:pt idx="40">
                  <c:v>0.58333333333333337</c:v>
                </c:pt>
                <c:pt idx="41">
                  <c:v>0.61111111111111116</c:v>
                </c:pt>
                <c:pt idx="42">
                  <c:v>0.63888888888888884</c:v>
                </c:pt>
                <c:pt idx="43">
                  <c:v>0.66666666666666663</c:v>
                </c:pt>
                <c:pt idx="44">
                  <c:v>0.66666666666666663</c:v>
                </c:pt>
                <c:pt idx="45">
                  <c:v>0.66666666666666663</c:v>
                </c:pt>
                <c:pt idx="46">
                  <c:v>0.66666666666666663</c:v>
                </c:pt>
                <c:pt idx="47">
                  <c:v>0.69444444444444442</c:v>
                </c:pt>
                <c:pt idx="48">
                  <c:v>0.69444444444444442</c:v>
                </c:pt>
                <c:pt idx="49">
                  <c:v>0.69444444444444442</c:v>
                </c:pt>
                <c:pt idx="50">
                  <c:v>0.72222222222222221</c:v>
                </c:pt>
                <c:pt idx="51">
                  <c:v>0.72222222222222221</c:v>
                </c:pt>
                <c:pt idx="52">
                  <c:v>0.72222222222222221</c:v>
                </c:pt>
                <c:pt idx="53">
                  <c:v>0.72222222222222221</c:v>
                </c:pt>
                <c:pt idx="54">
                  <c:v>0.72222222222222221</c:v>
                </c:pt>
                <c:pt idx="55">
                  <c:v>0.72222222222222221</c:v>
                </c:pt>
                <c:pt idx="56">
                  <c:v>0.72222222222222221</c:v>
                </c:pt>
                <c:pt idx="57">
                  <c:v>0.75</c:v>
                </c:pt>
                <c:pt idx="58">
                  <c:v>0.75</c:v>
                </c:pt>
                <c:pt idx="59">
                  <c:v>0.75</c:v>
                </c:pt>
                <c:pt idx="60">
                  <c:v>0.75</c:v>
                </c:pt>
                <c:pt idx="61">
                  <c:v>0.75</c:v>
                </c:pt>
                <c:pt idx="62">
                  <c:v>0.75</c:v>
                </c:pt>
                <c:pt idx="63">
                  <c:v>0.75</c:v>
                </c:pt>
                <c:pt idx="64">
                  <c:v>0.77777777777777779</c:v>
                </c:pt>
                <c:pt idx="65">
                  <c:v>0.77777777777777779</c:v>
                </c:pt>
                <c:pt idx="66">
                  <c:v>0.77777777777777779</c:v>
                </c:pt>
                <c:pt idx="67">
                  <c:v>0.77777777777777779</c:v>
                </c:pt>
                <c:pt idx="68">
                  <c:v>0.80555555555555558</c:v>
                </c:pt>
                <c:pt idx="69">
                  <c:v>0.80555555555555558</c:v>
                </c:pt>
                <c:pt idx="70">
                  <c:v>0.80555555555555558</c:v>
                </c:pt>
                <c:pt idx="71">
                  <c:v>0.80555555555555558</c:v>
                </c:pt>
                <c:pt idx="72">
                  <c:v>0.80555555555555558</c:v>
                </c:pt>
                <c:pt idx="73">
                  <c:v>0.80555555555555558</c:v>
                </c:pt>
                <c:pt idx="74">
                  <c:v>0.80555555555555558</c:v>
                </c:pt>
                <c:pt idx="75">
                  <c:v>0.80555555555555558</c:v>
                </c:pt>
                <c:pt idx="76">
                  <c:v>0.80555555555555558</c:v>
                </c:pt>
                <c:pt idx="77">
                  <c:v>0.80555555555555558</c:v>
                </c:pt>
                <c:pt idx="78">
                  <c:v>0.80555555555555558</c:v>
                </c:pt>
                <c:pt idx="79">
                  <c:v>0.80555555555555558</c:v>
                </c:pt>
                <c:pt idx="80">
                  <c:v>0.80555555555555558</c:v>
                </c:pt>
                <c:pt idx="81">
                  <c:v>0.80555555555555558</c:v>
                </c:pt>
                <c:pt idx="82">
                  <c:v>0.80555555555555558</c:v>
                </c:pt>
                <c:pt idx="83">
                  <c:v>0.80555555555555558</c:v>
                </c:pt>
                <c:pt idx="84">
                  <c:v>0.80555555555555558</c:v>
                </c:pt>
                <c:pt idx="85">
                  <c:v>0.80555555555555558</c:v>
                </c:pt>
                <c:pt idx="86">
                  <c:v>0.80555555555555558</c:v>
                </c:pt>
                <c:pt idx="87">
                  <c:v>0.83333333333333337</c:v>
                </c:pt>
                <c:pt idx="88">
                  <c:v>0.83333333333333337</c:v>
                </c:pt>
                <c:pt idx="89">
                  <c:v>0.83333333333333337</c:v>
                </c:pt>
                <c:pt idx="90">
                  <c:v>0.83333333333333337</c:v>
                </c:pt>
                <c:pt idx="91">
                  <c:v>0.86111111111111116</c:v>
                </c:pt>
                <c:pt idx="92">
                  <c:v>0.86111111111111116</c:v>
                </c:pt>
                <c:pt idx="93">
                  <c:v>0.88888888888888884</c:v>
                </c:pt>
                <c:pt idx="94">
                  <c:v>0.88888888888888884</c:v>
                </c:pt>
                <c:pt idx="95">
                  <c:v>0.88888888888888884</c:v>
                </c:pt>
                <c:pt idx="96">
                  <c:v>0.91666666666666663</c:v>
                </c:pt>
                <c:pt idx="97">
                  <c:v>0.94444444444444442</c:v>
                </c:pt>
                <c:pt idx="98">
                  <c:v>0.94444444444444442</c:v>
                </c:pt>
                <c:pt idx="99">
                  <c:v>0.94444444444444442</c:v>
                </c:pt>
                <c:pt idx="100">
                  <c:v>0.94444444444444442</c:v>
                </c:pt>
                <c:pt idx="101">
                  <c:v>0.94444444444444442</c:v>
                </c:pt>
                <c:pt idx="102">
                  <c:v>0.94444444444444442</c:v>
                </c:pt>
                <c:pt idx="103">
                  <c:v>0.94444444444444442</c:v>
                </c:pt>
                <c:pt idx="104">
                  <c:v>0.94444444444444442</c:v>
                </c:pt>
                <c:pt idx="105">
                  <c:v>0.94444444444444442</c:v>
                </c:pt>
                <c:pt idx="106">
                  <c:v>0.94444444444444442</c:v>
                </c:pt>
                <c:pt idx="107">
                  <c:v>0.94444444444444442</c:v>
                </c:pt>
                <c:pt idx="108">
                  <c:v>0.94444444444444442</c:v>
                </c:pt>
                <c:pt idx="109">
                  <c:v>0.94444444444444442</c:v>
                </c:pt>
                <c:pt idx="110">
                  <c:v>0.94444444444444442</c:v>
                </c:pt>
                <c:pt idx="111">
                  <c:v>0.94444444444444442</c:v>
                </c:pt>
                <c:pt idx="112">
                  <c:v>0.94444444444444442</c:v>
                </c:pt>
                <c:pt idx="113">
                  <c:v>0.94444444444444442</c:v>
                </c:pt>
                <c:pt idx="114">
                  <c:v>0.94444444444444442</c:v>
                </c:pt>
                <c:pt idx="115">
                  <c:v>0.94444444444444442</c:v>
                </c:pt>
                <c:pt idx="116">
                  <c:v>0.94444444444444442</c:v>
                </c:pt>
                <c:pt idx="117">
                  <c:v>0.94444444444444442</c:v>
                </c:pt>
                <c:pt idx="118">
                  <c:v>0.94444444444444442</c:v>
                </c:pt>
                <c:pt idx="119">
                  <c:v>0.94444444444444442</c:v>
                </c:pt>
                <c:pt idx="120">
                  <c:v>0.94444444444444442</c:v>
                </c:pt>
                <c:pt idx="121">
                  <c:v>0.97222222222222221</c:v>
                </c:pt>
                <c:pt idx="122">
                  <c:v>0.97222222222222221</c:v>
                </c:pt>
                <c:pt idx="123">
                  <c:v>0.97222222222222221</c:v>
                </c:pt>
                <c:pt idx="124">
                  <c:v>0.97222222222222221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128-4408-AEF8-5CFE4AD7BABF}"/>
            </c:ext>
          </c:extLst>
        </c:ser>
        <c:ser>
          <c:idx val="2"/>
          <c:order val="2"/>
          <c:tx>
            <c:strRef>
              <c:f>Sheet1!$B$213</c:f>
              <c:strCache>
                <c:ptCount val="1"/>
                <c:pt idx="0">
                  <c:v>нейросеть + измерение</c:v>
                </c:pt>
              </c:strCache>
            </c:strRef>
          </c:tx>
          <c:spPr>
            <a:ln w="31750">
              <a:solidFill>
                <a:srgbClr val="520977"/>
              </a:solidFill>
            </a:ln>
          </c:spPr>
          <c:marker>
            <c:symbol val="none"/>
          </c:marker>
          <c:xVal>
            <c:numRef>
              <c:f>Sheet1!$A$214:$A$364</c:f>
              <c:numCache>
                <c:formatCode>General</c:formatCode>
                <c:ptCount val="1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8.771929824561403E-3</c:v>
                </c:pt>
                <c:pt idx="9">
                  <c:v>8.771929824561403E-3</c:v>
                </c:pt>
                <c:pt idx="10">
                  <c:v>8.771929824561403E-3</c:v>
                </c:pt>
                <c:pt idx="11">
                  <c:v>8.771929824561403E-3</c:v>
                </c:pt>
                <c:pt idx="12">
                  <c:v>1.7543859649122806E-2</c:v>
                </c:pt>
                <c:pt idx="13">
                  <c:v>2.6315789473684209E-2</c:v>
                </c:pt>
                <c:pt idx="14">
                  <c:v>3.5087719298245612E-2</c:v>
                </c:pt>
                <c:pt idx="15">
                  <c:v>3.5087719298245612E-2</c:v>
                </c:pt>
                <c:pt idx="16">
                  <c:v>3.5087719298245612E-2</c:v>
                </c:pt>
                <c:pt idx="17">
                  <c:v>4.3859649122807015E-2</c:v>
                </c:pt>
                <c:pt idx="18">
                  <c:v>4.3859649122807015E-2</c:v>
                </c:pt>
                <c:pt idx="19">
                  <c:v>4.3859649122807015E-2</c:v>
                </c:pt>
                <c:pt idx="20">
                  <c:v>4.3859649122807015E-2</c:v>
                </c:pt>
                <c:pt idx="21">
                  <c:v>5.2631578947368418E-2</c:v>
                </c:pt>
                <c:pt idx="22">
                  <c:v>6.1403508771929821E-2</c:v>
                </c:pt>
                <c:pt idx="23">
                  <c:v>7.0175438596491224E-2</c:v>
                </c:pt>
                <c:pt idx="24">
                  <c:v>7.0175438596491224E-2</c:v>
                </c:pt>
                <c:pt idx="25">
                  <c:v>7.8947368421052627E-2</c:v>
                </c:pt>
                <c:pt idx="26">
                  <c:v>8.771929824561403E-2</c:v>
                </c:pt>
                <c:pt idx="27">
                  <c:v>8.771929824561403E-2</c:v>
                </c:pt>
                <c:pt idx="28">
                  <c:v>8.771929824561403E-2</c:v>
                </c:pt>
                <c:pt idx="29">
                  <c:v>9.6491228070175433E-2</c:v>
                </c:pt>
                <c:pt idx="30">
                  <c:v>0.10526315789473684</c:v>
                </c:pt>
                <c:pt idx="31">
                  <c:v>0.11403508771929824</c:v>
                </c:pt>
                <c:pt idx="32">
                  <c:v>0.12280701754385964</c:v>
                </c:pt>
                <c:pt idx="33">
                  <c:v>0.13157894736842105</c:v>
                </c:pt>
                <c:pt idx="34">
                  <c:v>0.13157894736842105</c:v>
                </c:pt>
                <c:pt idx="35">
                  <c:v>0.14035087719298245</c:v>
                </c:pt>
                <c:pt idx="36">
                  <c:v>0.14912280701754385</c:v>
                </c:pt>
                <c:pt idx="37">
                  <c:v>0.15789473684210525</c:v>
                </c:pt>
                <c:pt idx="38">
                  <c:v>0.16666666666666666</c:v>
                </c:pt>
                <c:pt idx="39">
                  <c:v>0.16666666666666666</c:v>
                </c:pt>
                <c:pt idx="40">
                  <c:v>0.16666666666666666</c:v>
                </c:pt>
                <c:pt idx="41">
                  <c:v>0.17543859649122806</c:v>
                </c:pt>
                <c:pt idx="42">
                  <c:v>0.17543859649122806</c:v>
                </c:pt>
                <c:pt idx="43">
                  <c:v>0.17543859649122806</c:v>
                </c:pt>
                <c:pt idx="44">
                  <c:v>0.17543859649122806</c:v>
                </c:pt>
                <c:pt idx="45">
                  <c:v>0.18421052631578946</c:v>
                </c:pt>
                <c:pt idx="46">
                  <c:v>0.19298245614035087</c:v>
                </c:pt>
                <c:pt idx="47">
                  <c:v>0.20175438596491227</c:v>
                </c:pt>
                <c:pt idx="48">
                  <c:v>0.20175438596491227</c:v>
                </c:pt>
                <c:pt idx="49">
                  <c:v>0.20175438596491227</c:v>
                </c:pt>
                <c:pt idx="50">
                  <c:v>0.21052631578947367</c:v>
                </c:pt>
                <c:pt idx="51">
                  <c:v>0.21929824561403508</c:v>
                </c:pt>
                <c:pt idx="52">
                  <c:v>0.21929824561403508</c:v>
                </c:pt>
                <c:pt idx="53">
                  <c:v>0.22807017543859648</c:v>
                </c:pt>
                <c:pt idx="54">
                  <c:v>0.22807017543859648</c:v>
                </c:pt>
                <c:pt idx="55">
                  <c:v>0.23684210526315788</c:v>
                </c:pt>
                <c:pt idx="56">
                  <c:v>0.24561403508771928</c:v>
                </c:pt>
                <c:pt idx="57">
                  <c:v>0.25438596491228072</c:v>
                </c:pt>
                <c:pt idx="58">
                  <c:v>0.26315789473684209</c:v>
                </c:pt>
                <c:pt idx="59">
                  <c:v>0.27192982456140352</c:v>
                </c:pt>
                <c:pt idx="60">
                  <c:v>0.2807017543859649</c:v>
                </c:pt>
                <c:pt idx="61">
                  <c:v>0.28947368421052633</c:v>
                </c:pt>
                <c:pt idx="62">
                  <c:v>0.2982456140350877</c:v>
                </c:pt>
                <c:pt idx="63">
                  <c:v>0.30701754385964913</c:v>
                </c:pt>
                <c:pt idx="64">
                  <c:v>0.30701754385964913</c:v>
                </c:pt>
                <c:pt idx="65">
                  <c:v>0.31578947368421051</c:v>
                </c:pt>
                <c:pt idx="66">
                  <c:v>0.32456140350877194</c:v>
                </c:pt>
                <c:pt idx="67">
                  <c:v>0.33333333333333331</c:v>
                </c:pt>
                <c:pt idx="68">
                  <c:v>0.34210526315789475</c:v>
                </c:pt>
                <c:pt idx="69">
                  <c:v>0.35087719298245612</c:v>
                </c:pt>
                <c:pt idx="70">
                  <c:v>0.35964912280701755</c:v>
                </c:pt>
                <c:pt idx="71">
                  <c:v>0.35964912280701755</c:v>
                </c:pt>
                <c:pt idx="72">
                  <c:v>0.36842105263157893</c:v>
                </c:pt>
                <c:pt idx="73">
                  <c:v>0.37719298245614036</c:v>
                </c:pt>
                <c:pt idx="74">
                  <c:v>0.38596491228070173</c:v>
                </c:pt>
                <c:pt idx="75">
                  <c:v>0.39473684210526316</c:v>
                </c:pt>
                <c:pt idx="76">
                  <c:v>0.40350877192982454</c:v>
                </c:pt>
                <c:pt idx="77">
                  <c:v>0.41228070175438597</c:v>
                </c:pt>
                <c:pt idx="78">
                  <c:v>0.42105263157894735</c:v>
                </c:pt>
                <c:pt idx="79">
                  <c:v>0.42982456140350878</c:v>
                </c:pt>
                <c:pt idx="80">
                  <c:v>0.43859649122807015</c:v>
                </c:pt>
                <c:pt idx="81">
                  <c:v>0.44736842105263158</c:v>
                </c:pt>
                <c:pt idx="82">
                  <c:v>0.45614035087719296</c:v>
                </c:pt>
                <c:pt idx="83">
                  <c:v>0.46491228070175439</c:v>
                </c:pt>
                <c:pt idx="84">
                  <c:v>0.47368421052631576</c:v>
                </c:pt>
                <c:pt idx="85">
                  <c:v>0.48245614035087719</c:v>
                </c:pt>
                <c:pt idx="86">
                  <c:v>0.49122807017543857</c:v>
                </c:pt>
                <c:pt idx="87">
                  <c:v>0.5</c:v>
                </c:pt>
                <c:pt idx="88">
                  <c:v>0.50877192982456143</c:v>
                </c:pt>
                <c:pt idx="89">
                  <c:v>0.50877192982456143</c:v>
                </c:pt>
                <c:pt idx="90">
                  <c:v>0.51754385964912286</c:v>
                </c:pt>
                <c:pt idx="91">
                  <c:v>0.52631578947368418</c:v>
                </c:pt>
                <c:pt idx="92">
                  <c:v>0.53508771929824561</c:v>
                </c:pt>
                <c:pt idx="93">
                  <c:v>0.54385964912280704</c:v>
                </c:pt>
                <c:pt idx="94">
                  <c:v>0.55263157894736847</c:v>
                </c:pt>
                <c:pt idx="95">
                  <c:v>0.55263157894736847</c:v>
                </c:pt>
                <c:pt idx="96">
                  <c:v>0.56140350877192979</c:v>
                </c:pt>
                <c:pt idx="97">
                  <c:v>0.57017543859649122</c:v>
                </c:pt>
                <c:pt idx="98">
                  <c:v>0.57894736842105265</c:v>
                </c:pt>
                <c:pt idx="99">
                  <c:v>0.57894736842105265</c:v>
                </c:pt>
                <c:pt idx="100">
                  <c:v>0.58771929824561409</c:v>
                </c:pt>
                <c:pt idx="101">
                  <c:v>0.59649122807017541</c:v>
                </c:pt>
                <c:pt idx="102">
                  <c:v>0.59649122807017541</c:v>
                </c:pt>
                <c:pt idx="103">
                  <c:v>0.60526315789473684</c:v>
                </c:pt>
                <c:pt idx="104">
                  <c:v>0.61403508771929827</c:v>
                </c:pt>
                <c:pt idx="105">
                  <c:v>0.61403508771929827</c:v>
                </c:pt>
                <c:pt idx="106">
                  <c:v>0.6228070175438597</c:v>
                </c:pt>
                <c:pt idx="107">
                  <c:v>0.63157894736842102</c:v>
                </c:pt>
                <c:pt idx="108">
                  <c:v>0.64035087719298245</c:v>
                </c:pt>
                <c:pt idx="109">
                  <c:v>0.64912280701754388</c:v>
                </c:pt>
                <c:pt idx="110">
                  <c:v>0.65789473684210531</c:v>
                </c:pt>
                <c:pt idx="111">
                  <c:v>0.66666666666666663</c:v>
                </c:pt>
                <c:pt idx="112">
                  <c:v>0.67543859649122806</c:v>
                </c:pt>
                <c:pt idx="113">
                  <c:v>0.68421052631578949</c:v>
                </c:pt>
                <c:pt idx="114">
                  <c:v>0.69298245614035092</c:v>
                </c:pt>
                <c:pt idx="115">
                  <c:v>0.70175438596491224</c:v>
                </c:pt>
                <c:pt idx="116">
                  <c:v>0.71052631578947367</c:v>
                </c:pt>
                <c:pt idx="117">
                  <c:v>0.7192982456140351</c:v>
                </c:pt>
                <c:pt idx="118">
                  <c:v>0.72807017543859653</c:v>
                </c:pt>
                <c:pt idx="119">
                  <c:v>0.73684210526315785</c:v>
                </c:pt>
                <c:pt idx="120">
                  <c:v>0.74561403508771928</c:v>
                </c:pt>
                <c:pt idx="121">
                  <c:v>0.75438596491228072</c:v>
                </c:pt>
                <c:pt idx="122">
                  <c:v>0.76315789473684215</c:v>
                </c:pt>
                <c:pt idx="123">
                  <c:v>0.77192982456140347</c:v>
                </c:pt>
                <c:pt idx="124">
                  <c:v>0.7807017543859649</c:v>
                </c:pt>
                <c:pt idx="125">
                  <c:v>0.78947368421052633</c:v>
                </c:pt>
                <c:pt idx="126">
                  <c:v>0.79824561403508776</c:v>
                </c:pt>
                <c:pt idx="127">
                  <c:v>0.79824561403508776</c:v>
                </c:pt>
                <c:pt idx="128">
                  <c:v>0.80701754385964908</c:v>
                </c:pt>
                <c:pt idx="129">
                  <c:v>0.81578947368421051</c:v>
                </c:pt>
                <c:pt idx="130">
                  <c:v>0.82456140350877194</c:v>
                </c:pt>
                <c:pt idx="131">
                  <c:v>0.83333333333333337</c:v>
                </c:pt>
                <c:pt idx="132">
                  <c:v>0.84210526315789469</c:v>
                </c:pt>
                <c:pt idx="133">
                  <c:v>0.85087719298245612</c:v>
                </c:pt>
                <c:pt idx="134">
                  <c:v>0.85964912280701755</c:v>
                </c:pt>
                <c:pt idx="135">
                  <c:v>0.86842105263157898</c:v>
                </c:pt>
                <c:pt idx="136">
                  <c:v>0.8771929824561403</c:v>
                </c:pt>
                <c:pt idx="137">
                  <c:v>0.88596491228070173</c:v>
                </c:pt>
                <c:pt idx="138">
                  <c:v>0.89473684210526316</c:v>
                </c:pt>
                <c:pt idx="139">
                  <c:v>0.90350877192982459</c:v>
                </c:pt>
                <c:pt idx="140">
                  <c:v>0.91228070175438591</c:v>
                </c:pt>
                <c:pt idx="141">
                  <c:v>0.92105263157894735</c:v>
                </c:pt>
                <c:pt idx="142">
                  <c:v>0.92982456140350878</c:v>
                </c:pt>
                <c:pt idx="143">
                  <c:v>0.93859649122807021</c:v>
                </c:pt>
                <c:pt idx="144">
                  <c:v>0.94736842105263153</c:v>
                </c:pt>
                <c:pt idx="145">
                  <c:v>0.95614035087719296</c:v>
                </c:pt>
                <c:pt idx="146">
                  <c:v>0.96491228070175439</c:v>
                </c:pt>
                <c:pt idx="147">
                  <c:v>0.97368421052631582</c:v>
                </c:pt>
                <c:pt idx="148">
                  <c:v>0.98245614035087714</c:v>
                </c:pt>
                <c:pt idx="149">
                  <c:v>0.99122807017543857</c:v>
                </c:pt>
                <c:pt idx="150">
                  <c:v>1</c:v>
                </c:pt>
              </c:numCache>
            </c:numRef>
          </c:xVal>
          <c:yVal>
            <c:numRef>
              <c:f>Sheet1!$B$214:$B$364</c:f>
              <c:numCache>
                <c:formatCode>General</c:formatCode>
                <c:ptCount val="151"/>
                <c:pt idx="0">
                  <c:v>0</c:v>
                </c:pt>
                <c:pt idx="1">
                  <c:v>2.7777777777777776E-2</c:v>
                </c:pt>
                <c:pt idx="2">
                  <c:v>5.5555555555555552E-2</c:v>
                </c:pt>
                <c:pt idx="3">
                  <c:v>8.3333333333333329E-2</c:v>
                </c:pt>
                <c:pt idx="4">
                  <c:v>0.1111111111111111</c:v>
                </c:pt>
                <c:pt idx="5">
                  <c:v>0.1388888888888889</c:v>
                </c:pt>
                <c:pt idx="6">
                  <c:v>0.16666666666666666</c:v>
                </c:pt>
                <c:pt idx="7">
                  <c:v>0.19444444444444445</c:v>
                </c:pt>
                <c:pt idx="8">
                  <c:v>0.19444444444444445</c:v>
                </c:pt>
                <c:pt idx="9">
                  <c:v>0.22222222222222221</c:v>
                </c:pt>
                <c:pt idx="10">
                  <c:v>0.25</c:v>
                </c:pt>
                <c:pt idx="11">
                  <c:v>0.27777777777777779</c:v>
                </c:pt>
                <c:pt idx="12">
                  <c:v>0.27777777777777779</c:v>
                </c:pt>
                <c:pt idx="13">
                  <c:v>0.27777777777777779</c:v>
                </c:pt>
                <c:pt idx="14">
                  <c:v>0.27777777777777779</c:v>
                </c:pt>
                <c:pt idx="15">
                  <c:v>0.30555555555555558</c:v>
                </c:pt>
                <c:pt idx="16">
                  <c:v>0.33333333333333331</c:v>
                </c:pt>
                <c:pt idx="17">
                  <c:v>0.33333333333333331</c:v>
                </c:pt>
                <c:pt idx="18">
                  <c:v>0.3611111111111111</c:v>
                </c:pt>
                <c:pt idx="19">
                  <c:v>0.3888888888888889</c:v>
                </c:pt>
                <c:pt idx="20">
                  <c:v>0.41666666666666669</c:v>
                </c:pt>
                <c:pt idx="21">
                  <c:v>0.41666666666666669</c:v>
                </c:pt>
                <c:pt idx="22">
                  <c:v>0.41666666666666669</c:v>
                </c:pt>
                <c:pt idx="23">
                  <c:v>0.41666666666666669</c:v>
                </c:pt>
                <c:pt idx="24">
                  <c:v>0.44444444444444442</c:v>
                </c:pt>
                <c:pt idx="25">
                  <c:v>0.44444444444444442</c:v>
                </c:pt>
                <c:pt idx="26">
                  <c:v>0.44444444444444442</c:v>
                </c:pt>
                <c:pt idx="27">
                  <c:v>0.47222222222222221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0.52777777777777779</c:v>
                </c:pt>
                <c:pt idx="35">
                  <c:v>0.52777777777777779</c:v>
                </c:pt>
                <c:pt idx="36">
                  <c:v>0.52777777777777779</c:v>
                </c:pt>
                <c:pt idx="37">
                  <c:v>0.52777777777777779</c:v>
                </c:pt>
                <c:pt idx="38">
                  <c:v>0.52777777777777779</c:v>
                </c:pt>
                <c:pt idx="39">
                  <c:v>0.55555555555555558</c:v>
                </c:pt>
                <c:pt idx="40">
                  <c:v>0.58333333333333337</c:v>
                </c:pt>
                <c:pt idx="41">
                  <c:v>0.58333333333333337</c:v>
                </c:pt>
                <c:pt idx="42">
                  <c:v>0.61111111111111116</c:v>
                </c:pt>
                <c:pt idx="43">
                  <c:v>0.63888888888888884</c:v>
                </c:pt>
                <c:pt idx="44">
                  <c:v>0.66666666666666663</c:v>
                </c:pt>
                <c:pt idx="45">
                  <c:v>0.66666666666666663</c:v>
                </c:pt>
                <c:pt idx="46">
                  <c:v>0.66666666666666663</c:v>
                </c:pt>
                <c:pt idx="47">
                  <c:v>0.66666666666666663</c:v>
                </c:pt>
                <c:pt idx="48">
                  <c:v>0.69444444444444442</c:v>
                </c:pt>
                <c:pt idx="49">
                  <c:v>0.72222222222222221</c:v>
                </c:pt>
                <c:pt idx="50">
                  <c:v>0.72222222222222221</c:v>
                </c:pt>
                <c:pt idx="51">
                  <c:v>0.72222222222222221</c:v>
                </c:pt>
                <c:pt idx="52">
                  <c:v>0.75</c:v>
                </c:pt>
                <c:pt idx="53">
                  <c:v>0.75</c:v>
                </c:pt>
                <c:pt idx="54">
                  <c:v>0.77777777777777779</c:v>
                </c:pt>
                <c:pt idx="55">
                  <c:v>0.77777777777777779</c:v>
                </c:pt>
                <c:pt idx="56">
                  <c:v>0.77777777777777779</c:v>
                </c:pt>
                <c:pt idx="57">
                  <c:v>0.77777777777777779</c:v>
                </c:pt>
                <c:pt idx="58">
                  <c:v>0.77777777777777779</c:v>
                </c:pt>
                <c:pt idx="59">
                  <c:v>0.77777777777777779</c:v>
                </c:pt>
                <c:pt idx="60">
                  <c:v>0.77777777777777779</c:v>
                </c:pt>
                <c:pt idx="61">
                  <c:v>0.77777777777777779</c:v>
                </c:pt>
                <c:pt idx="62">
                  <c:v>0.77777777777777779</c:v>
                </c:pt>
                <c:pt idx="63">
                  <c:v>0.77777777777777779</c:v>
                </c:pt>
                <c:pt idx="64">
                  <c:v>0.80555555555555558</c:v>
                </c:pt>
                <c:pt idx="65">
                  <c:v>0.80555555555555558</c:v>
                </c:pt>
                <c:pt idx="66">
                  <c:v>0.80555555555555558</c:v>
                </c:pt>
                <c:pt idx="67">
                  <c:v>0.80555555555555558</c:v>
                </c:pt>
                <c:pt idx="68">
                  <c:v>0.80555555555555558</c:v>
                </c:pt>
                <c:pt idx="69">
                  <c:v>0.80555555555555558</c:v>
                </c:pt>
                <c:pt idx="70">
                  <c:v>0.80555555555555558</c:v>
                </c:pt>
                <c:pt idx="71">
                  <c:v>0.83333333333333337</c:v>
                </c:pt>
                <c:pt idx="72">
                  <c:v>0.83333333333333337</c:v>
                </c:pt>
                <c:pt idx="73">
                  <c:v>0.83333333333333337</c:v>
                </c:pt>
                <c:pt idx="74">
                  <c:v>0.83333333333333337</c:v>
                </c:pt>
                <c:pt idx="75">
                  <c:v>0.83333333333333337</c:v>
                </c:pt>
                <c:pt idx="76">
                  <c:v>0.83333333333333337</c:v>
                </c:pt>
                <c:pt idx="77">
                  <c:v>0.83333333333333337</c:v>
                </c:pt>
                <c:pt idx="78">
                  <c:v>0.83333333333333337</c:v>
                </c:pt>
                <c:pt idx="79">
                  <c:v>0.83333333333333337</c:v>
                </c:pt>
                <c:pt idx="80">
                  <c:v>0.83333333333333337</c:v>
                </c:pt>
                <c:pt idx="81">
                  <c:v>0.83333333333333337</c:v>
                </c:pt>
                <c:pt idx="82">
                  <c:v>0.83333333333333337</c:v>
                </c:pt>
                <c:pt idx="83">
                  <c:v>0.83333333333333337</c:v>
                </c:pt>
                <c:pt idx="84">
                  <c:v>0.83333333333333337</c:v>
                </c:pt>
                <c:pt idx="85">
                  <c:v>0.83333333333333337</c:v>
                </c:pt>
                <c:pt idx="86">
                  <c:v>0.83333333333333337</c:v>
                </c:pt>
                <c:pt idx="87">
                  <c:v>0.83333333333333337</c:v>
                </c:pt>
                <c:pt idx="88">
                  <c:v>0.83333333333333337</c:v>
                </c:pt>
                <c:pt idx="89">
                  <c:v>0.86111111111111116</c:v>
                </c:pt>
                <c:pt idx="90">
                  <c:v>0.86111111111111116</c:v>
                </c:pt>
                <c:pt idx="91">
                  <c:v>0.86111111111111116</c:v>
                </c:pt>
                <c:pt idx="92">
                  <c:v>0.86111111111111116</c:v>
                </c:pt>
                <c:pt idx="93">
                  <c:v>0.86111111111111116</c:v>
                </c:pt>
                <c:pt idx="94">
                  <c:v>0.86111111111111116</c:v>
                </c:pt>
                <c:pt idx="95">
                  <c:v>0.88888888888888884</c:v>
                </c:pt>
                <c:pt idx="96">
                  <c:v>0.88888888888888884</c:v>
                </c:pt>
                <c:pt idx="97">
                  <c:v>0.88888888888888884</c:v>
                </c:pt>
                <c:pt idx="98">
                  <c:v>0.88888888888888884</c:v>
                </c:pt>
                <c:pt idx="99">
                  <c:v>0.91666666666666663</c:v>
                </c:pt>
                <c:pt idx="100">
                  <c:v>0.91666666666666663</c:v>
                </c:pt>
                <c:pt idx="101">
                  <c:v>0.91666666666666663</c:v>
                </c:pt>
                <c:pt idx="102">
                  <c:v>0.94444444444444442</c:v>
                </c:pt>
                <c:pt idx="103">
                  <c:v>0.94444444444444442</c:v>
                </c:pt>
                <c:pt idx="104">
                  <c:v>0.94444444444444442</c:v>
                </c:pt>
                <c:pt idx="105">
                  <c:v>0.97222222222222221</c:v>
                </c:pt>
                <c:pt idx="106">
                  <c:v>0.97222222222222221</c:v>
                </c:pt>
                <c:pt idx="107">
                  <c:v>0.97222222222222221</c:v>
                </c:pt>
                <c:pt idx="108">
                  <c:v>0.97222222222222221</c:v>
                </c:pt>
                <c:pt idx="109">
                  <c:v>0.97222222222222221</c:v>
                </c:pt>
                <c:pt idx="110">
                  <c:v>0.97222222222222221</c:v>
                </c:pt>
                <c:pt idx="111">
                  <c:v>0.97222222222222221</c:v>
                </c:pt>
                <c:pt idx="112">
                  <c:v>0.97222222222222221</c:v>
                </c:pt>
                <c:pt idx="113">
                  <c:v>0.97222222222222221</c:v>
                </c:pt>
                <c:pt idx="114">
                  <c:v>0.97222222222222221</c:v>
                </c:pt>
                <c:pt idx="115">
                  <c:v>0.97222222222222221</c:v>
                </c:pt>
                <c:pt idx="116">
                  <c:v>0.97222222222222221</c:v>
                </c:pt>
                <c:pt idx="117">
                  <c:v>0.97222222222222221</c:v>
                </c:pt>
                <c:pt idx="118">
                  <c:v>0.97222222222222221</c:v>
                </c:pt>
                <c:pt idx="119">
                  <c:v>0.97222222222222221</c:v>
                </c:pt>
                <c:pt idx="120">
                  <c:v>0.97222222222222221</c:v>
                </c:pt>
                <c:pt idx="121">
                  <c:v>0.97222222222222221</c:v>
                </c:pt>
                <c:pt idx="122">
                  <c:v>0.97222222222222221</c:v>
                </c:pt>
                <c:pt idx="123">
                  <c:v>0.97222222222222221</c:v>
                </c:pt>
                <c:pt idx="124">
                  <c:v>0.97222222222222221</c:v>
                </c:pt>
                <c:pt idx="125">
                  <c:v>0.97222222222222221</c:v>
                </c:pt>
                <c:pt idx="126">
                  <c:v>0.97222222222222221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128-4408-AEF8-5CFE4AD7BABF}"/>
            </c:ext>
          </c:extLst>
        </c:ser>
        <c:ser>
          <c:idx val="3"/>
          <c:order val="3"/>
          <c:tx>
            <c:strRef>
              <c:f>Sheet1!$B$366</c:f>
              <c:strCache>
                <c:ptCount val="1"/>
                <c:pt idx="0">
                  <c:v>случайно</c:v>
                </c:pt>
              </c:strCache>
            </c:strRef>
          </c:tx>
          <c:spPr>
            <a:ln w="12700">
              <a:solidFill>
                <a:srgbClr val="8B8599"/>
              </a:solidFill>
              <a:prstDash val="dash"/>
            </a:ln>
          </c:spPr>
          <c:marker>
            <c:symbol val="none"/>
          </c:marker>
          <c:xVal>
            <c:numRef>
              <c:f>Sheet1!$A$367:$A$368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Sheet1!$B$367:$B$368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128-4408-AEF8-5CFE4AD7BA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"/>
          <c:min val="0"/>
        </c:scaling>
        <c:delete val="0"/>
        <c:axPos val="b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8B8599"/>
          </a:solidFill>
          <a:latin typeface="Montserrat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top-hat</c:v>
                </c:pt>
              </c:strCache>
            </c:strRef>
          </c:tx>
          <c:spPr>
            <a:ln w="12700">
              <a:solidFill>
                <a:srgbClr val="8A83D1"/>
              </a:solidFill>
              <a:prstDash val="dash"/>
            </a:ln>
          </c:spPr>
          <c:marker>
            <c:symbol val="none"/>
          </c:marker>
          <c:xVal>
            <c:numRef>
              <c:f>Sheet1!$A$2:$A$98</c:f>
              <c:numCache>
                <c:formatCode>General</c:formatCode>
                <c:ptCount val="97"/>
                <c:pt idx="0">
                  <c:v>0</c:v>
                </c:pt>
                <c:pt idx="1">
                  <c:v>0</c:v>
                </c:pt>
                <c:pt idx="2">
                  <c:v>1.2195121951219513E-2</c:v>
                </c:pt>
                <c:pt idx="3">
                  <c:v>1.2195121951219513E-2</c:v>
                </c:pt>
                <c:pt idx="4">
                  <c:v>1.2195121951219513E-2</c:v>
                </c:pt>
                <c:pt idx="5">
                  <c:v>2.4390243902439025E-2</c:v>
                </c:pt>
                <c:pt idx="6">
                  <c:v>3.6585365853658534E-2</c:v>
                </c:pt>
                <c:pt idx="7">
                  <c:v>3.6585365853658534E-2</c:v>
                </c:pt>
                <c:pt idx="8">
                  <c:v>3.6585365853658534E-2</c:v>
                </c:pt>
                <c:pt idx="9">
                  <c:v>3.6585365853658534E-2</c:v>
                </c:pt>
                <c:pt idx="10">
                  <c:v>3.6585365853658534E-2</c:v>
                </c:pt>
                <c:pt idx="11">
                  <c:v>3.6585365853658534E-2</c:v>
                </c:pt>
                <c:pt idx="12">
                  <c:v>3.6585365853658534E-2</c:v>
                </c:pt>
                <c:pt idx="13">
                  <c:v>4.878048780487805E-2</c:v>
                </c:pt>
                <c:pt idx="14">
                  <c:v>4.878048780487805E-2</c:v>
                </c:pt>
                <c:pt idx="15">
                  <c:v>6.097560975609756E-2</c:v>
                </c:pt>
                <c:pt idx="16">
                  <c:v>7.3170731707317069E-2</c:v>
                </c:pt>
                <c:pt idx="17">
                  <c:v>8.5365853658536592E-2</c:v>
                </c:pt>
                <c:pt idx="18">
                  <c:v>9.7560975609756101E-2</c:v>
                </c:pt>
                <c:pt idx="19">
                  <c:v>0.10975609756097561</c:v>
                </c:pt>
                <c:pt idx="20">
                  <c:v>0.12195121951219512</c:v>
                </c:pt>
                <c:pt idx="21">
                  <c:v>0.12195121951219512</c:v>
                </c:pt>
                <c:pt idx="22">
                  <c:v>0.13414634146341464</c:v>
                </c:pt>
                <c:pt idx="23">
                  <c:v>0.14634146341463414</c:v>
                </c:pt>
                <c:pt idx="24">
                  <c:v>0.15853658536585366</c:v>
                </c:pt>
                <c:pt idx="25">
                  <c:v>0.17073170731707318</c:v>
                </c:pt>
                <c:pt idx="26">
                  <c:v>0.18292682926829268</c:v>
                </c:pt>
                <c:pt idx="27">
                  <c:v>0.1951219512195122</c:v>
                </c:pt>
                <c:pt idx="28">
                  <c:v>0.2073170731707317</c:v>
                </c:pt>
                <c:pt idx="29">
                  <c:v>0.21951219512195122</c:v>
                </c:pt>
                <c:pt idx="30">
                  <c:v>0.23170731707317074</c:v>
                </c:pt>
                <c:pt idx="31">
                  <c:v>0.24390243902439024</c:v>
                </c:pt>
                <c:pt idx="32">
                  <c:v>0.25609756097560976</c:v>
                </c:pt>
                <c:pt idx="33">
                  <c:v>0.26829268292682928</c:v>
                </c:pt>
                <c:pt idx="34">
                  <c:v>0.28048780487804881</c:v>
                </c:pt>
                <c:pt idx="35">
                  <c:v>0.29268292682926828</c:v>
                </c:pt>
                <c:pt idx="36">
                  <c:v>0.3048780487804878</c:v>
                </c:pt>
                <c:pt idx="37">
                  <c:v>0.31707317073170732</c:v>
                </c:pt>
                <c:pt idx="38">
                  <c:v>0.32926829268292684</c:v>
                </c:pt>
                <c:pt idx="39">
                  <c:v>0.32926829268292684</c:v>
                </c:pt>
                <c:pt idx="40">
                  <c:v>0.34146341463414637</c:v>
                </c:pt>
                <c:pt idx="41">
                  <c:v>0.35365853658536583</c:v>
                </c:pt>
                <c:pt idx="42">
                  <c:v>0.36585365853658536</c:v>
                </c:pt>
                <c:pt idx="43">
                  <c:v>0.37804878048780488</c:v>
                </c:pt>
                <c:pt idx="44">
                  <c:v>0.3902439024390244</c:v>
                </c:pt>
                <c:pt idx="45">
                  <c:v>0.40243902439024393</c:v>
                </c:pt>
                <c:pt idx="46">
                  <c:v>0.41463414634146339</c:v>
                </c:pt>
                <c:pt idx="47">
                  <c:v>0.42682926829268292</c:v>
                </c:pt>
                <c:pt idx="48">
                  <c:v>0.43902439024390244</c:v>
                </c:pt>
                <c:pt idx="49">
                  <c:v>0.43902439024390244</c:v>
                </c:pt>
                <c:pt idx="50">
                  <c:v>0.45121951219512196</c:v>
                </c:pt>
                <c:pt idx="51">
                  <c:v>0.45121951219512196</c:v>
                </c:pt>
                <c:pt idx="52">
                  <c:v>0.46341463414634149</c:v>
                </c:pt>
                <c:pt idx="53">
                  <c:v>0.47560975609756095</c:v>
                </c:pt>
                <c:pt idx="54">
                  <c:v>0.48780487804878048</c:v>
                </c:pt>
                <c:pt idx="55">
                  <c:v>0.5</c:v>
                </c:pt>
                <c:pt idx="56">
                  <c:v>0.51219512195121952</c:v>
                </c:pt>
                <c:pt idx="57">
                  <c:v>0.52439024390243905</c:v>
                </c:pt>
                <c:pt idx="58">
                  <c:v>0.53658536585365857</c:v>
                </c:pt>
                <c:pt idx="59">
                  <c:v>0.54878048780487809</c:v>
                </c:pt>
                <c:pt idx="60">
                  <c:v>0.56097560975609762</c:v>
                </c:pt>
                <c:pt idx="61">
                  <c:v>0.57317073170731703</c:v>
                </c:pt>
                <c:pt idx="62">
                  <c:v>0.58536585365853655</c:v>
                </c:pt>
                <c:pt idx="63">
                  <c:v>0.6097560975609756</c:v>
                </c:pt>
                <c:pt idx="64">
                  <c:v>0.62195121951219512</c:v>
                </c:pt>
                <c:pt idx="65">
                  <c:v>0.63414634146341464</c:v>
                </c:pt>
                <c:pt idx="66">
                  <c:v>0.64634146341463417</c:v>
                </c:pt>
                <c:pt idx="67">
                  <c:v>0.65853658536585369</c:v>
                </c:pt>
                <c:pt idx="68">
                  <c:v>0.67073170731707321</c:v>
                </c:pt>
                <c:pt idx="69">
                  <c:v>0.67073170731707321</c:v>
                </c:pt>
                <c:pt idx="70">
                  <c:v>0.68292682926829273</c:v>
                </c:pt>
                <c:pt idx="71">
                  <c:v>0.69512195121951215</c:v>
                </c:pt>
                <c:pt idx="72">
                  <c:v>0.70731707317073167</c:v>
                </c:pt>
                <c:pt idx="73">
                  <c:v>0.71951219512195119</c:v>
                </c:pt>
                <c:pt idx="74">
                  <c:v>0.73170731707317072</c:v>
                </c:pt>
                <c:pt idx="75">
                  <c:v>0.74390243902439024</c:v>
                </c:pt>
                <c:pt idx="76">
                  <c:v>0.75609756097560976</c:v>
                </c:pt>
                <c:pt idx="77">
                  <c:v>0.76829268292682928</c:v>
                </c:pt>
                <c:pt idx="78">
                  <c:v>0.78048780487804881</c:v>
                </c:pt>
                <c:pt idx="79">
                  <c:v>0.79268292682926833</c:v>
                </c:pt>
                <c:pt idx="80">
                  <c:v>0.80487804878048785</c:v>
                </c:pt>
                <c:pt idx="81">
                  <c:v>0.81707317073170727</c:v>
                </c:pt>
                <c:pt idx="82">
                  <c:v>0.82926829268292679</c:v>
                </c:pt>
                <c:pt idx="83">
                  <c:v>0.84146341463414631</c:v>
                </c:pt>
                <c:pt idx="84">
                  <c:v>0.85365853658536583</c:v>
                </c:pt>
                <c:pt idx="85">
                  <c:v>0.86585365853658536</c:v>
                </c:pt>
                <c:pt idx="86">
                  <c:v>0.87804878048780488</c:v>
                </c:pt>
                <c:pt idx="87">
                  <c:v>0.90243902439024393</c:v>
                </c:pt>
                <c:pt idx="88">
                  <c:v>0.91463414634146345</c:v>
                </c:pt>
                <c:pt idx="89">
                  <c:v>0.92682926829268297</c:v>
                </c:pt>
                <c:pt idx="90">
                  <c:v>0.93902439024390238</c:v>
                </c:pt>
                <c:pt idx="91">
                  <c:v>0.95121951219512191</c:v>
                </c:pt>
                <c:pt idx="92">
                  <c:v>0.96341463414634143</c:v>
                </c:pt>
                <c:pt idx="93">
                  <c:v>0.97560975609756095</c:v>
                </c:pt>
                <c:pt idx="94">
                  <c:v>0.97560975609756095</c:v>
                </c:pt>
                <c:pt idx="95">
                  <c:v>0.98780487804878048</c:v>
                </c:pt>
                <c:pt idx="96">
                  <c:v>1</c:v>
                </c:pt>
              </c:numCache>
            </c:numRef>
          </c:xVal>
          <c:yVal>
            <c:numRef>
              <c:f>Sheet1!$B$2:$B$98</c:f>
              <c:numCache>
                <c:formatCode>General</c:formatCode>
                <c:ptCount val="97"/>
                <c:pt idx="0">
                  <c:v>0</c:v>
                </c:pt>
                <c:pt idx="1">
                  <c:v>5.8823529411764705E-2</c:v>
                </c:pt>
                <c:pt idx="2">
                  <c:v>5.8823529411764705E-2</c:v>
                </c:pt>
                <c:pt idx="3">
                  <c:v>0.11764705882352941</c:v>
                </c:pt>
                <c:pt idx="4">
                  <c:v>0.17647058823529413</c:v>
                </c:pt>
                <c:pt idx="5">
                  <c:v>0.17647058823529413</c:v>
                </c:pt>
                <c:pt idx="6">
                  <c:v>0.17647058823529413</c:v>
                </c:pt>
                <c:pt idx="7">
                  <c:v>0.23529411764705882</c:v>
                </c:pt>
                <c:pt idx="8">
                  <c:v>0.29411764705882354</c:v>
                </c:pt>
                <c:pt idx="9">
                  <c:v>0.35294117647058826</c:v>
                </c:pt>
                <c:pt idx="10">
                  <c:v>0.41176470588235292</c:v>
                </c:pt>
                <c:pt idx="11">
                  <c:v>0.47058823529411764</c:v>
                </c:pt>
                <c:pt idx="12">
                  <c:v>0.52941176470588236</c:v>
                </c:pt>
                <c:pt idx="13">
                  <c:v>0.52941176470588236</c:v>
                </c:pt>
                <c:pt idx="14">
                  <c:v>0.58823529411764708</c:v>
                </c:pt>
                <c:pt idx="15">
                  <c:v>0.58823529411764708</c:v>
                </c:pt>
                <c:pt idx="16">
                  <c:v>0.58823529411764708</c:v>
                </c:pt>
                <c:pt idx="17">
                  <c:v>0.58823529411764708</c:v>
                </c:pt>
                <c:pt idx="18">
                  <c:v>0.58823529411764708</c:v>
                </c:pt>
                <c:pt idx="19">
                  <c:v>0.58823529411764708</c:v>
                </c:pt>
                <c:pt idx="20">
                  <c:v>0.58823529411764708</c:v>
                </c:pt>
                <c:pt idx="21">
                  <c:v>0.6470588235294118</c:v>
                </c:pt>
                <c:pt idx="22">
                  <c:v>0.6470588235294118</c:v>
                </c:pt>
                <c:pt idx="23">
                  <c:v>0.6470588235294118</c:v>
                </c:pt>
                <c:pt idx="24">
                  <c:v>0.6470588235294118</c:v>
                </c:pt>
                <c:pt idx="25">
                  <c:v>0.6470588235294118</c:v>
                </c:pt>
                <c:pt idx="26">
                  <c:v>0.6470588235294118</c:v>
                </c:pt>
                <c:pt idx="27">
                  <c:v>0.6470588235294118</c:v>
                </c:pt>
                <c:pt idx="28">
                  <c:v>0.6470588235294118</c:v>
                </c:pt>
                <c:pt idx="29">
                  <c:v>0.6470588235294118</c:v>
                </c:pt>
                <c:pt idx="30">
                  <c:v>0.70588235294117652</c:v>
                </c:pt>
                <c:pt idx="31">
                  <c:v>0.70588235294117652</c:v>
                </c:pt>
                <c:pt idx="32">
                  <c:v>0.70588235294117652</c:v>
                </c:pt>
                <c:pt idx="33">
                  <c:v>0.70588235294117652</c:v>
                </c:pt>
                <c:pt idx="34">
                  <c:v>0.70588235294117652</c:v>
                </c:pt>
                <c:pt idx="35">
                  <c:v>0.70588235294117652</c:v>
                </c:pt>
                <c:pt idx="36">
                  <c:v>0.70588235294117652</c:v>
                </c:pt>
                <c:pt idx="37">
                  <c:v>0.70588235294117652</c:v>
                </c:pt>
                <c:pt idx="38">
                  <c:v>0.70588235294117652</c:v>
                </c:pt>
                <c:pt idx="39">
                  <c:v>0.76470588235294112</c:v>
                </c:pt>
                <c:pt idx="40">
                  <c:v>0.76470588235294112</c:v>
                </c:pt>
                <c:pt idx="41">
                  <c:v>0.76470588235294112</c:v>
                </c:pt>
                <c:pt idx="42">
                  <c:v>0.76470588235294112</c:v>
                </c:pt>
                <c:pt idx="43">
                  <c:v>0.76470588235294112</c:v>
                </c:pt>
                <c:pt idx="44">
                  <c:v>0.76470588235294112</c:v>
                </c:pt>
                <c:pt idx="45">
                  <c:v>0.76470588235294112</c:v>
                </c:pt>
                <c:pt idx="46">
                  <c:v>0.76470588235294112</c:v>
                </c:pt>
                <c:pt idx="47">
                  <c:v>0.76470588235294112</c:v>
                </c:pt>
                <c:pt idx="48">
                  <c:v>0.76470588235294112</c:v>
                </c:pt>
                <c:pt idx="49">
                  <c:v>0.82352941176470584</c:v>
                </c:pt>
                <c:pt idx="50">
                  <c:v>0.82352941176470584</c:v>
                </c:pt>
                <c:pt idx="51">
                  <c:v>0.88235294117647056</c:v>
                </c:pt>
                <c:pt idx="52">
                  <c:v>0.88235294117647056</c:v>
                </c:pt>
                <c:pt idx="53">
                  <c:v>0.88235294117647056</c:v>
                </c:pt>
                <c:pt idx="54">
                  <c:v>0.88235294117647056</c:v>
                </c:pt>
                <c:pt idx="55">
                  <c:v>0.88235294117647056</c:v>
                </c:pt>
                <c:pt idx="56">
                  <c:v>0.88235294117647056</c:v>
                </c:pt>
                <c:pt idx="57">
                  <c:v>0.88235294117647056</c:v>
                </c:pt>
                <c:pt idx="58">
                  <c:v>0.88235294117647056</c:v>
                </c:pt>
                <c:pt idx="59">
                  <c:v>0.88235294117647056</c:v>
                </c:pt>
                <c:pt idx="60">
                  <c:v>0.88235294117647056</c:v>
                </c:pt>
                <c:pt idx="61">
                  <c:v>0.88235294117647056</c:v>
                </c:pt>
                <c:pt idx="62">
                  <c:v>0.88235294117647056</c:v>
                </c:pt>
                <c:pt idx="63">
                  <c:v>0.88235294117647056</c:v>
                </c:pt>
                <c:pt idx="64">
                  <c:v>0.88235294117647056</c:v>
                </c:pt>
                <c:pt idx="65">
                  <c:v>0.88235294117647056</c:v>
                </c:pt>
                <c:pt idx="66">
                  <c:v>0.88235294117647056</c:v>
                </c:pt>
                <c:pt idx="67">
                  <c:v>0.88235294117647056</c:v>
                </c:pt>
                <c:pt idx="68">
                  <c:v>0.88235294117647056</c:v>
                </c:pt>
                <c:pt idx="69">
                  <c:v>0.94117647058823528</c:v>
                </c:pt>
                <c:pt idx="70">
                  <c:v>0.94117647058823528</c:v>
                </c:pt>
                <c:pt idx="71">
                  <c:v>0.94117647058823528</c:v>
                </c:pt>
                <c:pt idx="72">
                  <c:v>0.94117647058823528</c:v>
                </c:pt>
                <c:pt idx="73">
                  <c:v>0.94117647058823528</c:v>
                </c:pt>
                <c:pt idx="74">
                  <c:v>0.94117647058823528</c:v>
                </c:pt>
                <c:pt idx="75">
                  <c:v>0.94117647058823528</c:v>
                </c:pt>
                <c:pt idx="76">
                  <c:v>0.94117647058823528</c:v>
                </c:pt>
                <c:pt idx="77">
                  <c:v>0.94117647058823528</c:v>
                </c:pt>
                <c:pt idx="78">
                  <c:v>0.94117647058823528</c:v>
                </c:pt>
                <c:pt idx="79">
                  <c:v>0.94117647058823528</c:v>
                </c:pt>
                <c:pt idx="80">
                  <c:v>0.94117647058823528</c:v>
                </c:pt>
                <c:pt idx="81">
                  <c:v>0.94117647058823528</c:v>
                </c:pt>
                <c:pt idx="82">
                  <c:v>0.94117647058823528</c:v>
                </c:pt>
                <c:pt idx="83">
                  <c:v>0.94117647058823528</c:v>
                </c:pt>
                <c:pt idx="84">
                  <c:v>0.94117647058823528</c:v>
                </c:pt>
                <c:pt idx="85">
                  <c:v>0.94117647058823528</c:v>
                </c:pt>
                <c:pt idx="86">
                  <c:v>0.94117647058823528</c:v>
                </c:pt>
                <c:pt idx="87">
                  <c:v>0.94117647058823528</c:v>
                </c:pt>
                <c:pt idx="88">
                  <c:v>0.94117647058823528</c:v>
                </c:pt>
                <c:pt idx="89">
                  <c:v>0.94117647058823528</c:v>
                </c:pt>
                <c:pt idx="90">
                  <c:v>0.94117647058823528</c:v>
                </c:pt>
                <c:pt idx="91">
                  <c:v>0.94117647058823528</c:v>
                </c:pt>
                <c:pt idx="92">
                  <c:v>0.94117647058823528</c:v>
                </c:pt>
                <c:pt idx="93">
                  <c:v>0.94117647058823528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2FE-4F7F-992B-6B33094EAFA2}"/>
            </c:ext>
          </c:extLst>
        </c:ser>
        <c:ser>
          <c:idx val="1"/>
          <c:order val="1"/>
          <c:tx>
            <c:strRef>
              <c:f>Sheet1!$B$100</c:f>
              <c:strCache>
                <c:ptCount val="1"/>
                <c:pt idx="0">
                  <c:v>нейросеть</c:v>
                </c:pt>
              </c:strCache>
            </c:strRef>
          </c:tx>
          <c:spPr>
            <a:ln w="31750">
              <a:solidFill>
                <a:srgbClr val="FC3777"/>
              </a:solidFill>
            </a:ln>
          </c:spPr>
          <c:marker>
            <c:symbol val="none"/>
          </c:marker>
          <c:xVal>
            <c:numRef>
              <c:f>Sheet1!$A$101:$A$200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1.2195121951219513E-2</c:v>
                </c:pt>
                <c:pt idx="3">
                  <c:v>2.4390243902439025E-2</c:v>
                </c:pt>
                <c:pt idx="4">
                  <c:v>2.4390243902439025E-2</c:v>
                </c:pt>
                <c:pt idx="5">
                  <c:v>2.4390243902439025E-2</c:v>
                </c:pt>
                <c:pt idx="6">
                  <c:v>2.4390243902439025E-2</c:v>
                </c:pt>
                <c:pt idx="7">
                  <c:v>3.6585365853658534E-2</c:v>
                </c:pt>
                <c:pt idx="8">
                  <c:v>3.6585365853658534E-2</c:v>
                </c:pt>
                <c:pt idx="9">
                  <c:v>3.6585365853658534E-2</c:v>
                </c:pt>
                <c:pt idx="10">
                  <c:v>3.6585365853658534E-2</c:v>
                </c:pt>
                <c:pt idx="11">
                  <c:v>3.6585365853658534E-2</c:v>
                </c:pt>
                <c:pt idx="12">
                  <c:v>3.6585365853658534E-2</c:v>
                </c:pt>
                <c:pt idx="13">
                  <c:v>4.878048780487805E-2</c:v>
                </c:pt>
                <c:pt idx="14">
                  <c:v>6.097560975609756E-2</c:v>
                </c:pt>
                <c:pt idx="15">
                  <c:v>6.097560975609756E-2</c:v>
                </c:pt>
                <c:pt idx="16">
                  <c:v>7.3170731707317069E-2</c:v>
                </c:pt>
                <c:pt idx="17">
                  <c:v>7.3170731707317069E-2</c:v>
                </c:pt>
                <c:pt idx="18">
                  <c:v>8.5365853658536592E-2</c:v>
                </c:pt>
                <c:pt idx="19">
                  <c:v>9.7560975609756101E-2</c:v>
                </c:pt>
                <c:pt idx="20">
                  <c:v>0.10975609756097561</c:v>
                </c:pt>
                <c:pt idx="21">
                  <c:v>0.12195121951219512</c:v>
                </c:pt>
                <c:pt idx="22">
                  <c:v>0.13414634146341464</c:v>
                </c:pt>
                <c:pt idx="23">
                  <c:v>0.13414634146341464</c:v>
                </c:pt>
                <c:pt idx="24">
                  <c:v>0.14634146341463414</c:v>
                </c:pt>
                <c:pt idx="25">
                  <c:v>0.15853658536585366</c:v>
                </c:pt>
                <c:pt idx="26">
                  <c:v>0.15853658536585366</c:v>
                </c:pt>
                <c:pt idx="27">
                  <c:v>0.17073170731707318</c:v>
                </c:pt>
                <c:pt idx="28">
                  <c:v>0.18292682926829268</c:v>
                </c:pt>
                <c:pt idx="29">
                  <c:v>0.1951219512195122</c:v>
                </c:pt>
                <c:pt idx="30">
                  <c:v>0.2073170731707317</c:v>
                </c:pt>
                <c:pt idx="31">
                  <c:v>0.2073170731707317</c:v>
                </c:pt>
                <c:pt idx="32">
                  <c:v>0.21951219512195122</c:v>
                </c:pt>
                <c:pt idx="33">
                  <c:v>0.23170731707317074</c:v>
                </c:pt>
                <c:pt idx="34">
                  <c:v>0.24390243902439024</c:v>
                </c:pt>
                <c:pt idx="35">
                  <c:v>0.25609756097560976</c:v>
                </c:pt>
                <c:pt idx="36">
                  <c:v>0.26829268292682928</c:v>
                </c:pt>
                <c:pt idx="37">
                  <c:v>0.28048780487804881</c:v>
                </c:pt>
                <c:pt idx="38">
                  <c:v>0.29268292682926828</c:v>
                </c:pt>
                <c:pt idx="39">
                  <c:v>0.3048780487804878</c:v>
                </c:pt>
                <c:pt idx="40">
                  <c:v>0.31707317073170732</c:v>
                </c:pt>
                <c:pt idx="41">
                  <c:v>0.32926829268292684</c:v>
                </c:pt>
                <c:pt idx="42">
                  <c:v>0.34146341463414637</c:v>
                </c:pt>
                <c:pt idx="43">
                  <c:v>0.35365853658536583</c:v>
                </c:pt>
                <c:pt idx="44">
                  <c:v>0.36585365853658536</c:v>
                </c:pt>
                <c:pt idx="45">
                  <c:v>0.37804878048780488</c:v>
                </c:pt>
                <c:pt idx="46">
                  <c:v>0.3902439024390244</c:v>
                </c:pt>
                <c:pt idx="47">
                  <c:v>0.40243902439024393</c:v>
                </c:pt>
                <c:pt idx="48">
                  <c:v>0.41463414634146339</c:v>
                </c:pt>
                <c:pt idx="49">
                  <c:v>0.42682926829268292</c:v>
                </c:pt>
                <c:pt idx="50">
                  <c:v>0.43902439024390244</c:v>
                </c:pt>
                <c:pt idx="51">
                  <c:v>0.45121951219512196</c:v>
                </c:pt>
                <c:pt idx="52">
                  <c:v>0.46341463414634149</c:v>
                </c:pt>
                <c:pt idx="53">
                  <c:v>0.47560975609756095</c:v>
                </c:pt>
                <c:pt idx="54">
                  <c:v>0.48780487804878048</c:v>
                </c:pt>
                <c:pt idx="55">
                  <c:v>0.5</c:v>
                </c:pt>
                <c:pt idx="56">
                  <c:v>0.51219512195121952</c:v>
                </c:pt>
                <c:pt idx="57">
                  <c:v>0.52439024390243905</c:v>
                </c:pt>
                <c:pt idx="58">
                  <c:v>0.53658536585365857</c:v>
                </c:pt>
                <c:pt idx="59">
                  <c:v>0.54878048780487809</c:v>
                </c:pt>
                <c:pt idx="60">
                  <c:v>0.56097560975609762</c:v>
                </c:pt>
                <c:pt idx="61">
                  <c:v>0.56097560975609762</c:v>
                </c:pt>
                <c:pt idx="62">
                  <c:v>0.57317073170731703</c:v>
                </c:pt>
                <c:pt idx="63">
                  <c:v>0.58536585365853655</c:v>
                </c:pt>
                <c:pt idx="64">
                  <c:v>0.59756097560975607</c:v>
                </c:pt>
                <c:pt idx="65">
                  <c:v>0.6097560975609756</c:v>
                </c:pt>
                <c:pt idx="66">
                  <c:v>0.6097560975609756</c:v>
                </c:pt>
                <c:pt idx="67">
                  <c:v>0.62195121951219512</c:v>
                </c:pt>
                <c:pt idx="68">
                  <c:v>0.63414634146341464</c:v>
                </c:pt>
                <c:pt idx="69">
                  <c:v>0.64634146341463417</c:v>
                </c:pt>
                <c:pt idx="70">
                  <c:v>0.65853658536585369</c:v>
                </c:pt>
                <c:pt idx="71">
                  <c:v>0.67073170731707321</c:v>
                </c:pt>
                <c:pt idx="72">
                  <c:v>0.68292682926829273</c:v>
                </c:pt>
                <c:pt idx="73">
                  <c:v>0.69512195121951215</c:v>
                </c:pt>
                <c:pt idx="74">
                  <c:v>0.70731707317073167</c:v>
                </c:pt>
                <c:pt idx="75">
                  <c:v>0.71951219512195119</c:v>
                </c:pt>
                <c:pt idx="76">
                  <c:v>0.73170731707317072</c:v>
                </c:pt>
                <c:pt idx="77">
                  <c:v>0.74390243902439024</c:v>
                </c:pt>
                <c:pt idx="78">
                  <c:v>0.75609756097560976</c:v>
                </c:pt>
                <c:pt idx="79">
                  <c:v>0.75609756097560976</c:v>
                </c:pt>
                <c:pt idx="80">
                  <c:v>0.76829268292682928</c:v>
                </c:pt>
                <c:pt idx="81">
                  <c:v>0.78048780487804881</c:v>
                </c:pt>
                <c:pt idx="82">
                  <c:v>0.79268292682926833</c:v>
                </c:pt>
                <c:pt idx="83">
                  <c:v>0.80487804878048785</c:v>
                </c:pt>
                <c:pt idx="84">
                  <c:v>0.81707317073170727</c:v>
                </c:pt>
                <c:pt idx="85">
                  <c:v>0.82926829268292679</c:v>
                </c:pt>
                <c:pt idx="86">
                  <c:v>0.84146341463414631</c:v>
                </c:pt>
                <c:pt idx="87">
                  <c:v>0.85365853658536583</c:v>
                </c:pt>
                <c:pt idx="88">
                  <c:v>0.86585365853658536</c:v>
                </c:pt>
                <c:pt idx="89">
                  <c:v>0.87804878048780488</c:v>
                </c:pt>
                <c:pt idx="90">
                  <c:v>0.8902439024390244</c:v>
                </c:pt>
                <c:pt idx="91">
                  <c:v>0.90243902439024393</c:v>
                </c:pt>
                <c:pt idx="92">
                  <c:v>0.91463414634146345</c:v>
                </c:pt>
                <c:pt idx="93">
                  <c:v>0.92682926829268297</c:v>
                </c:pt>
                <c:pt idx="94">
                  <c:v>0.93902439024390238</c:v>
                </c:pt>
                <c:pt idx="95">
                  <c:v>0.95121951219512191</c:v>
                </c:pt>
                <c:pt idx="96">
                  <c:v>0.96341463414634143</c:v>
                </c:pt>
                <c:pt idx="97">
                  <c:v>0.97560975609756095</c:v>
                </c:pt>
                <c:pt idx="98">
                  <c:v>0.98780487804878048</c:v>
                </c:pt>
                <c:pt idx="99">
                  <c:v>1</c:v>
                </c:pt>
              </c:numCache>
            </c:numRef>
          </c:xVal>
          <c:yVal>
            <c:numRef>
              <c:f>Sheet1!$B$101:$B$200</c:f>
              <c:numCache>
                <c:formatCode>General</c:formatCode>
                <c:ptCount val="100"/>
                <c:pt idx="0">
                  <c:v>0</c:v>
                </c:pt>
                <c:pt idx="1">
                  <c:v>5.8823529411764705E-2</c:v>
                </c:pt>
                <c:pt idx="2">
                  <c:v>5.8823529411764705E-2</c:v>
                </c:pt>
                <c:pt idx="3">
                  <c:v>5.8823529411764705E-2</c:v>
                </c:pt>
                <c:pt idx="4">
                  <c:v>0.11764705882352941</c:v>
                </c:pt>
                <c:pt idx="5">
                  <c:v>0.17647058823529413</c:v>
                </c:pt>
                <c:pt idx="6">
                  <c:v>0.23529411764705882</c:v>
                </c:pt>
                <c:pt idx="7">
                  <c:v>0.23529411764705882</c:v>
                </c:pt>
                <c:pt idx="8">
                  <c:v>0.29411764705882354</c:v>
                </c:pt>
                <c:pt idx="9">
                  <c:v>0.35294117647058826</c:v>
                </c:pt>
                <c:pt idx="10">
                  <c:v>0.41176470588235292</c:v>
                </c:pt>
                <c:pt idx="11">
                  <c:v>0.47058823529411764</c:v>
                </c:pt>
                <c:pt idx="12">
                  <c:v>0.52941176470588236</c:v>
                </c:pt>
                <c:pt idx="13">
                  <c:v>0.52941176470588236</c:v>
                </c:pt>
                <c:pt idx="14">
                  <c:v>0.52941176470588236</c:v>
                </c:pt>
                <c:pt idx="15">
                  <c:v>0.58823529411764708</c:v>
                </c:pt>
                <c:pt idx="16">
                  <c:v>0.58823529411764708</c:v>
                </c:pt>
                <c:pt idx="17">
                  <c:v>0.6470588235294118</c:v>
                </c:pt>
                <c:pt idx="18">
                  <c:v>0.6470588235294118</c:v>
                </c:pt>
                <c:pt idx="19">
                  <c:v>0.6470588235294118</c:v>
                </c:pt>
                <c:pt idx="20">
                  <c:v>0.6470588235294118</c:v>
                </c:pt>
                <c:pt idx="21">
                  <c:v>0.6470588235294118</c:v>
                </c:pt>
                <c:pt idx="22">
                  <c:v>0.6470588235294118</c:v>
                </c:pt>
                <c:pt idx="23">
                  <c:v>0.70588235294117652</c:v>
                </c:pt>
                <c:pt idx="24">
                  <c:v>0.70588235294117652</c:v>
                </c:pt>
                <c:pt idx="25">
                  <c:v>0.70588235294117652</c:v>
                </c:pt>
                <c:pt idx="26">
                  <c:v>0.76470588235294112</c:v>
                </c:pt>
                <c:pt idx="27">
                  <c:v>0.76470588235294112</c:v>
                </c:pt>
                <c:pt idx="28">
                  <c:v>0.76470588235294112</c:v>
                </c:pt>
                <c:pt idx="29">
                  <c:v>0.76470588235294112</c:v>
                </c:pt>
                <c:pt idx="30">
                  <c:v>0.76470588235294112</c:v>
                </c:pt>
                <c:pt idx="31">
                  <c:v>0.82352941176470584</c:v>
                </c:pt>
                <c:pt idx="32">
                  <c:v>0.82352941176470584</c:v>
                </c:pt>
                <c:pt idx="33">
                  <c:v>0.82352941176470584</c:v>
                </c:pt>
                <c:pt idx="34">
                  <c:v>0.82352941176470584</c:v>
                </c:pt>
                <c:pt idx="35">
                  <c:v>0.82352941176470584</c:v>
                </c:pt>
                <c:pt idx="36">
                  <c:v>0.82352941176470584</c:v>
                </c:pt>
                <c:pt idx="37">
                  <c:v>0.82352941176470584</c:v>
                </c:pt>
                <c:pt idx="38">
                  <c:v>0.82352941176470584</c:v>
                </c:pt>
                <c:pt idx="39">
                  <c:v>0.82352941176470584</c:v>
                </c:pt>
                <c:pt idx="40">
                  <c:v>0.82352941176470584</c:v>
                </c:pt>
                <c:pt idx="41">
                  <c:v>0.82352941176470584</c:v>
                </c:pt>
                <c:pt idx="42">
                  <c:v>0.82352941176470584</c:v>
                </c:pt>
                <c:pt idx="43">
                  <c:v>0.82352941176470584</c:v>
                </c:pt>
                <c:pt idx="44">
                  <c:v>0.82352941176470584</c:v>
                </c:pt>
                <c:pt idx="45">
                  <c:v>0.82352941176470584</c:v>
                </c:pt>
                <c:pt idx="46">
                  <c:v>0.82352941176470584</c:v>
                </c:pt>
                <c:pt idx="47">
                  <c:v>0.82352941176470584</c:v>
                </c:pt>
                <c:pt idx="48">
                  <c:v>0.82352941176470584</c:v>
                </c:pt>
                <c:pt idx="49">
                  <c:v>0.82352941176470584</c:v>
                </c:pt>
                <c:pt idx="50">
                  <c:v>0.82352941176470584</c:v>
                </c:pt>
                <c:pt idx="51">
                  <c:v>0.82352941176470584</c:v>
                </c:pt>
                <c:pt idx="52">
                  <c:v>0.82352941176470584</c:v>
                </c:pt>
                <c:pt idx="53">
                  <c:v>0.82352941176470584</c:v>
                </c:pt>
                <c:pt idx="54">
                  <c:v>0.82352941176470584</c:v>
                </c:pt>
                <c:pt idx="55">
                  <c:v>0.82352941176470584</c:v>
                </c:pt>
                <c:pt idx="56">
                  <c:v>0.82352941176470584</c:v>
                </c:pt>
                <c:pt idx="57">
                  <c:v>0.82352941176470584</c:v>
                </c:pt>
                <c:pt idx="58">
                  <c:v>0.82352941176470584</c:v>
                </c:pt>
                <c:pt idx="59">
                  <c:v>0.82352941176470584</c:v>
                </c:pt>
                <c:pt idx="60">
                  <c:v>0.82352941176470584</c:v>
                </c:pt>
                <c:pt idx="61">
                  <c:v>0.88235294117647056</c:v>
                </c:pt>
                <c:pt idx="62">
                  <c:v>0.88235294117647056</c:v>
                </c:pt>
                <c:pt idx="63">
                  <c:v>0.88235294117647056</c:v>
                </c:pt>
                <c:pt idx="64">
                  <c:v>0.88235294117647056</c:v>
                </c:pt>
                <c:pt idx="65">
                  <c:v>0.88235294117647056</c:v>
                </c:pt>
                <c:pt idx="66">
                  <c:v>0.94117647058823528</c:v>
                </c:pt>
                <c:pt idx="67">
                  <c:v>0.94117647058823528</c:v>
                </c:pt>
                <c:pt idx="68">
                  <c:v>0.94117647058823528</c:v>
                </c:pt>
                <c:pt idx="69">
                  <c:v>0.94117647058823528</c:v>
                </c:pt>
                <c:pt idx="70">
                  <c:v>0.94117647058823528</c:v>
                </c:pt>
                <c:pt idx="71">
                  <c:v>0.94117647058823528</c:v>
                </c:pt>
                <c:pt idx="72">
                  <c:v>0.94117647058823528</c:v>
                </c:pt>
                <c:pt idx="73">
                  <c:v>0.94117647058823528</c:v>
                </c:pt>
                <c:pt idx="74">
                  <c:v>0.94117647058823528</c:v>
                </c:pt>
                <c:pt idx="75">
                  <c:v>0.94117647058823528</c:v>
                </c:pt>
                <c:pt idx="76">
                  <c:v>0.94117647058823528</c:v>
                </c:pt>
                <c:pt idx="77">
                  <c:v>0.94117647058823528</c:v>
                </c:pt>
                <c:pt idx="78">
                  <c:v>0.94117647058823528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2FE-4F7F-992B-6B33094EAFA2}"/>
            </c:ext>
          </c:extLst>
        </c:ser>
        <c:ser>
          <c:idx val="2"/>
          <c:order val="2"/>
          <c:tx>
            <c:strRef>
              <c:f>Sheet1!$B$202</c:f>
              <c:strCache>
                <c:ptCount val="1"/>
                <c:pt idx="0">
                  <c:v>нейросеть + измерение</c:v>
                </c:pt>
              </c:strCache>
            </c:strRef>
          </c:tx>
          <c:spPr>
            <a:ln w="31750">
              <a:solidFill>
                <a:srgbClr val="520977"/>
              </a:solidFill>
            </a:ln>
          </c:spPr>
          <c:marker>
            <c:symbol val="none"/>
          </c:marker>
          <c:xVal>
            <c:numRef>
              <c:f>Sheet1!$A$203:$A$302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1.2195121951219513E-2</c:v>
                </c:pt>
                <c:pt idx="3">
                  <c:v>1.2195121951219513E-2</c:v>
                </c:pt>
                <c:pt idx="4">
                  <c:v>2.4390243902439025E-2</c:v>
                </c:pt>
                <c:pt idx="5">
                  <c:v>2.4390243902439025E-2</c:v>
                </c:pt>
                <c:pt idx="6">
                  <c:v>2.4390243902439025E-2</c:v>
                </c:pt>
                <c:pt idx="7">
                  <c:v>2.4390243902439025E-2</c:v>
                </c:pt>
                <c:pt idx="8">
                  <c:v>2.4390243902439025E-2</c:v>
                </c:pt>
                <c:pt idx="9">
                  <c:v>2.4390243902439025E-2</c:v>
                </c:pt>
                <c:pt idx="10">
                  <c:v>2.4390243902439025E-2</c:v>
                </c:pt>
                <c:pt idx="11">
                  <c:v>2.4390243902439025E-2</c:v>
                </c:pt>
                <c:pt idx="12">
                  <c:v>2.4390243902439025E-2</c:v>
                </c:pt>
                <c:pt idx="13">
                  <c:v>3.6585365853658534E-2</c:v>
                </c:pt>
                <c:pt idx="14">
                  <c:v>3.6585365853658534E-2</c:v>
                </c:pt>
                <c:pt idx="15">
                  <c:v>4.878048780487805E-2</c:v>
                </c:pt>
                <c:pt idx="16">
                  <c:v>6.097560975609756E-2</c:v>
                </c:pt>
                <c:pt idx="17">
                  <c:v>7.3170731707317069E-2</c:v>
                </c:pt>
                <c:pt idx="18">
                  <c:v>8.5365853658536592E-2</c:v>
                </c:pt>
                <c:pt idx="19">
                  <c:v>8.5365853658536592E-2</c:v>
                </c:pt>
                <c:pt idx="20">
                  <c:v>9.7560975609756101E-2</c:v>
                </c:pt>
                <c:pt idx="21">
                  <c:v>0.10975609756097561</c:v>
                </c:pt>
                <c:pt idx="22">
                  <c:v>0.12195121951219512</c:v>
                </c:pt>
                <c:pt idx="23">
                  <c:v>0.13414634146341464</c:v>
                </c:pt>
                <c:pt idx="24">
                  <c:v>0.14634146341463414</c:v>
                </c:pt>
                <c:pt idx="25">
                  <c:v>0.14634146341463414</c:v>
                </c:pt>
                <c:pt idx="26">
                  <c:v>0.15853658536585366</c:v>
                </c:pt>
                <c:pt idx="27">
                  <c:v>0.17073170731707318</c:v>
                </c:pt>
                <c:pt idx="28">
                  <c:v>0.18292682926829268</c:v>
                </c:pt>
                <c:pt idx="29">
                  <c:v>0.18292682926829268</c:v>
                </c:pt>
                <c:pt idx="30">
                  <c:v>0.1951219512195122</c:v>
                </c:pt>
                <c:pt idx="31">
                  <c:v>0.2073170731707317</c:v>
                </c:pt>
                <c:pt idx="32">
                  <c:v>0.21951219512195122</c:v>
                </c:pt>
                <c:pt idx="33">
                  <c:v>0.23170731707317074</c:v>
                </c:pt>
                <c:pt idx="34">
                  <c:v>0.24390243902439024</c:v>
                </c:pt>
                <c:pt idx="35">
                  <c:v>0.25609756097560976</c:v>
                </c:pt>
                <c:pt idx="36">
                  <c:v>0.26829268292682928</c:v>
                </c:pt>
                <c:pt idx="37">
                  <c:v>0.28048780487804881</c:v>
                </c:pt>
                <c:pt idx="38">
                  <c:v>0.29268292682926828</c:v>
                </c:pt>
                <c:pt idx="39">
                  <c:v>0.3048780487804878</c:v>
                </c:pt>
                <c:pt idx="40">
                  <c:v>0.31707317073170732</c:v>
                </c:pt>
                <c:pt idx="41">
                  <c:v>0.32926829268292684</c:v>
                </c:pt>
                <c:pt idx="42">
                  <c:v>0.34146341463414637</c:v>
                </c:pt>
                <c:pt idx="43">
                  <c:v>0.35365853658536583</c:v>
                </c:pt>
                <c:pt idx="44">
                  <c:v>0.36585365853658536</c:v>
                </c:pt>
                <c:pt idx="45">
                  <c:v>0.37804878048780488</c:v>
                </c:pt>
                <c:pt idx="46">
                  <c:v>0.3902439024390244</c:v>
                </c:pt>
                <c:pt idx="47">
                  <c:v>0.40243902439024393</c:v>
                </c:pt>
                <c:pt idx="48">
                  <c:v>0.41463414634146339</c:v>
                </c:pt>
                <c:pt idx="49">
                  <c:v>0.42682926829268292</c:v>
                </c:pt>
                <c:pt idx="50">
                  <c:v>0.43902439024390244</c:v>
                </c:pt>
                <c:pt idx="51">
                  <c:v>0.45121951219512196</c:v>
                </c:pt>
                <c:pt idx="52">
                  <c:v>0.46341463414634149</c:v>
                </c:pt>
                <c:pt idx="53">
                  <c:v>0.47560975609756095</c:v>
                </c:pt>
                <c:pt idx="54">
                  <c:v>0.48780487804878048</c:v>
                </c:pt>
                <c:pt idx="55">
                  <c:v>0.5</c:v>
                </c:pt>
                <c:pt idx="56">
                  <c:v>0.51219512195121952</c:v>
                </c:pt>
                <c:pt idx="57">
                  <c:v>0.52439024390243905</c:v>
                </c:pt>
                <c:pt idx="58">
                  <c:v>0.53658536585365857</c:v>
                </c:pt>
                <c:pt idx="59">
                  <c:v>0.54878048780487809</c:v>
                </c:pt>
                <c:pt idx="60">
                  <c:v>0.56097560975609762</c:v>
                </c:pt>
                <c:pt idx="61">
                  <c:v>0.57317073170731703</c:v>
                </c:pt>
                <c:pt idx="62">
                  <c:v>0.57317073170731703</c:v>
                </c:pt>
                <c:pt idx="63">
                  <c:v>0.58536585365853655</c:v>
                </c:pt>
                <c:pt idx="64">
                  <c:v>0.59756097560975607</c:v>
                </c:pt>
                <c:pt idx="65">
                  <c:v>0.6097560975609756</c:v>
                </c:pt>
                <c:pt idx="66">
                  <c:v>0.62195121951219512</c:v>
                </c:pt>
                <c:pt idx="67">
                  <c:v>0.63414634146341464</c:v>
                </c:pt>
                <c:pt idx="68">
                  <c:v>0.64634146341463417</c:v>
                </c:pt>
                <c:pt idx="69">
                  <c:v>0.65853658536585369</c:v>
                </c:pt>
                <c:pt idx="70">
                  <c:v>0.67073170731707321</c:v>
                </c:pt>
                <c:pt idx="71">
                  <c:v>0.68292682926829273</c:v>
                </c:pt>
                <c:pt idx="72">
                  <c:v>0.69512195121951215</c:v>
                </c:pt>
                <c:pt idx="73">
                  <c:v>0.69512195121951215</c:v>
                </c:pt>
                <c:pt idx="74">
                  <c:v>0.70731707317073167</c:v>
                </c:pt>
                <c:pt idx="75">
                  <c:v>0.70731707317073167</c:v>
                </c:pt>
                <c:pt idx="76">
                  <c:v>0.71951219512195119</c:v>
                </c:pt>
                <c:pt idx="77">
                  <c:v>0.73170731707317072</c:v>
                </c:pt>
                <c:pt idx="78">
                  <c:v>0.74390243902439024</c:v>
                </c:pt>
                <c:pt idx="79">
                  <c:v>0.75609756097560976</c:v>
                </c:pt>
                <c:pt idx="80">
                  <c:v>0.76829268292682928</c:v>
                </c:pt>
                <c:pt idx="81">
                  <c:v>0.78048780487804881</c:v>
                </c:pt>
                <c:pt idx="82">
                  <c:v>0.79268292682926833</c:v>
                </c:pt>
                <c:pt idx="83">
                  <c:v>0.80487804878048785</c:v>
                </c:pt>
                <c:pt idx="84">
                  <c:v>0.81707317073170727</c:v>
                </c:pt>
                <c:pt idx="85">
                  <c:v>0.82926829268292679</c:v>
                </c:pt>
                <c:pt idx="86">
                  <c:v>0.84146341463414631</c:v>
                </c:pt>
                <c:pt idx="87">
                  <c:v>0.85365853658536583</c:v>
                </c:pt>
                <c:pt idx="88">
                  <c:v>0.86585365853658536</c:v>
                </c:pt>
                <c:pt idx="89">
                  <c:v>0.87804878048780488</c:v>
                </c:pt>
                <c:pt idx="90">
                  <c:v>0.8902439024390244</c:v>
                </c:pt>
                <c:pt idx="91">
                  <c:v>0.90243902439024393</c:v>
                </c:pt>
                <c:pt idx="92">
                  <c:v>0.91463414634146345</c:v>
                </c:pt>
                <c:pt idx="93">
                  <c:v>0.92682926829268297</c:v>
                </c:pt>
                <c:pt idx="94">
                  <c:v>0.93902439024390238</c:v>
                </c:pt>
                <c:pt idx="95">
                  <c:v>0.95121951219512191</c:v>
                </c:pt>
                <c:pt idx="96">
                  <c:v>0.96341463414634143</c:v>
                </c:pt>
                <c:pt idx="97">
                  <c:v>0.97560975609756095</c:v>
                </c:pt>
                <c:pt idx="98">
                  <c:v>0.98780487804878048</c:v>
                </c:pt>
                <c:pt idx="99">
                  <c:v>1</c:v>
                </c:pt>
              </c:numCache>
            </c:numRef>
          </c:xVal>
          <c:yVal>
            <c:numRef>
              <c:f>Sheet1!$B$203:$B$302</c:f>
              <c:numCache>
                <c:formatCode>General</c:formatCode>
                <c:ptCount val="100"/>
                <c:pt idx="0">
                  <c:v>0</c:v>
                </c:pt>
                <c:pt idx="1">
                  <c:v>5.8823529411764705E-2</c:v>
                </c:pt>
                <c:pt idx="2">
                  <c:v>5.8823529411764705E-2</c:v>
                </c:pt>
                <c:pt idx="3">
                  <c:v>0.11764705882352941</c:v>
                </c:pt>
                <c:pt idx="4">
                  <c:v>0.11764705882352941</c:v>
                </c:pt>
                <c:pt idx="5">
                  <c:v>0.17647058823529413</c:v>
                </c:pt>
                <c:pt idx="6">
                  <c:v>0.23529411764705882</c:v>
                </c:pt>
                <c:pt idx="7">
                  <c:v>0.29411764705882354</c:v>
                </c:pt>
                <c:pt idx="8">
                  <c:v>0.35294117647058826</c:v>
                </c:pt>
                <c:pt idx="9">
                  <c:v>0.41176470588235292</c:v>
                </c:pt>
                <c:pt idx="10">
                  <c:v>0.47058823529411764</c:v>
                </c:pt>
                <c:pt idx="11">
                  <c:v>0.52941176470588236</c:v>
                </c:pt>
                <c:pt idx="12">
                  <c:v>0.58823529411764708</c:v>
                </c:pt>
                <c:pt idx="13">
                  <c:v>0.58823529411764708</c:v>
                </c:pt>
                <c:pt idx="14">
                  <c:v>0.6470588235294118</c:v>
                </c:pt>
                <c:pt idx="15">
                  <c:v>0.6470588235294118</c:v>
                </c:pt>
                <c:pt idx="16">
                  <c:v>0.6470588235294118</c:v>
                </c:pt>
                <c:pt idx="17">
                  <c:v>0.6470588235294118</c:v>
                </c:pt>
                <c:pt idx="18">
                  <c:v>0.6470588235294118</c:v>
                </c:pt>
                <c:pt idx="19">
                  <c:v>0.70588235294117652</c:v>
                </c:pt>
                <c:pt idx="20">
                  <c:v>0.70588235294117652</c:v>
                </c:pt>
                <c:pt idx="21">
                  <c:v>0.70588235294117652</c:v>
                </c:pt>
                <c:pt idx="22">
                  <c:v>0.70588235294117652</c:v>
                </c:pt>
                <c:pt idx="23">
                  <c:v>0.70588235294117652</c:v>
                </c:pt>
                <c:pt idx="24">
                  <c:v>0.70588235294117652</c:v>
                </c:pt>
                <c:pt idx="25">
                  <c:v>0.76470588235294112</c:v>
                </c:pt>
                <c:pt idx="26">
                  <c:v>0.76470588235294112</c:v>
                </c:pt>
                <c:pt idx="27">
                  <c:v>0.76470588235294112</c:v>
                </c:pt>
                <c:pt idx="28">
                  <c:v>0.76470588235294112</c:v>
                </c:pt>
                <c:pt idx="29">
                  <c:v>0.82352941176470584</c:v>
                </c:pt>
                <c:pt idx="30">
                  <c:v>0.82352941176470584</c:v>
                </c:pt>
                <c:pt idx="31">
                  <c:v>0.82352941176470584</c:v>
                </c:pt>
                <c:pt idx="32">
                  <c:v>0.82352941176470584</c:v>
                </c:pt>
                <c:pt idx="33">
                  <c:v>0.82352941176470584</c:v>
                </c:pt>
                <c:pt idx="34">
                  <c:v>0.82352941176470584</c:v>
                </c:pt>
                <c:pt idx="35">
                  <c:v>0.82352941176470584</c:v>
                </c:pt>
                <c:pt idx="36">
                  <c:v>0.82352941176470584</c:v>
                </c:pt>
                <c:pt idx="37">
                  <c:v>0.82352941176470584</c:v>
                </c:pt>
                <c:pt idx="38">
                  <c:v>0.82352941176470584</c:v>
                </c:pt>
                <c:pt idx="39">
                  <c:v>0.82352941176470584</c:v>
                </c:pt>
                <c:pt idx="40">
                  <c:v>0.82352941176470584</c:v>
                </c:pt>
                <c:pt idx="41">
                  <c:v>0.82352941176470584</c:v>
                </c:pt>
                <c:pt idx="42">
                  <c:v>0.82352941176470584</c:v>
                </c:pt>
                <c:pt idx="43">
                  <c:v>0.82352941176470584</c:v>
                </c:pt>
                <c:pt idx="44">
                  <c:v>0.82352941176470584</c:v>
                </c:pt>
                <c:pt idx="45">
                  <c:v>0.82352941176470584</c:v>
                </c:pt>
                <c:pt idx="46">
                  <c:v>0.82352941176470584</c:v>
                </c:pt>
                <c:pt idx="47">
                  <c:v>0.82352941176470584</c:v>
                </c:pt>
                <c:pt idx="48">
                  <c:v>0.82352941176470584</c:v>
                </c:pt>
                <c:pt idx="49">
                  <c:v>0.82352941176470584</c:v>
                </c:pt>
                <c:pt idx="50">
                  <c:v>0.82352941176470584</c:v>
                </c:pt>
                <c:pt idx="51">
                  <c:v>0.82352941176470584</c:v>
                </c:pt>
                <c:pt idx="52">
                  <c:v>0.82352941176470584</c:v>
                </c:pt>
                <c:pt idx="53">
                  <c:v>0.82352941176470584</c:v>
                </c:pt>
                <c:pt idx="54">
                  <c:v>0.82352941176470584</c:v>
                </c:pt>
                <c:pt idx="55">
                  <c:v>0.82352941176470584</c:v>
                </c:pt>
                <c:pt idx="56">
                  <c:v>0.82352941176470584</c:v>
                </c:pt>
                <c:pt idx="57">
                  <c:v>0.82352941176470584</c:v>
                </c:pt>
                <c:pt idx="58">
                  <c:v>0.82352941176470584</c:v>
                </c:pt>
                <c:pt idx="59">
                  <c:v>0.82352941176470584</c:v>
                </c:pt>
                <c:pt idx="60">
                  <c:v>0.82352941176470584</c:v>
                </c:pt>
                <c:pt idx="61">
                  <c:v>0.82352941176470584</c:v>
                </c:pt>
                <c:pt idx="62">
                  <c:v>0.88235294117647056</c:v>
                </c:pt>
                <c:pt idx="63">
                  <c:v>0.88235294117647056</c:v>
                </c:pt>
                <c:pt idx="64">
                  <c:v>0.88235294117647056</c:v>
                </c:pt>
                <c:pt idx="65">
                  <c:v>0.88235294117647056</c:v>
                </c:pt>
                <c:pt idx="66">
                  <c:v>0.88235294117647056</c:v>
                </c:pt>
                <c:pt idx="67">
                  <c:v>0.88235294117647056</c:v>
                </c:pt>
                <c:pt idx="68">
                  <c:v>0.88235294117647056</c:v>
                </c:pt>
                <c:pt idx="69">
                  <c:v>0.88235294117647056</c:v>
                </c:pt>
                <c:pt idx="70">
                  <c:v>0.88235294117647056</c:v>
                </c:pt>
                <c:pt idx="71">
                  <c:v>0.88235294117647056</c:v>
                </c:pt>
                <c:pt idx="72">
                  <c:v>0.88235294117647056</c:v>
                </c:pt>
                <c:pt idx="73">
                  <c:v>0.94117647058823528</c:v>
                </c:pt>
                <c:pt idx="74">
                  <c:v>0.94117647058823528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2FE-4F7F-992B-6B33094EAFA2}"/>
            </c:ext>
          </c:extLst>
        </c:ser>
        <c:ser>
          <c:idx val="3"/>
          <c:order val="3"/>
          <c:tx>
            <c:strRef>
              <c:f>Sheet1!$B$304</c:f>
              <c:strCache>
                <c:ptCount val="1"/>
                <c:pt idx="0">
                  <c:v>случайно</c:v>
                </c:pt>
              </c:strCache>
            </c:strRef>
          </c:tx>
          <c:spPr>
            <a:ln w="12700">
              <a:solidFill>
                <a:srgbClr val="8B8599"/>
              </a:solidFill>
              <a:prstDash val="dash"/>
            </a:ln>
          </c:spPr>
          <c:marker>
            <c:symbol val="none"/>
          </c:marker>
          <c:xVal>
            <c:numRef>
              <c:f>Sheet1!$A$305:$A$306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Sheet1!$B$305:$B$306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2FE-4F7F-992B-6B33094EA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"/>
          <c:min val="0"/>
        </c:scaling>
        <c:delete val="0"/>
        <c:axPos val="b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CCE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C9C3DA"/>
            </a:solidFill>
          </a:ln>
        </c:sp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8B8599"/>
          </a:solidFill>
          <a:latin typeface="Montserrat"/>
        </a:defRPr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20.10.2026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20.10.2026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20.10.2026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20.10.2026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scheme_s2_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scheme_s6_908.png"/><Relationship Id="rId4" Type="http://schemas.openxmlformats.org/officeDocument/2006/relationships/image" Target="../media/scheme_s6_90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scheme_s12_909.png"/><Relationship Id="rId5" Type="http://schemas.openxmlformats.org/officeDocument/2006/relationships/image" Target="../media/scheme_s12_906.png"/><Relationship Id="rId4" Type="http://schemas.openxmlformats.org/officeDocument/2006/relationships/image" Target="../media/scheme_s12_903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scheme_s13_90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moscow_medic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246888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4813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постановщик задачи — Департамент здравоохранения Москвы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качества DXA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Локальное приложение и защищённый сервер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32120"/>
            <a:ext cx="548640" cy="3810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239.Hack · ЛЦТ 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ui_results.png"/>
          <p:cNvPicPr>
            <a:picLocks noChangeAspect="1"/>
          </p:cNvPicPr>
          <p:nvPr/>
        </p:nvPicPr>
        <p:blipFill>
          <a:blip r:embed="rId4"/>
          <a:srcRect b="21653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300" dirty="0">
                <a:solidFill>
                  <a:schemeClr val="tx1"/>
                </a:solidFill>
              </a:rPr>
              <a:t>Критерии выражены в мм и градусах. Контур определяет ось позвоночника; опорные точки помогают проверить Th12. Сервис работает локально и на защищённом сервере.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Урусов Михаил Алексеевич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3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200" b="1" i="0" dirty="0" err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Команда</a:t>
            </a:r>
            <a:r>
              <a:rPr sz="2200" b="1" i="0" dirty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2200" b="1" i="0" dirty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239.Hack</a:t>
            </a:r>
            <a:endParaRPr sz="2200" b="1" i="0" dirty="0">
              <a:solidFill>
                <a:srgbClr val="520977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6916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300" dirty="0">
                <a:solidFill>
                  <a:schemeClr val="tx1"/>
                </a:solidFill>
              </a:rPr>
              <a:t>Сервис проверяет DXA-снимки позвоночника и бедра по пяти критериям задания. Показывает вердикт, измерение и место нарушения на снимке.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998567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70851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ML-</a:t>
            </a:r>
            <a:r>
              <a:rPr lang="ru-RU" sz="1200" dirty="0">
                <a:solidFill>
                  <a:schemeClr val="tx1"/>
                </a:solidFill>
              </a:rPr>
              <a:t>инженер, бэкенд-программист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@theorcos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Студент 3 курса факультета </a:t>
            </a:r>
            <a:r>
              <a:rPr lang="en-US" sz="1200" dirty="0">
                <a:solidFill>
                  <a:schemeClr val="tx1"/>
                </a:solidFill>
              </a:rPr>
              <a:t>AI360, </a:t>
            </a:r>
            <a:r>
              <a:rPr lang="ru-RU" sz="1200" dirty="0">
                <a:solidFill>
                  <a:schemeClr val="tx1"/>
                </a:solidFill>
              </a:rPr>
              <a:t>МФТИ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70850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Тимофей Ильин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30285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475139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Специалист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@alexa_skom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Студент 3 курса института клинической медицины им. Н.В. Склифосовского, Первого МГМУ им. И.М. Сеченова 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47513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err="1">
                <a:solidFill>
                  <a:schemeClr val="accent5"/>
                </a:solidFill>
              </a:rPr>
              <a:t>Скоморохова</a:t>
            </a:r>
            <a:r>
              <a:rPr lang="ru-RU" sz="1600" b="1" dirty="0">
                <a:solidFill>
                  <a:schemeClr val="accent5"/>
                </a:solidFill>
              </a:rPr>
              <a:t> Александра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69427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6563" y="4250027"/>
            <a:ext cx="1894354" cy="1994361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бэкенд-программист, </a:t>
            </a:r>
            <a:r>
              <a:rPr lang="ru-RU" sz="1200" dirty="0" err="1">
                <a:solidFill>
                  <a:schemeClr val="tx1"/>
                </a:solidFill>
              </a:rPr>
              <a:t>фронтенд</a:t>
            </a:r>
            <a:r>
              <a:rPr lang="ru-RU" sz="1200" dirty="0">
                <a:solidFill>
                  <a:schemeClr val="tx1"/>
                </a:solidFill>
              </a:rPr>
              <a:t>-программист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@Patricium239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Студент 3 курса факультета Математики и Компьютерных наук СПбГУ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86656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Михаил Урусов</a:t>
            </a:r>
          </a:p>
        </p:txBody>
      </p:sp>
      <p:sp>
        <p:nvSpPr>
          <p:cNvPr id="68" name="Oval 67"/>
          <p:cNvSpPr/>
          <p:nvPr/>
        </p:nvSpPr>
        <p:spPr>
          <a:xfrm>
            <a:off x="3174339" y="1897380"/>
            <a:ext cx="1234440" cy="1234440"/>
          </a:xfrm>
          <a:prstGeom prst="ellipse">
            <a:avLst/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i="0" dirty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?</a:t>
            </a:r>
          </a:p>
        </p:txBody>
      </p:sp>
      <p:sp>
        <p:nvSpPr>
          <p:cNvPr id="69" name="Oval 68"/>
          <p:cNvSpPr/>
          <p:nvPr/>
        </p:nvSpPr>
        <p:spPr>
          <a:xfrm>
            <a:off x="5478627" y="1897380"/>
            <a:ext cx="1234440" cy="1234440"/>
          </a:xfrm>
          <a:prstGeom prst="ellipse">
            <a:avLst/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?</a:t>
            </a:r>
          </a:p>
        </p:txBody>
      </p:sp>
      <p:sp>
        <p:nvSpPr>
          <p:cNvPr id="70" name="Oval 69"/>
          <p:cNvSpPr/>
          <p:nvPr/>
        </p:nvSpPr>
        <p:spPr>
          <a:xfrm>
            <a:off x="7782915" y="1897380"/>
            <a:ext cx="1234440" cy="1234440"/>
          </a:xfrm>
          <a:prstGeom prst="ellipse">
            <a:avLst/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F3239E-B922-CE21-04EF-0CE7B32D6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769" y="1691704"/>
            <a:ext cx="1642152" cy="1642152"/>
          </a:xfrm>
          <a:prstGeom prst="flowChartConnector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62AEB89-1C6F-7FC7-B258-2FD598ED45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401"/>
          <a:stretch/>
        </p:blipFill>
        <p:spPr>
          <a:xfrm>
            <a:off x="5355619" y="1686536"/>
            <a:ext cx="1499311" cy="1644333"/>
          </a:xfrm>
          <a:prstGeom prst="flowChartConnector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756D94-F4FB-15CC-319F-E95C7E58C6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590" t="28849" r="19286" b="19027"/>
          <a:stretch/>
        </p:blipFill>
        <p:spPr>
          <a:xfrm>
            <a:off x="7522239" y="1691704"/>
            <a:ext cx="1630300" cy="1639166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241280" cy="109453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Мы познакомились в лицее №239. Сейчас учимся математике, машинному обучению и медицине в разных университетах — поэтому собрались для этой задачи вместе.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241280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Нарушений мало: от 6 до 36 на тип. Разделили данные по исследованиям и проверяли на невиденных снимках. Масштаб пикселя восстановили по анатомии; правило ROI привели к схеме задания.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Основные сложности и их решение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966960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Неверная укладка меняет результат DXA, но её часто замечают уже после съёмки. Мы даём оператору проверяемую подсказку, пока пациент ещё на аппарате.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Выбор задачи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872483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КОРОТКО О РЕШЕНИИ</a:t>
            </a:r>
          </a:p>
        </p:txBody>
      </p:sp>
      <p:sp>
        <p:nvSpPr>
          <p:cNvPr id="901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5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346075" y="1207008"/>
            <a:ext cx="5440680" cy="49926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3" name="TextBox 902"/>
          <p:cNvSpPr txBox="1"/>
          <p:nvPr/>
        </p:nvSpPr>
        <p:spPr>
          <a:xfrm>
            <a:off x="620395" y="148132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Общая схема работы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20395" y="2029968"/>
            <a:ext cx="4892040" cy="4032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Вход: DICOM, папка или zip; повторы удаляются по изображению.</a:t>
            </a:r>
          </a:p>
          <a:p>
            <a:pPr marL="0" indent="0"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Пять критериев: углы и отступы измеряем, форму оценивают модели.</a:t>
            </a:r>
          </a:p>
          <a:p>
            <a:pPr marL="0" indent="0"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Опорные точки помогают проверить видимую часть Th12.</a:t>
            </a:r>
          </a:p>
          <a:p>
            <a:pPr marL="0" indent="0"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Выход: таблица по заданию, снимки с отметками и DICOM SR.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225667" y="1207008"/>
            <a:ext cx="5440680" cy="49926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6" name="TextBox 905"/>
          <p:cNvSpPr txBox="1"/>
          <p:nvPr/>
        </p:nvSpPr>
        <p:spPr>
          <a:xfrm>
            <a:off x="6499987" y="148132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Польза и внедрение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499987" y="2029968"/>
            <a:ext cx="4892040" cy="4032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Пользователи: лаборант, врач, служба контроля качества.</a:t>
            </a:r>
          </a:p>
          <a:p>
            <a:pPr marL="0" indent="0"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Момент: сразу после съёмки, пока пациента можно поправить.</a:t>
            </a:r>
          </a:p>
          <a:p>
            <a:pPr marL="0" indent="0"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Внедрение: локально или на защищённом сервере через DICOM.</a:t>
            </a:r>
          </a:p>
          <a:p>
            <a:pPr marL="0" indent="0">
              <a:spcAft>
                <a:spcPts val="1700"/>
              </a:spcAft>
              <a:buNone/>
            </a:pPr>
            <a:r>
              <a:rPr sz="1700">
                <a:solidFill>
                  <a:srgbClr val="251335"/>
                </a:solidFill>
                <a:latin typeface="Montserrat"/>
              </a:rPr>
              <a:t>• Оценка эффекта: пилот параллельно с врачом.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059935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КЛИНИЧЕСКАЯ 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Ошибку укладки дешевле поймать, пока пациент на аппарате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6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ЗНАЧИМОСТЬ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46075" y="2148840"/>
            <a:ext cx="557784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>
              <a:lnSpc>
                <a:spcPct val="112000"/>
              </a:lnSpc>
              <a:spcAft>
                <a:spcPts val="300"/>
              </a:spcAft>
              <a:buClr>
                <a:srgbClr val="FF0053"/>
              </a:buClr>
              <a:buFont typeface="Arial"/>
              <a:buChar char="▪"/>
            </a:pPr>
            <a:r>
              <a:rPr lang="ru-RU" sz="1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Основа диагностики остеопороза. </a:t>
            </a:r>
            <a:r>
              <a:rPr lang="ru-RU"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 снимку DXA врач измеряет плотность кости и оценивает риск переломов.</a:t>
            </a:r>
          </a:p>
          <a:p>
            <a:pPr marL="219456" indent="-219456">
              <a:lnSpc>
                <a:spcPct val="112000"/>
              </a:lnSpc>
              <a:spcAft>
                <a:spcPts val="300"/>
              </a:spcAft>
              <a:buClr>
                <a:srgbClr val="FF0053"/>
              </a:buClr>
              <a:buFont typeface="Arial"/>
              <a:buChar char="▪"/>
            </a:pPr>
            <a:r>
              <a:rPr lang="ru-RU" sz="1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Укладка меняет результат. </a:t>
            </a:r>
            <a:r>
              <a:rPr lang="ru-RU"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позвоночника, ротация бедра или предмет в кадре искажают измеренную плотность.</a:t>
            </a:r>
          </a:p>
          <a:p>
            <a:pPr marL="219456" indent="-219456">
              <a:lnSpc>
                <a:spcPct val="112000"/>
              </a:lnSpc>
              <a:spcAft>
                <a:spcPts val="300"/>
              </a:spcAft>
              <a:buClr>
                <a:srgbClr val="FF0053"/>
              </a:buClr>
              <a:buFont typeface="Arial"/>
              <a:buChar char="▪"/>
            </a:pPr>
            <a:r>
              <a:rPr lang="ru-RU" sz="1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Ошибку замечают поздно. </a:t>
            </a:r>
            <a:r>
              <a:rPr lang="ru-RU"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Обычно уже после ухода пациента: нужен повторный визит и повторное облучение.</a:t>
            </a:r>
          </a:p>
          <a:p>
            <a:pPr marL="219456" indent="-219456">
              <a:lnSpc>
                <a:spcPct val="112000"/>
              </a:lnSpc>
              <a:spcAft>
                <a:spcPts val="300"/>
              </a:spcAft>
              <a:buClr>
                <a:srgbClr val="FF0053"/>
              </a:buClr>
              <a:buFont typeface="Arial"/>
              <a:buChar char="▪"/>
            </a:pPr>
            <a:r>
              <a:rPr lang="ru-RU" sz="1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Проверка за секунды. </a:t>
            </a:r>
            <a:r>
              <a:rPr lang="ru-RU"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Сервис оценивает снимок, пока пациент на аппарате, и укладку исправляют сразу.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346075" y="4114800"/>
            <a:ext cx="2743200" cy="214884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6" name="Picture 905" descr="ok_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81" y="4114800"/>
            <a:ext cx="1762988" cy="1819656"/>
          </a:xfrm>
          <a:prstGeom prst="rect">
            <a:avLst/>
          </a:prstGeom>
        </p:spPr>
      </p:pic>
      <p:sp>
        <p:nvSpPr>
          <p:cNvPr id="907" name="TextBox 906"/>
          <p:cNvSpPr txBox="1"/>
          <p:nvPr/>
        </p:nvSpPr>
        <p:spPr>
          <a:xfrm>
            <a:off x="492379" y="5998464"/>
            <a:ext cx="2450592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норма: малый вертел виден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3199003" y="4114800"/>
            <a:ext cx="2743200" cy="214884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9" name="Picture 908" descr="rot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553" y="4114800"/>
            <a:ext cx="2168100" cy="1819656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3345307" y="5998464"/>
            <a:ext cx="2450592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бедро повёрнуто: вертел не виден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355080" y="182880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ФУНКЦИИ СЕРВИСА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355080" y="21945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21762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Проверяет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6949440" y="25420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Пять критериев ТЗ: укладка и ось позвоночника, посторонние предметы, ротация бедра и отступы области интереса — за 1–2 секунды на исследование.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6355080" y="35661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49440" y="35478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Объясняет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136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Угол в градусах и отступы в миллиметрах рядом с нормой; причина отмечена на снимке, нейросеть подсвечивает подозрительную область.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355080" y="49377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949440" y="49194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Передаёт человеку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49440" y="52852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Лаборанту — подсказка у аппарата, врачу — заключение DICOM SR в архиве, спорные снимки — с пометкой «проверьте глазами».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434840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ТАКСОНОМИЯ НАРУШЕНИЙ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Пять критериев ТЗ, у каждого — измерение в физических единицах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7</a:t>
            </a:r>
          </a:p>
        </p:txBody>
      </p:sp>
      <p:graphicFrame>
        <p:nvGraphicFramePr>
          <p:cNvPr id="903" name="Table 902"/>
          <p:cNvGraphicFramePr>
            <a:graphicFrameLocks noGrp="1"/>
          </p:cNvGraphicFramePr>
          <p:nvPr/>
        </p:nvGraphicFramePr>
        <p:xfrm>
          <a:off x="346075" y="1828800"/>
          <a:ext cx="7818118" cy="39684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КОД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КРИТЕРИЙ ТЗ 2.3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СПОСОБ ИЗМЕРЕНИЯ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НОРМА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spine_position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видны верхние края подвздошных костей (таза)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гребни таза и видимая часть Th12 по точкам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гребни с двух сторон; Th12 ≥ половины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spine_axis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наклон оси до 5°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линия через центры позвонков; контроль — по краям позвоночника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≤ 5° (порог 4°)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spine_artifacts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посторонних предметов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яркие тонкие структуры вне кости (фильтр top-hat) +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уверенность &lt; 0.17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hip_rotation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ротации (по малому вертелу)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выступ малого вертела — костного бугорка — над контуром кости, мм² +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уверенность &lt; 0.24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hip_roi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3 / 3 / 2 см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сверху, снизу и сбоку от кости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 30 / 30 / 20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undetermined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область не определена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снимок не похож на денситометрию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ручной разбор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4" name="Rounded Rectangle 903"/>
          <p:cNvSpPr/>
          <p:nvPr/>
        </p:nvSpPr>
        <p:spPr>
          <a:xfrm>
            <a:off x="8412480" y="1828800"/>
            <a:ext cx="3410712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5" name="TextBox 904"/>
          <p:cNvSpPr txBox="1"/>
          <p:nvPr/>
        </p:nvSpPr>
        <p:spPr>
          <a:xfrm>
            <a:off x="8631936" y="2011680"/>
            <a:ext cx="2971800" cy="243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Несколько нарушений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8631936" y="2346960"/>
            <a:ext cx="2971800" cy="1493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 каждого пятого исследования нарушений несколько. Критерии проверяются независимо, в отчёт попадают все, например «spine_axis; spine_artifacts». Класс качества = 1 («есть нарушение»), если сработал хоть один.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8412480" y="4114800"/>
            <a:ext cx="341071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8631936" y="4297680"/>
            <a:ext cx="2971800" cy="243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Сбой чтения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631936" y="4632960"/>
            <a:ext cx="2971800" cy="899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Файл, который не удалось прочитать, попадает в отчёт строкой Failure с текстом ошибки; обработка не прерывается.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1051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252 снимка, по каждому критерию всего 6–36 нарушений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8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55778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2039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2039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исследований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235775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499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235775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DICOM-файлов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409511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252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09511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уникальных снимков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20395" y="3154680"/>
            <a:ext cx="50292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Один снимок в выгрузке встречается по нескольку раз под разными идентификаторами. Повторы находим по совпадению изображения — ещё до деления данных на обучение и проверку.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 них 99 снимков позвоночника, 79 левого и 74 правого бедра — до трёх снимков на исследование. У трёх снимков бедра нет полной оценки эксперта, поэтому метрики считаются на 249.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Все снимки с одного аппарата (GE Lunar Prodigy Advance). Размер пикселя в файлах не указан: масштаб 0.6 мм на пиксель восстановили по известной высоте «позвонок + диск».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Сделали собственную разметку: 242 снимка, по 29 опорных точек на каждом.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126480" y="1828800"/>
            <a:ext cx="5696712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6400800" y="20574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Нарушений мало, и они разные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400800" y="25603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Укладка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549640" y="2596896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5" name="Rounded Rectangle 914"/>
          <p:cNvSpPr/>
          <p:nvPr/>
        </p:nvSpPr>
        <p:spPr>
          <a:xfrm>
            <a:off x="8549640" y="2596896"/>
            <a:ext cx="84124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10029139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6 из 99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400800" y="29809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оси &gt; 5°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549640" y="3017520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Rounded Rectangle 918"/>
          <p:cNvSpPr/>
          <p:nvPr/>
        </p:nvSpPr>
        <p:spPr>
          <a:xfrm>
            <a:off x="8549640" y="3017520"/>
            <a:ext cx="140207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10029139" y="29809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10 из 99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400800" y="3401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Посторонние предметы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549640" y="3438144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Rounded Rectangle 922"/>
          <p:cNvSpPr/>
          <p:nvPr/>
        </p:nvSpPr>
        <p:spPr>
          <a:xfrm>
            <a:off x="8549640" y="3438144"/>
            <a:ext cx="238353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10029139" y="34015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17 из 99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400800" y="382219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Ротация бедра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8549640" y="3858768"/>
            <a:ext cx="2103120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7" name="Rounded Rectangle 926"/>
          <p:cNvSpPr/>
          <p:nvPr/>
        </p:nvSpPr>
        <p:spPr>
          <a:xfrm>
            <a:off x="8549640" y="3858768"/>
            <a:ext cx="504748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8" name="TextBox 927"/>
          <p:cNvSpPr txBox="1"/>
          <p:nvPr/>
        </p:nvSpPr>
        <p:spPr>
          <a:xfrm>
            <a:off x="10744200" y="38221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36 из 150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6400800" y="42428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Отступы поля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8549640" y="4279392"/>
            <a:ext cx="2103120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1" name="Rounded Rectangle 930"/>
          <p:cNvSpPr/>
          <p:nvPr/>
        </p:nvSpPr>
        <p:spPr>
          <a:xfrm>
            <a:off x="8549640" y="4279392"/>
            <a:ext cx="98145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2" name="TextBox 931"/>
          <p:cNvSpPr txBox="1"/>
          <p:nvPr/>
        </p:nvSpPr>
        <p:spPr>
          <a:xfrm>
            <a:off x="10744200" y="4242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7 из 150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640080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48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640080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исследований из 100
с нарушением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818388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818388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 двумя и более
нарушениями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996696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72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996696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снимка из 249 оценённых
с нарушением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288703"/>
            <a:ext cx="462229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Верификация решения</a:t>
            </a:r>
            <a:endParaRPr sz="2000" b="1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Честная оценка на снимках, которые модель не видела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9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711835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681099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2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2650363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3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619627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4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4588891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5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346075" y="219456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#1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711835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1681099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2650363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3619627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4588891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346075" y="261518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#2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711835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1681099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2650363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3619627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4588891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346075" y="303580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#3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711835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1681099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2650363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3619627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4588891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46075" y="345643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#4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711835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1681099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2650363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3619627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4588891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346075" y="3877056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#5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711835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1681099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2650363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6" name="Rounded Rectangle 935"/>
          <p:cNvSpPr/>
          <p:nvPr/>
        </p:nvSpPr>
        <p:spPr>
          <a:xfrm>
            <a:off x="3619627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4588891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346075" y="438912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100 исследований разделены на пять частей. Модели геометрии и нейросети по очереди проверялись на части, которую не видели при обучении; снимки одного исследования всегда оставались вместе. Модель точек дообучена на 359 подтверждённых врачом фрагментах снимков.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6126480" y="182880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0" name="TextBox 939"/>
          <p:cNvSpPr txBox="1"/>
          <p:nvPr/>
        </p:nvSpPr>
        <p:spPr>
          <a:xfrm>
            <a:off x="6345936" y="201168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Пациент целиком в одной части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6345936" y="230886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Позвоночник и оба бедра одного человека всегда попадают в одну часть — иначе модель «узнавала» бы пациента, и оценка была бы завышена.</a:t>
            </a:r>
          </a:p>
        </p:txBody>
      </p:sp>
      <p:sp>
        <p:nvSpPr>
          <p:cNvPr id="942" name="Rounded Rectangle 941"/>
          <p:cNvSpPr/>
          <p:nvPr/>
        </p:nvSpPr>
        <p:spPr>
          <a:xfrm>
            <a:off x="6126480" y="292608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3" name="TextBox 942"/>
          <p:cNvSpPr txBox="1"/>
          <p:nvPr/>
        </p:nvSpPr>
        <p:spPr>
          <a:xfrm>
            <a:off x="6345936" y="310896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Редкие нарушения — в каждой части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6345936" y="340614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Деление сделано так, чтобы в каждой из пяти частей были примеры даже самых редких нарушений.</a:t>
            </a:r>
          </a:p>
        </p:txBody>
      </p:sp>
      <p:sp>
        <p:nvSpPr>
          <p:cNvPr id="945" name="Rounded Rectangle 944"/>
          <p:cNvSpPr/>
          <p:nvPr/>
        </p:nvSpPr>
        <p:spPr>
          <a:xfrm>
            <a:off x="6126480" y="402336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6" name="TextBox 945"/>
          <p:cNvSpPr txBox="1"/>
          <p:nvPr/>
        </p:nvSpPr>
        <p:spPr>
          <a:xfrm>
            <a:off x="6345936" y="420624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Настройка — только на обучающих частях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6345936" y="450342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Пороги, коэффициенты объединения и нейросеть подбирались только на обучающих частях; проверочная часть в настройке не участвовала.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6126480" y="512064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9" name="TextBox 948"/>
          <p:cNvSpPr txBox="1"/>
          <p:nvPr/>
        </p:nvSpPr>
        <p:spPr>
          <a:xfrm>
            <a:off x="6345936" y="5258693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Мало</a:t>
            </a:r>
            <a:r>
              <a:rPr sz="1350" b="1" i="0" dirty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1" i="0" dirty="0" err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нарушений</a:t>
            </a:r>
            <a:r>
              <a:rPr sz="1350" b="1" i="0" dirty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 — </a:t>
            </a:r>
            <a:r>
              <a:rPr sz="1350" b="1" i="0" dirty="0" err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широкие</a:t>
            </a:r>
            <a:r>
              <a:rPr sz="1350" b="1" i="0" dirty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1" i="0" dirty="0" err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интервалы</a:t>
            </a:r>
            <a:endParaRPr sz="1350" b="1" i="0" dirty="0">
              <a:solidFill>
                <a:srgbClr val="520977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6345936" y="5506573"/>
            <a:ext cx="5257800" cy="5257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каждый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тип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нарушения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всего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6–36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примеров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поэтому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к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каждому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показателю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приводим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95%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доверительный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интервал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—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диапазон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где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он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лежит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при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такой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выборке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59244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lang="ru-RU" sz="22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Нейросети ищут точки и форму, вердикт дают измерения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10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704088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20395" y="202996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Подходы к ротации бедра</a:t>
            </a:r>
          </a:p>
        </p:txBody>
      </p:sp>
      <p:graphicFrame>
        <p:nvGraphicFramePr>
          <p:cNvPr id="905" name="Table 904"/>
          <p:cNvGraphicFramePr>
            <a:graphicFrameLocks noGrp="1"/>
          </p:cNvGraphicFramePr>
          <p:nvPr/>
        </p:nvGraphicFramePr>
        <p:xfrm>
          <a:off x="620395" y="2423160"/>
          <a:ext cx="6492238" cy="3008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ПОДХОД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ROC-AUC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ВЫВОД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измерение выступа малого вертела по контуру кости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0.68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норма и нарушение отличаются на ≈ 2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простая модель по всему снимку целиком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 лучше монетки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опорные точки, найденные нейросетью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—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ошибка до 2.2 мм при разнице классов 2.1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одна нейросеть ResNet-34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результат плавает от запуска к запуску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три копии той же нейросети, ответы усреднены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стабильнее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нейросеть + измерение выступа → один вердикт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выбрано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6" name="TextBox 905"/>
          <p:cNvSpPr txBox="1"/>
          <p:nvPr/>
        </p:nvSpPr>
        <p:spPr>
          <a:xfrm>
            <a:off x="620395" y="5559552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ROC-AUC — насколько хорошо оценка отделяет нарушения от нормы: 0.5 — наугад, 1.0 — идеально.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7589520" y="182880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7808976" y="201168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Принцип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7808976" y="230886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Вердикт можно проверить глазами: измерение оси в градусах и отступов ROI в миллиметрах.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7589520" y="324612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7808976" y="342900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Форма: измерение + нейросеть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7808976" y="372618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Ротация и посторонние предметы — это форма, а не размер. Здесь к измерению добавляем нейросеть и объединяем обе оценки; подсветка показывает, куда она смотрела.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589520" y="466344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7808976" y="484632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Ось и отступы: контур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808976" y="514350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Ось и отступы измеряем геометрически. Модель точек проверяет верхнюю границу по Th12 и распознаёт сколиоз, чтобы не браковать изогнутый позвоночник по оси.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74777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Один контейнер, пять шагов; анализ снимка не требует внешних сервисов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11</a:t>
            </a:r>
          </a:p>
        </p:txBody>
      </p:sp>
      <p:cxnSp>
        <p:nvCxnSpPr>
          <p:cNvPr id="903" name="Connector 902"/>
          <p:cNvCxnSpPr/>
          <p:nvPr/>
        </p:nvCxnSpPr>
        <p:spPr>
          <a:xfrm>
            <a:off x="556387" y="2039112"/>
            <a:ext cx="9183888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Rounded Rectangle 903"/>
          <p:cNvSpPr/>
          <p:nvPr/>
        </p:nvSpPr>
        <p:spPr>
          <a:xfrm>
            <a:off x="34607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46075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DICOM, zip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46075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снимки из архива клиники как есть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2642047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2642047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чтение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642047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распаковка, разворот, дубликаты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4938019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938019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область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938019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позвоночник, бёдра, «не DXA»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233991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233991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критерии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233991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измерения + нейросеть, каждый отдельно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529963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9529963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вердикт и отчёт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529963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класс, вероятности, заключение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346075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565531" y="347472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Результат — ровно по ТЗ (п. 2.5, 2.7)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65531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Таблица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xlsx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или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csv (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строка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снимок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восемь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колонок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ТЗ), zip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со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снимками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с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разметкой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zip с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заключениями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DICOM SR.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4204843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4424299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Интерфейсы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4424299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Веб-приложение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приложение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для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Windows,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программный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0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интерфейс</a:t>
            </a:r>
            <a:r>
              <a:rPr sz="110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API и </a:t>
            </a:r>
            <a:r>
              <a:rPr sz="1100" b="0" i="0" dirty="0" err="1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консоль</a:t>
            </a:r>
            <a:r>
              <a:rPr sz="110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.</a:t>
            </a:r>
            <a:endParaRPr sz="1100" b="0" i="0" dirty="0">
              <a:solidFill>
                <a:srgbClr val="4A4458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25" name="Rounded Rectangle 924"/>
          <p:cNvSpPr/>
          <p:nvPr/>
        </p:nvSpPr>
        <p:spPr>
          <a:xfrm>
            <a:off x="8063611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6" name="TextBox 925"/>
          <p:cNvSpPr txBox="1"/>
          <p:nvPr/>
        </p:nvSpPr>
        <p:spPr>
          <a:xfrm>
            <a:off x="8283067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Контейнер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283067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Python 3.11, версии пакетов зафиксированы, нейросеть на процессоре, один поток: повторный запуск даёт в точности тот же отчёт.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346075" y="4727448"/>
            <a:ext cx="114798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ФРАГМЕНТ НАСТОЯЩЕГО ОТЧЁТА: ВОСЕМЬ КОЛОНОК ТЗ 2.5</a:t>
            </a:r>
          </a:p>
        </p:txBody>
      </p:sp>
      <p:graphicFrame>
        <p:nvGraphicFramePr>
          <p:cNvPr id="929" name="Table 928"/>
          <p:cNvGraphicFramePr>
            <a:graphicFrameLocks noGrp="1"/>
          </p:cNvGraphicFramePr>
          <p:nvPr/>
        </p:nvGraphicFramePr>
        <p:xfrm>
          <a:off x="346075" y="4974336"/>
          <a:ext cx="11479859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PATH_TO_STUDY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STUDY_UID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IMAGE_UID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ANATOMICAL_REGION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QUALITY_CLASS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VIOLATION_TYPE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PROCESSING_STATUS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TIME_OF_PROCESSING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…2140700150015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lh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0.9472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…0150606100110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1.2375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…3101101110913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0.3429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…8814728642117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…3011205010113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…5070904121304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hip_rotation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0.4389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0" name="TextBox 929"/>
          <p:cNvSpPr txBox="1"/>
          <p:nvPr/>
        </p:nvSpPr>
        <p:spPr>
          <a:xfrm>
            <a:off x="346075" y="6309360"/>
            <a:ext cx="114798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lh / rh — левое и правое бедро, spine — позвоночник; класс 0 — качественный, 1 — есть нарушение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083360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ПРИМЕРЫ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Три нарушения — три понятных объяснения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12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1097280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4" name="Picture 903" descr="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34318"/>
            <a:ext cx="2753379" cy="2909403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1243584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Ось 8,7° при норме до 5°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4718304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7" name="Picture 906" descr="artifa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2143496"/>
            <a:ext cx="2753379" cy="2891047"/>
          </a:xfrm>
          <a:prstGeom prst="rect">
            <a:avLst/>
          </a:prstGeom>
        </p:spPr>
      </p:pic>
      <p:sp>
        <p:nvSpPr>
          <p:cNvPr id="908" name="TextBox 907"/>
          <p:cNvSpPr txBox="1"/>
          <p:nvPr/>
        </p:nvSpPr>
        <p:spPr>
          <a:xfrm>
            <a:off x="4864608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Посторонний предмет в кадре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8339327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0" name="Picture 909" descr="ro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7" y="2433584"/>
            <a:ext cx="2753379" cy="2310871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8485631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Вертел 12 мм² при норме 96–272: ротация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560320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ИНТЕРФЕЙСЫ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lang="ru-RU" sz="2200" b="1" i="0" dirty="0" smtClean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Работа на сайте и специальное приложение</a:t>
            </a:r>
            <a:endParaRPr sz="2200" b="1" i="0" dirty="0">
              <a:solidFill>
                <a:srgbClr val="520977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13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346075" y="1828800"/>
            <a:ext cx="6654472" cy="4389120"/>
            <a:chOff x="346075" y="1828800"/>
            <a:chExt cx="6446520" cy="4251960"/>
          </a:xfrm>
        </p:grpSpPr>
        <p:sp>
          <p:nvSpPr>
            <p:cNvPr id="903" name="Rounded Rectangle 902"/>
            <p:cNvSpPr/>
            <p:nvPr/>
          </p:nvSpPr>
          <p:spPr>
            <a:xfrm>
              <a:off x="346075" y="1828800"/>
              <a:ext cx="6446520" cy="425196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5875">
              <a:solidFill>
                <a:srgbClr val="52097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04" name="Oval 903"/>
            <p:cNvSpPr/>
            <p:nvPr/>
          </p:nvSpPr>
          <p:spPr>
            <a:xfrm>
              <a:off x="519811" y="1956816"/>
              <a:ext cx="109728" cy="109728"/>
            </a:xfrm>
            <a:prstGeom prst="ellipse">
              <a:avLst/>
            </a:prstGeom>
            <a:solidFill>
              <a:srgbClr val="FF00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5" name="Oval 904"/>
            <p:cNvSpPr/>
            <p:nvPr/>
          </p:nvSpPr>
          <p:spPr>
            <a:xfrm>
              <a:off x="702691" y="1956816"/>
              <a:ext cx="109728" cy="109728"/>
            </a:xfrm>
            <a:prstGeom prst="ellipse">
              <a:avLst/>
            </a:prstGeom>
            <a:solidFill>
              <a:srgbClr val="8A83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6" name="Oval 905"/>
            <p:cNvSpPr/>
            <p:nvPr/>
          </p:nvSpPr>
          <p:spPr>
            <a:xfrm>
              <a:off x="885571" y="1956816"/>
              <a:ext cx="109728" cy="109728"/>
            </a:xfrm>
            <a:prstGeom prst="ellipse">
              <a:avLst/>
            </a:prstGeom>
            <a:solidFill>
              <a:srgbClr val="DCCE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1260475" y="1920240"/>
              <a:ext cx="5349240" cy="201168"/>
            </a:xfrm>
            <a:prstGeom prst="roundRect">
              <a:avLst>
                <a:gd name="adj" fmla="val 50000"/>
              </a:avLst>
            </a:prstGeom>
            <a:solidFill>
              <a:srgbClr val="DCCE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08" name="TextBox 907"/>
            <p:cNvSpPr txBox="1"/>
            <p:nvPr/>
          </p:nvSpPr>
          <p:spPr>
            <a:xfrm>
              <a:off x="1397635" y="1929384"/>
              <a:ext cx="3657600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520977"/>
                  </a:solidFill>
                  <a:latin typeface="Montserrat"/>
                  <a:ea typeface="Montserrat"/>
                  <a:cs typeface="Montserrat"/>
                </a:rPr>
                <a:t>https://89.208.196.172 — открытый демо-стенд</a:t>
              </a:r>
            </a:p>
          </p:txBody>
        </p:sp>
        <p:pic>
          <p:nvPicPr>
            <p:cNvPr id="909" name="Picture 908" descr="ui_rotatio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9227" y="2259540"/>
              <a:ext cx="6300216" cy="3701376"/>
            </a:xfrm>
            <a:prstGeom prst="rect">
              <a:avLst/>
            </a:prstGeom>
          </p:spPr>
        </p:pic>
      </p:grpSp>
      &gt;&gt;&gt;&gt;&gt;&gt;&gt;
      <p:sp>
        <p:nvSpPr>
          <p:cNvPr id="950" name="Карточка 1"/>
          <p:cNvSpPr/>
          <p:nvPr/>
        </p:nvSpPr>
        <p:spPr>
          <a:xfrm>
            <a:off x="7320587" y="1828800"/>
            <a:ext cx="4505347" cy="1341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txBody>
          <a:bodyPr rtlCol="0" anchor="ctr"/>
          <a:lstStyle/>
          <a:p>
            <a:endParaRPr lang="ru-RU"/>
          </a:p>
        </p:txBody>
      </p:sp>
      <p:sp>
        <p:nvSpPr>
          <p:cNvPr id="951" name="Номер 1"/>
          <p:cNvSpPr/>
          <p:nvPr/>
        </p:nvSpPr>
        <p:spPr>
          <a:xfrm>
            <a:off x="7549187" y="2057400"/>
            <a:ext cx="411480" cy="41148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52" name="Заголовок карточки 1"/>
          <p:cNvSpPr txBox="1"/>
          <p:nvPr/>
        </p:nvSpPr>
        <p:spPr>
          <a:xfrm>
            <a:off x="8143547" y="2057400"/>
            <a:ext cx="3453787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ru-RU" sz="14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Веб-приложение</a:t>
            </a:r>
          </a:p>
        </p:txBody>
      </p:sp>
      <p:sp>
        <p:nvSpPr>
          <p:cNvPr id="953" name="Текст карточки 1"/>
          <p:cNvSpPr txBox="1"/>
          <p:nvPr/>
        </p:nvSpPr>
        <p:spPr>
          <a:xfrm>
            <a:off x="7549187" y="2606040"/>
            <a:ext cx="4048147" cy="335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ru-RU" sz="110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Загрузить DICOM, папку или zip и разобрать отчёт и снимки с разметкой в браузере. Открытый демо-стенд по HTTPS.</a:t>
            </a:r>
          </a:p>
        </p:txBody>
      </p:sp>
      <p:sp>
        <p:nvSpPr>
          <p:cNvPr id="954" name="Карточка 2"/>
          <p:cNvSpPr/>
          <p:nvPr/>
        </p:nvSpPr>
        <p:spPr>
          <a:xfrm>
            <a:off x="7320587" y="3352800"/>
            <a:ext cx="4505347" cy="1341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txBody>
          <a:bodyPr rtlCol="0" anchor="ctr"/>
          <a:lstStyle/>
          <a:p>
            <a:endParaRPr lang="ru-RU"/>
          </a:p>
        </p:txBody>
      </p:sp>
      <p:sp>
        <p:nvSpPr>
          <p:cNvPr id="955" name="Номер 2"/>
          <p:cNvSpPr/>
          <p:nvPr/>
        </p:nvSpPr>
        <p:spPr>
          <a:xfrm>
            <a:off x="7549187" y="3581400"/>
            <a:ext cx="411480" cy="41148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56" name="Заголовок карточки 2"/>
          <p:cNvSpPr txBox="1"/>
          <p:nvPr/>
        </p:nvSpPr>
        <p:spPr>
          <a:xfrm>
            <a:off x="8143547" y="3581400"/>
            <a:ext cx="3453787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ru-RU" sz="14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Приложение для Windows и macOS</a:t>
            </a:r>
          </a:p>
        </p:txBody>
      </p:sp>
      <p:sp>
        <p:nvSpPr>
          <p:cNvPr id="957" name="Текст карточки 2"/>
          <p:cNvSpPr txBox="1"/>
          <p:nvPr/>
        </p:nvSpPr>
        <p:spPr>
          <a:xfrm>
            <a:off x="7549187" y="4130040"/>
            <a:ext cx="4048147" cy="335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ru-RU" sz="110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Тот же интерфейс на компьютере пользователя: снимки не покидают его, интернет не нужен.</a:t>
            </a:r>
          </a:p>
        </p:txBody>
      </p:sp>
      <p:sp>
        <p:nvSpPr>
          <p:cNvPr id="958" name="Карточка 3"/>
          <p:cNvSpPr/>
          <p:nvPr/>
        </p:nvSpPr>
        <p:spPr>
          <a:xfrm>
            <a:off x="7320587" y="4876800"/>
            <a:ext cx="4505347" cy="1341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txBody>
          <a:bodyPr rtlCol="0" anchor="ctr"/>
          <a:lstStyle/>
          <a:p>
            <a:endParaRPr lang="ru-RU"/>
          </a:p>
        </p:txBody>
      </p:sp>
      <p:sp>
        <p:nvSpPr>
          <p:cNvPr id="959" name="Номер 3"/>
          <p:cNvSpPr/>
          <p:nvPr/>
        </p:nvSpPr>
        <p:spPr>
          <a:xfrm>
            <a:off x="7549187" y="5105400"/>
            <a:ext cx="411480" cy="41148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60" name="Заголовок карточки 3"/>
          <p:cNvSpPr txBox="1"/>
          <p:nvPr/>
        </p:nvSpPr>
        <p:spPr>
          <a:xfrm>
            <a:off x="8143547" y="5105400"/>
            <a:ext cx="3453787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ru-RU" sz="14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Интеграция: API и PACS</a:t>
            </a:r>
          </a:p>
        </p:txBody>
      </p:sp>
      <p:sp>
        <p:nvSpPr>
          <p:cNvPr id="961" name="Текст карточки 3"/>
          <p:cNvSpPr txBox="1"/>
          <p:nvPr/>
        </p:nvSpPr>
        <p:spPr>
          <a:xfrm>
            <a:off x="7549187" y="5654040"/>
            <a:ext cx="4048147" cy="335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ru-RU" sz="110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Входящий DICOM через роутер — отчёт и заключение DICOM SR возвращаются в архив рядом со снимком.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5934455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ЦЕННОСТЬ ДЛЯ ЗДРАВООХРАНЕНИЯ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качества — сразу после съёмки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14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3749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565531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ЛАБОРАНТ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65531" y="228600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Подсказка у аппарата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65531" y="2606040"/>
            <a:ext cx="3310127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Оператор получает замечание с измерением и нормой.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4213987" y="1828800"/>
            <a:ext cx="3749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4433443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ВРАЧ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433443" y="2286000"/>
            <a:ext cx="3310127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Снимок, пригодный для заключения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433443" y="2834640"/>
            <a:ext cx="331012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Заключение DICOM SR сохраняется рядом со снимком; спорный кадр помечается для врача.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081899" y="1828800"/>
            <a:ext cx="374903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8301355" y="2011680"/>
            <a:ext cx="331012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МЕДОРГАНИЗАЦИЯ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8301355" y="2286000"/>
            <a:ext cx="3310127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Единая проверка качества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301355" y="2834640"/>
            <a:ext cx="331012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 err="1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Од</a:t>
            </a:r>
            <a:r>
              <a:rPr lang="ru-RU" sz="1200" b="0" i="0" dirty="0" err="1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нородность</a:t>
            </a:r>
            <a:r>
              <a:rPr lang="ru-RU" sz="120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критериев и предсказуемость результата</a:t>
            </a:r>
            <a:r>
              <a:rPr sz="120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;</a:t>
            </a:r>
            <a:r>
              <a:rPr lang="ru-RU" sz="120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контроль возможных ошибок; дешёвое совершенствование качества выполнения задачи</a:t>
            </a:r>
            <a:r>
              <a:rPr sz="120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.</a:t>
            </a:r>
            <a:endParaRPr sz="1200" b="0" i="0" dirty="0">
              <a:solidFill>
                <a:srgbClr val="4A4458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15" name="Rounded Rectangle 914"/>
          <p:cNvSpPr/>
          <p:nvPr/>
        </p:nvSpPr>
        <p:spPr>
          <a:xfrm>
            <a:off x="346075" y="4160520"/>
            <a:ext cx="566928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565531" y="4343400"/>
            <a:ext cx="523036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500" b="1" i="0" dirty="0" smtClean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Поставка сервиса</a:t>
            </a:r>
            <a:endParaRPr sz="1500" b="1" i="0" dirty="0">
              <a:solidFill>
                <a:srgbClr val="520977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565531" y="4663440"/>
            <a:ext cx="5230368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Серверный контейнер с HTTPS, веб-приложением и API. Локальные версии для Mac и Windows. Видеокарта не требуется.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endParaRPr sz="1200" b="0" i="0">
              <a:solidFill>
                <a:srgbClr val="4A4458"/>
              </a:solidFill>
              <a:latin typeface="Montserrat"/>
              <a:ea typeface="Montserrat"/>
              <a:cs typeface="Montserrat"/>
            </a:endParaRP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endParaRPr sz="1200" b="0" i="0">
              <a:solidFill>
                <a:srgbClr val="4A4458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18" name="Rounded Rectangle 917"/>
          <p:cNvSpPr/>
          <p:nvPr/>
        </p:nvSpPr>
        <p:spPr>
          <a:xfrm>
            <a:off x="6152515" y="4160520"/>
            <a:ext cx="566928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6371971" y="4343400"/>
            <a:ext cx="523036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500" b="1" i="0" dirty="0" smtClean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Измерение </a:t>
            </a:r>
            <a:r>
              <a:rPr sz="1500" b="1" i="0" dirty="0" err="1" smtClean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эффект</a:t>
            </a:r>
            <a:r>
              <a:rPr lang="ru-RU" sz="1500" b="1" i="0" dirty="0" smtClean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а</a:t>
            </a:r>
            <a:endParaRPr sz="1500" b="1" i="0" dirty="0">
              <a:solidFill>
                <a:srgbClr val="520977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6371971" y="4663440"/>
            <a:ext cx="5230368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 пилоте сравним частоту повторных исследований, согласие с врачом и время контроля до и после внедрения.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endParaRPr sz="1200" b="0" i="0">
              <a:solidFill>
                <a:srgbClr val="4A4458"/>
              </a:solidFill>
              <a:latin typeface="Montserrat"/>
              <a:ea typeface="Montserrat"/>
              <a:cs typeface="Montserrat"/>
            </a:endParaRP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endParaRPr sz="1200" b="0" i="0">
              <a:solidFill>
                <a:srgbClr val="4A4458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872483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ВНЕДРЕНИЕ И ПИЛОТ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Сначала параллельно с врачом, затем помощник лаборанта, затем другие медорганизации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15</a:t>
            </a:r>
          </a:p>
        </p:txBody>
      </p:sp>
      <p:cxnSp>
        <p:nvCxnSpPr>
          <p:cNvPr id="903" name="Connector 902"/>
          <p:cNvCxnSpPr/>
          <p:nvPr/>
        </p:nvCxnSpPr>
        <p:spPr>
          <a:xfrm>
            <a:off x="556387" y="2039112"/>
            <a:ext cx="7653240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Rounded Rectangle 903"/>
          <p:cNvSpPr/>
          <p:nvPr/>
        </p:nvSpPr>
        <p:spPr>
          <a:xfrm>
            <a:off x="34607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46075" y="2377440"/>
            <a:ext cx="3552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МЕСЯЦЫ 1–2 · ПАРАЛЛЕЛЬНО С ВРАЧОМ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46075" y="2633472"/>
            <a:ext cx="35980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1–2 медорганизации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346075" y="2971800"/>
            <a:ext cx="35523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Копии снимков идут в сервис через DICOM-роутер, заключение возвращается в архив с пометкой «не проверено». Считаем согласие с экспертом.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417269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172695" y="2377440"/>
            <a:ext cx="3552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МЕСЯЦЫ 3–6 · ПОМОЩНИК ЛАБОРАНТА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172695" y="2633472"/>
            <a:ext cx="35980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Подсказка у аппарата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172695" y="2971800"/>
            <a:ext cx="35523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Замеряем время ответа на сервере и согласие с врачом. По отметкам лаборантов уточняем пороги и правила ручной проверки.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799931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7999315" y="2377440"/>
            <a:ext cx="3552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МЕСЯЦЫ 6–12 · МАСШТАБИРОВАНИЕ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999315" y="2633472"/>
            <a:ext cx="35980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Другие аппараты и клиники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999315" y="2971800"/>
            <a:ext cx="35523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Подключаем новые аппараты: проверяем размер пикселя, дообучаем нейросеть на их снимках, следим за долей нарушений.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346075" y="3749040"/>
            <a:ext cx="37168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565531" y="3931920"/>
            <a:ext cx="32779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МЕТРИКА ПИЛОТА · КАЧЕСТВО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565531" y="4206240"/>
            <a:ext cx="327798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Согласие с экспертом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565531" y="4511040"/>
            <a:ext cx="3277980" cy="472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Раз в месяц: доля найденных нарушений и доля ложных тревог на снимках, которые врач проверяет вслепую.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4190983" y="3749040"/>
            <a:ext cx="37168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1" name="TextBox 920"/>
          <p:cNvSpPr txBox="1"/>
          <p:nvPr/>
        </p:nvSpPr>
        <p:spPr>
          <a:xfrm>
            <a:off x="4410439" y="3931920"/>
            <a:ext cx="32779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МЕТРИКА ПИЛОТА · ПАЦИЕНТ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4410439" y="4206240"/>
            <a:ext cx="327798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Повторные исследования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410439" y="4511040"/>
            <a:ext cx="3277980" cy="472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Доля повторных снимков из-за положения пациента по журналу медорганизации — до и после.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8035891" y="3749040"/>
            <a:ext cx="37168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5" name="TextBox 924"/>
          <p:cNvSpPr txBox="1"/>
          <p:nvPr/>
        </p:nvSpPr>
        <p:spPr>
          <a:xfrm>
            <a:off x="8255347" y="3931920"/>
            <a:ext cx="32779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МЕТРИКА ПИЛОТА · ВРАЧ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8255347" y="4206240"/>
            <a:ext cx="327798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Время на контроль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255347" y="4511040"/>
            <a:ext cx="3277980" cy="472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Замер времени на 50 исследованиях в реальном кабинете.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346075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9" name="TextBox 928"/>
          <p:cNvSpPr txBox="1"/>
          <p:nvPr/>
        </p:nvSpPr>
        <p:spPr>
          <a:xfrm>
            <a:off x="510667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ДЕНСИТОМЕТР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510667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снимок DICOM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2693253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2" name="TextBox 931"/>
          <p:cNvSpPr txBox="1"/>
          <p:nvPr/>
        </p:nvSpPr>
        <p:spPr>
          <a:xfrm>
            <a:off x="2857845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АРХИВ PACS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2857845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DICOM-роутер</a:t>
            </a:r>
          </a:p>
        </p:txBody>
      </p:sp>
      <p:cxnSp>
        <p:nvCxnSpPr>
          <p:cNvPr id="934" name="Connector 933"/>
          <p:cNvCxnSpPr/>
          <p:nvPr/>
        </p:nvCxnSpPr>
        <p:spPr>
          <a:xfrm>
            <a:off x="2464653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Rounded Rectangle 934"/>
          <p:cNvSpPr/>
          <p:nvPr/>
        </p:nvSpPr>
        <p:spPr>
          <a:xfrm>
            <a:off x="5040431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6" name="TextBox 935"/>
          <p:cNvSpPr txBox="1"/>
          <p:nvPr/>
        </p:nvSpPr>
        <p:spPr>
          <a:xfrm>
            <a:off x="5205023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СЕРВИС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5205023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качества</a:t>
            </a:r>
          </a:p>
        </p:txBody>
      </p:sp>
      <p:cxnSp>
        <p:nvCxnSpPr>
          <p:cNvPr id="938" name="Connector 937"/>
          <p:cNvCxnSpPr/>
          <p:nvPr/>
        </p:nvCxnSpPr>
        <p:spPr>
          <a:xfrm>
            <a:off x="4811831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9" name="Rounded Rectangle 938"/>
          <p:cNvSpPr/>
          <p:nvPr/>
        </p:nvSpPr>
        <p:spPr>
          <a:xfrm>
            <a:off x="7387609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0" name="TextBox 939"/>
          <p:cNvSpPr txBox="1"/>
          <p:nvPr/>
        </p:nvSpPr>
        <p:spPr>
          <a:xfrm>
            <a:off x="7552201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НАЗАД В АРХИВ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7552201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заключение SR</a:t>
            </a:r>
          </a:p>
        </p:txBody>
      </p:sp>
      <p:cxnSp>
        <p:nvCxnSpPr>
          <p:cNvPr id="942" name="Connector 941"/>
          <p:cNvCxnSpPr/>
          <p:nvPr/>
        </p:nvCxnSpPr>
        <p:spPr>
          <a:xfrm>
            <a:off x="7159009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Rounded Rectangle 942"/>
          <p:cNvSpPr/>
          <p:nvPr/>
        </p:nvSpPr>
        <p:spPr>
          <a:xfrm>
            <a:off x="9734787" y="5303520"/>
            <a:ext cx="2091146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4" name="TextBox 943"/>
          <p:cNvSpPr txBox="1"/>
          <p:nvPr/>
        </p:nvSpPr>
        <p:spPr>
          <a:xfrm>
            <a:off x="9899379" y="5413248"/>
            <a:ext cx="181682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ЛАБОРАНТ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9899379" y="5669280"/>
            <a:ext cx="181682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веб-интерфейс</a:t>
            </a:r>
          </a:p>
        </p:txBody>
      </p:sp>
      <p:cxnSp>
        <p:nvCxnSpPr>
          <p:cNvPr id="946" name="Connector 945"/>
          <p:cNvCxnSpPr/>
          <p:nvPr/>
        </p:nvCxnSpPr>
        <p:spPr>
          <a:xfrm>
            <a:off x="9506187" y="5715000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3685031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МЕТРИКИ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Честная OOF-оценка на 100 исследованиях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16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346075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КРИТЕРИЙ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269748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НАР./ВСЕГО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61188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НАЙДЕНО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434340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БЕЗ ЛОЖНЫХ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534924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F1, 95% ИНТЕРВАЛ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68096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F1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54964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ROC-AUC, 95% ИНТЕРВАЛ (0.4–1)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11018520" y="17373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AUC</a:t>
            </a:r>
          </a:p>
        </p:txBody>
      </p:sp>
      <p:cxnSp>
        <p:nvCxnSpPr>
          <p:cNvPr id="911" name="Connector 910"/>
          <p:cNvCxnSpPr/>
          <p:nvPr/>
        </p:nvCxnSpPr>
        <p:spPr>
          <a:xfrm>
            <a:off x="346075" y="2011680"/>
            <a:ext cx="11479860" cy="0"/>
          </a:xfrm>
          <a:prstGeom prst="line">
            <a:avLst/>
          </a:prstGeom>
          <a:ln w="1905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2" name="TextBox 911"/>
          <p:cNvSpPr txBox="1"/>
          <p:nvPr/>
        </p:nvSpPr>
        <p:spPr>
          <a:xfrm>
            <a:off x="346075" y="21854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Укладка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2697480" y="2185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6/99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3611880" y="2185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0.67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4343400" y="2185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0.84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5349240" y="22951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53492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59207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64922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70637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>
            <a:off x="76352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5524923" y="2295144"/>
            <a:ext cx="1071226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Oval 922"/>
          <p:cNvSpPr/>
          <p:nvPr/>
        </p:nvSpPr>
        <p:spPr>
          <a:xfrm>
            <a:off x="6021324" y="22357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7680960" y="21854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0.32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8549640" y="22951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85496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91211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9692639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102641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0835640" y="22585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9236982" y="2295144"/>
            <a:ext cx="1423261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Oval 931"/>
          <p:cNvSpPr/>
          <p:nvPr/>
        </p:nvSpPr>
        <p:spPr>
          <a:xfrm>
            <a:off x="10100236" y="22357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3" name="TextBox 932"/>
          <p:cNvSpPr txBox="1"/>
          <p:nvPr/>
        </p:nvSpPr>
        <p:spPr>
          <a:xfrm>
            <a:off x="11018520" y="21854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934" name="Connector 933"/>
          <p:cNvCxnSpPr/>
          <p:nvPr/>
        </p:nvCxnSpPr>
        <p:spPr>
          <a:xfrm>
            <a:off x="346075" y="25237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TextBox 934"/>
          <p:cNvSpPr txBox="1"/>
          <p:nvPr/>
        </p:nvSpPr>
        <p:spPr>
          <a:xfrm>
            <a:off x="346075" y="26426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оси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2697480" y="2642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10/99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3611880" y="2642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0.30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4343400" y="2642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0.94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349240" y="27523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53492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59207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64922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70637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76352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5349240" y="2752344"/>
            <a:ext cx="1394460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6" name="Oval 945"/>
          <p:cNvSpPr/>
          <p:nvPr/>
        </p:nvSpPr>
        <p:spPr>
          <a:xfrm>
            <a:off x="6044184" y="26929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7" name="TextBox 946"/>
          <p:cNvSpPr txBox="1"/>
          <p:nvPr/>
        </p:nvSpPr>
        <p:spPr>
          <a:xfrm>
            <a:off x="7680960" y="26426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0.33</a:t>
            </a:r>
          </a:p>
        </p:txBody>
      </p:sp>
      <p:cxnSp>
        <p:nvCxnSpPr>
          <p:cNvPr id="948" name="Connector 947"/>
          <p:cNvCxnSpPr/>
          <p:nvPr/>
        </p:nvCxnSpPr>
        <p:spPr>
          <a:xfrm>
            <a:off x="8549640" y="275234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85496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91211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9692639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102641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>
            <a:off x="10835640" y="271576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9767822" y="2752344"/>
            <a:ext cx="776197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5" name="Oval 954"/>
          <p:cNvSpPr/>
          <p:nvPr/>
        </p:nvSpPr>
        <p:spPr>
          <a:xfrm>
            <a:off x="10104102" y="2692908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6" name="TextBox 955"/>
          <p:cNvSpPr txBox="1"/>
          <p:nvPr/>
        </p:nvSpPr>
        <p:spPr>
          <a:xfrm>
            <a:off x="11018520" y="26426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957" name="Connector 956"/>
          <p:cNvCxnSpPr/>
          <p:nvPr/>
        </p:nvCxnSpPr>
        <p:spPr>
          <a:xfrm>
            <a:off x="346075" y="29809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8" name="TextBox 957"/>
          <p:cNvSpPr txBox="1"/>
          <p:nvPr/>
        </p:nvSpPr>
        <p:spPr>
          <a:xfrm>
            <a:off x="346075" y="3099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Посторонние предметы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2697480" y="3099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17/99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3611880" y="3099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0.65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343400" y="3099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0.93</a:t>
            </a:r>
          </a:p>
        </p:txBody>
      </p:sp>
      <p:cxnSp>
        <p:nvCxnSpPr>
          <p:cNvPr id="962" name="Connector 961"/>
          <p:cNvCxnSpPr/>
          <p:nvPr/>
        </p:nvCxnSpPr>
        <p:spPr>
          <a:xfrm>
            <a:off x="5349240" y="3118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53492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59207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>
            <a:off x="64922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>
            <a:off x="70637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>
            <a:off x="76352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>
            <a:off x="6144370" y="3118104"/>
            <a:ext cx="974676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9" name="Oval 968"/>
          <p:cNvSpPr/>
          <p:nvPr/>
        </p:nvSpPr>
        <p:spPr>
          <a:xfrm>
            <a:off x="6626302" y="3067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0" name="Connector 969"/>
          <p:cNvCxnSpPr/>
          <p:nvPr/>
        </p:nvCxnSpPr>
        <p:spPr>
          <a:xfrm>
            <a:off x="5349240" y="3310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>
            <a:off x="53492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>
            <a:off x="59207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>
            <a:off x="64922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>
            <a:off x="70637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>
            <a:off x="76352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>
            <a:off x="6343153" y="3310128"/>
            <a:ext cx="868840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6768980" y="3250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TextBox 977"/>
          <p:cNvSpPr txBox="1"/>
          <p:nvPr/>
        </p:nvSpPr>
        <p:spPr>
          <a:xfrm>
            <a:off x="7680960" y="3017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0.58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7680960" y="3200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0.65</a:t>
            </a:r>
          </a:p>
        </p:txBody>
      </p:sp>
      <p:cxnSp>
        <p:nvCxnSpPr>
          <p:cNvPr id="980" name="Connector 979"/>
          <p:cNvCxnSpPr/>
          <p:nvPr/>
        </p:nvCxnSpPr>
        <p:spPr>
          <a:xfrm>
            <a:off x="8549640" y="3118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>
            <a:off x="85496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>
            <a:off x="91211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9692639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>
            <a:off x="102641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10835640" y="3081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>
            <a:off x="9465223" y="3118104"/>
            <a:ext cx="1067523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7" name="Oval 986"/>
          <p:cNvSpPr/>
          <p:nvPr/>
        </p:nvSpPr>
        <p:spPr>
          <a:xfrm>
            <a:off x="9999569" y="3067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88" name="Connector 987"/>
          <p:cNvCxnSpPr/>
          <p:nvPr/>
        </p:nvCxnSpPr>
        <p:spPr>
          <a:xfrm>
            <a:off x="8549640" y="3310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85496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91211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>
            <a:off x="9692639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>
            <a:off x="102641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>
            <a:off x="10835640" y="3273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9767302" y="3310128"/>
            <a:ext cx="898692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5" name="Oval 994"/>
          <p:cNvSpPr/>
          <p:nvPr/>
        </p:nvSpPr>
        <p:spPr>
          <a:xfrm>
            <a:off x="10185845" y="3250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6" name="TextBox 995"/>
          <p:cNvSpPr txBox="1"/>
          <p:nvPr/>
        </p:nvSpPr>
        <p:spPr>
          <a:xfrm>
            <a:off x="11018520" y="3017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0.79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11018520" y="3200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0.85</a:t>
            </a:r>
          </a:p>
        </p:txBody>
      </p:sp>
      <p:cxnSp>
        <p:nvCxnSpPr>
          <p:cNvPr id="998" name="Connector 997"/>
          <p:cNvCxnSpPr/>
          <p:nvPr/>
        </p:nvCxnSpPr>
        <p:spPr>
          <a:xfrm>
            <a:off x="346075" y="34381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9" name="TextBox 998"/>
          <p:cNvSpPr txBox="1"/>
          <p:nvPr/>
        </p:nvSpPr>
        <p:spPr>
          <a:xfrm>
            <a:off x="346075" y="35570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Ротация бедра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2697480" y="3557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36/150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611880" y="3557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0.67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4343400" y="3557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0.76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5349240" y="35753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53492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59207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64922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70637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76352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6038154" y="3575304"/>
            <a:ext cx="728445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Oval 1009"/>
          <p:cNvSpPr/>
          <p:nvPr/>
        </p:nvSpPr>
        <p:spPr>
          <a:xfrm>
            <a:off x="6392252" y="35250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1" name="Connector 1010"/>
          <p:cNvCxnSpPr/>
          <p:nvPr/>
        </p:nvCxnSpPr>
        <p:spPr>
          <a:xfrm>
            <a:off x="5349240" y="37673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>
            <a:off x="53492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>
            <a:off x="59207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>
            <a:off x="64922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>
            <a:off x="70637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>
            <a:off x="76352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>
            <a:off x="6250708" y="3767328"/>
            <a:ext cx="651329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Oval 1017"/>
          <p:cNvSpPr/>
          <p:nvPr/>
        </p:nvSpPr>
        <p:spPr>
          <a:xfrm>
            <a:off x="6551045" y="37078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7680960" y="34747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0.48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680960" y="36576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0.55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8549640" y="35753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>
            <a:off x="85496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>
            <a:off x="91211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>
            <a:off x="9692639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>
            <a:off x="102641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>
            <a:off x="10835640" y="35387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>
            <a:off x="9114086" y="3575304"/>
            <a:ext cx="943090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Oval 1027"/>
          <p:cNvSpPr/>
          <p:nvPr/>
        </p:nvSpPr>
        <p:spPr>
          <a:xfrm>
            <a:off x="9557124" y="35250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9" name="Connector 1028"/>
          <p:cNvCxnSpPr/>
          <p:nvPr/>
        </p:nvCxnSpPr>
        <p:spPr>
          <a:xfrm>
            <a:off x="8549640" y="37673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>
            <a:off x="85496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91211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9692639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102641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10835640" y="37307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>
            <a:off x="9757681" y="3767328"/>
            <a:ext cx="679651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Oval 1035"/>
          <p:cNvSpPr/>
          <p:nvPr/>
        </p:nvSpPr>
        <p:spPr>
          <a:xfrm>
            <a:off x="10074361" y="37078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extBox 1036"/>
          <p:cNvSpPr txBox="1"/>
          <p:nvPr/>
        </p:nvSpPr>
        <p:spPr>
          <a:xfrm>
            <a:off x="11018520" y="34747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11018520" y="36576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1039" name="Connector 1038"/>
          <p:cNvCxnSpPr/>
          <p:nvPr/>
        </p:nvCxnSpPr>
        <p:spPr>
          <a:xfrm>
            <a:off x="346075" y="38953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TextBox 1039"/>
          <p:cNvSpPr txBox="1"/>
          <p:nvPr/>
        </p:nvSpPr>
        <p:spPr>
          <a:xfrm>
            <a:off x="346075" y="40142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Отступы поля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2697480" y="40142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7/150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3611880" y="40142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0.71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4343400" y="40142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0.99</a:t>
            </a:r>
          </a:p>
        </p:txBody>
      </p:sp>
      <p:cxnSp>
        <p:nvCxnSpPr>
          <p:cNvPr id="1044" name="Connector 1043"/>
          <p:cNvCxnSpPr/>
          <p:nvPr/>
        </p:nvCxnSpPr>
        <p:spPr>
          <a:xfrm>
            <a:off x="5349240" y="40325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>
            <a:off x="53492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>
            <a:off x="59207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>
            <a:off x="64922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>
            <a:off x="70637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>
            <a:off x="76352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>
            <a:off x="5349240" y="4032504"/>
            <a:ext cx="1418896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1" name="Oval 1050"/>
          <p:cNvSpPr/>
          <p:nvPr/>
        </p:nvSpPr>
        <p:spPr>
          <a:xfrm>
            <a:off x="6094078" y="39822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52" name="Connector 1051"/>
          <p:cNvCxnSpPr/>
          <p:nvPr/>
        </p:nvCxnSpPr>
        <p:spPr>
          <a:xfrm>
            <a:off x="5349240" y="42245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>
            <a:off x="53492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>
            <a:off x="59207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>
            <a:off x="64922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>
            <a:off x="70637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>
            <a:off x="76352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>
            <a:off x="6263640" y="4224528"/>
            <a:ext cx="685800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9" name="Oval 1058"/>
          <p:cNvSpPr/>
          <p:nvPr/>
        </p:nvSpPr>
        <p:spPr>
          <a:xfrm>
            <a:off x="6922661" y="41650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TextBox 1059"/>
          <p:cNvSpPr txBox="1"/>
          <p:nvPr/>
        </p:nvSpPr>
        <p:spPr>
          <a:xfrm>
            <a:off x="7680960" y="39319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0.35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7680960" y="41148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0.71</a:t>
            </a:r>
          </a:p>
        </p:txBody>
      </p:sp>
      <p:cxnSp>
        <p:nvCxnSpPr>
          <p:cNvPr id="1062" name="Connector 1061"/>
          <p:cNvCxnSpPr/>
          <p:nvPr/>
        </p:nvCxnSpPr>
        <p:spPr>
          <a:xfrm>
            <a:off x="8549640" y="40325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>
            <a:off x="85496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>
            <a:off x="91211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>
            <a:off x="9692639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>
            <a:off x="102641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>
            <a:off x="10835640" y="39959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>
            <a:off x="9831609" y="4032504"/>
            <a:ext cx="974452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9" name="Oval 1068"/>
          <p:cNvSpPr/>
          <p:nvPr/>
        </p:nvSpPr>
        <p:spPr>
          <a:xfrm>
            <a:off x="10372375" y="39822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0" name="Connector 1069"/>
          <p:cNvCxnSpPr/>
          <p:nvPr/>
        </p:nvCxnSpPr>
        <p:spPr>
          <a:xfrm>
            <a:off x="8549640" y="42245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>
            <a:off x="85496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>
            <a:off x="91211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>
            <a:off x="9692639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>
            <a:off x="102641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>
            <a:off x="10835640" y="41879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>
            <a:off x="10148232" y="4224528"/>
            <a:ext cx="687408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Oval 1076"/>
          <p:cNvSpPr/>
          <p:nvPr/>
        </p:nvSpPr>
        <p:spPr>
          <a:xfrm>
            <a:off x="10544026" y="41650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TextBox 1077"/>
          <p:cNvSpPr txBox="1"/>
          <p:nvPr/>
        </p:nvSpPr>
        <p:spPr>
          <a:xfrm>
            <a:off x="11018520" y="39319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0.89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11018520" y="41148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0.94</a:t>
            </a:r>
          </a:p>
        </p:txBody>
      </p:sp>
      <p:cxnSp>
        <p:nvCxnSpPr>
          <p:cNvPr id="1080" name="Connector 1079"/>
          <p:cNvCxnSpPr/>
          <p:nvPr/>
        </p:nvCxnSpPr>
        <p:spPr>
          <a:xfrm>
            <a:off x="346075" y="43525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1" name="TextBox 1080"/>
          <p:cNvSpPr txBox="1"/>
          <p:nvPr/>
        </p:nvSpPr>
        <p:spPr>
          <a:xfrm>
            <a:off x="346075" y="44714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Позвоночник (любое)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2697480" y="4471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31/99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3611880" y="4471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0.61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4343400" y="44714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0.75</a:t>
            </a:r>
          </a:p>
        </p:txBody>
      </p:sp>
      <p:cxnSp>
        <p:nvCxnSpPr>
          <p:cNvPr id="1085" name="Connector 1084"/>
          <p:cNvCxnSpPr/>
          <p:nvPr/>
        </p:nvCxnSpPr>
        <p:spPr>
          <a:xfrm>
            <a:off x="5349240" y="44897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>
            <a:off x="53492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>
            <a:off x="59207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>
            <a:off x="64922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>
            <a:off x="70637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>
            <a:off x="76352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>
            <a:off x="6111240" y="4489704"/>
            <a:ext cx="673395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2" name="Oval 1091"/>
          <p:cNvSpPr/>
          <p:nvPr/>
        </p:nvSpPr>
        <p:spPr>
          <a:xfrm>
            <a:off x="6409290" y="44394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3" name="Connector 1092"/>
          <p:cNvCxnSpPr/>
          <p:nvPr/>
        </p:nvCxnSpPr>
        <p:spPr>
          <a:xfrm>
            <a:off x="5349240" y="46817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>
            <a:off x="53492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>
            <a:off x="59207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>
            <a:off x="64922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>
            <a:off x="70637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>
            <a:off x="76352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>
            <a:off x="6263640" y="4681728"/>
            <a:ext cx="685800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Oval 1099"/>
          <p:cNvSpPr/>
          <p:nvPr/>
        </p:nvSpPr>
        <p:spPr>
          <a:xfrm>
            <a:off x="6592824" y="46222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TextBox 1100"/>
          <p:cNvSpPr txBox="1"/>
          <p:nvPr/>
        </p:nvSpPr>
        <p:spPr>
          <a:xfrm>
            <a:off x="7680960" y="43891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0.49</a:t>
            </a:r>
          </a:p>
        </p:txBody>
      </p:sp>
      <p:sp>
        <p:nvSpPr>
          <p:cNvPr id="1102" name="TextBox 1101"/>
          <p:cNvSpPr txBox="1"/>
          <p:nvPr/>
        </p:nvSpPr>
        <p:spPr>
          <a:xfrm>
            <a:off x="7680960" y="45720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0.57</a:t>
            </a:r>
          </a:p>
        </p:txBody>
      </p:sp>
      <p:cxnSp>
        <p:nvCxnSpPr>
          <p:cNvPr id="1103" name="Connector 1102"/>
          <p:cNvCxnSpPr/>
          <p:nvPr/>
        </p:nvCxnSpPr>
        <p:spPr>
          <a:xfrm>
            <a:off x="8549640" y="44897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>
            <a:off x="85496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>
            <a:off x="91211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>
            <a:off x="9692639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>
            <a:off x="102641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>
            <a:off x="10835640" y="44531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>
            <a:off x="9039107" y="4489704"/>
            <a:ext cx="890073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0" name="Oval 1109"/>
          <p:cNvSpPr/>
          <p:nvPr/>
        </p:nvSpPr>
        <p:spPr>
          <a:xfrm>
            <a:off x="9432508" y="44394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1" name="Connector 1110"/>
          <p:cNvCxnSpPr/>
          <p:nvPr/>
        </p:nvCxnSpPr>
        <p:spPr>
          <a:xfrm>
            <a:off x="8549640" y="46817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>
            <a:off x="85496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>
            <a:off x="91211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>
            <a:off x="9692639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>
            <a:off x="102641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>
            <a:off x="10835640" y="46451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>
            <a:off x="9307869" y="4681728"/>
            <a:ext cx="865166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8" name="Oval 1117"/>
          <p:cNvSpPr/>
          <p:nvPr/>
        </p:nvSpPr>
        <p:spPr>
          <a:xfrm>
            <a:off x="9698089" y="46222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TextBox 1118"/>
          <p:cNvSpPr txBox="1"/>
          <p:nvPr/>
        </p:nvSpPr>
        <p:spPr>
          <a:xfrm>
            <a:off x="11018520" y="43891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0.64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11018520" y="45720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0.72</a:t>
            </a:r>
          </a:p>
        </p:txBody>
      </p:sp>
      <p:cxnSp>
        <p:nvCxnSpPr>
          <p:cNvPr id="1121" name="Connector 1120"/>
          <p:cNvCxnSpPr/>
          <p:nvPr/>
        </p:nvCxnSpPr>
        <p:spPr>
          <a:xfrm>
            <a:off x="346075" y="48097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TextBox 1121"/>
          <p:cNvSpPr txBox="1"/>
          <p:nvPr/>
        </p:nvSpPr>
        <p:spPr>
          <a:xfrm>
            <a:off x="346075" y="49286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Бедро (любое)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2697480" y="4928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41/150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3611880" y="4928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0.71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4343400" y="49286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0.75</a:t>
            </a:r>
          </a:p>
        </p:txBody>
      </p:sp>
      <p:cxnSp>
        <p:nvCxnSpPr>
          <p:cNvPr id="1126" name="Connector 1125"/>
          <p:cNvCxnSpPr/>
          <p:nvPr/>
        </p:nvCxnSpPr>
        <p:spPr>
          <a:xfrm>
            <a:off x="5349240" y="49469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>
            <a:off x="53492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59207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64922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70637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>
            <a:off x="76352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>
            <a:off x="6120405" y="4946904"/>
            <a:ext cx="655356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3" name="Oval 1132"/>
          <p:cNvSpPr/>
          <p:nvPr/>
        </p:nvSpPr>
        <p:spPr>
          <a:xfrm>
            <a:off x="6441948" y="48966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4" name="Connector 1133"/>
          <p:cNvCxnSpPr/>
          <p:nvPr/>
        </p:nvCxnSpPr>
        <p:spPr>
          <a:xfrm>
            <a:off x="5349240" y="51389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>
            <a:off x="53492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>
            <a:off x="59207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>
            <a:off x="64922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>
            <a:off x="70637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>
            <a:off x="76352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>
            <a:off x="6446520" y="5138928"/>
            <a:ext cx="434340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1" name="Oval 1140"/>
          <p:cNvSpPr/>
          <p:nvPr/>
        </p:nvSpPr>
        <p:spPr>
          <a:xfrm>
            <a:off x="6656690" y="50794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TextBox 1141"/>
          <p:cNvSpPr txBox="1"/>
          <p:nvPr/>
        </p:nvSpPr>
        <p:spPr>
          <a:xfrm>
            <a:off x="7680960" y="48463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0.50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7680960" y="50292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0.60</a:t>
            </a:r>
          </a:p>
        </p:txBody>
      </p:sp>
      <p:cxnSp>
        <p:nvCxnSpPr>
          <p:cNvPr id="1144" name="Connector 1143"/>
          <p:cNvCxnSpPr/>
          <p:nvPr/>
        </p:nvCxnSpPr>
        <p:spPr>
          <a:xfrm>
            <a:off x="8549640" y="49469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>
            <a:off x="85496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>
            <a:off x="91211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>
            <a:off x="9692639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>
            <a:off x="102641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>
            <a:off x="10835640" y="49103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>
            <a:off x="9164173" y="4946904"/>
            <a:ext cx="915143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Oval 1150"/>
          <p:cNvSpPr/>
          <p:nvPr/>
        </p:nvSpPr>
        <p:spPr>
          <a:xfrm>
            <a:off x="9584972" y="48966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2" name="Connector 1151"/>
          <p:cNvCxnSpPr/>
          <p:nvPr/>
        </p:nvCxnSpPr>
        <p:spPr>
          <a:xfrm>
            <a:off x="8549640" y="51389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>
            <a:off x="85496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91211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9692639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>
            <a:off x="102641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>
            <a:off x="10835640" y="51023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>
            <a:off x="9798052" y="5138928"/>
            <a:ext cx="637948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9" name="Oval 1158"/>
          <p:cNvSpPr/>
          <p:nvPr/>
        </p:nvSpPr>
        <p:spPr>
          <a:xfrm>
            <a:off x="10086073" y="50794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TextBox 1159"/>
          <p:cNvSpPr txBox="1"/>
          <p:nvPr/>
        </p:nvSpPr>
        <p:spPr>
          <a:xfrm>
            <a:off x="11018520" y="48463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11018520" y="50292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0.82</a:t>
            </a:r>
          </a:p>
        </p:txBody>
      </p:sp>
      <p:cxnSp>
        <p:nvCxnSpPr>
          <p:cNvPr id="1162" name="Connector 1161"/>
          <p:cNvCxnSpPr/>
          <p:nvPr/>
        </p:nvCxnSpPr>
        <p:spPr>
          <a:xfrm>
            <a:off x="346075" y="52669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3" name="TextBox 1162"/>
          <p:cNvSpPr txBox="1"/>
          <p:nvPr/>
        </p:nvSpPr>
        <p:spPr>
          <a:xfrm>
            <a:off x="346075" y="5385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Все снимки (любое)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2697480" y="5385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72/249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3611880" y="5385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0.67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4343400" y="5385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0.75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5349240" y="5404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>
            <a:off x="53492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>
            <a:off x="59207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>
            <a:off x="64922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>
            <a:off x="70637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>
            <a:off x="76352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>
            <a:off x="6244264" y="5404104"/>
            <a:ext cx="455269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4" name="Oval 1173"/>
          <p:cNvSpPr/>
          <p:nvPr/>
        </p:nvSpPr>
        <p:spPr>
          <a:xfrm>
            <a:off x="6428810" y="5353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5" name="Connector 1174"/>
          <p:cNvCxnSpPr/>
          <p:nvPr/>
        </p:nvCxnSpPr>
        <p:spPr>
          <a:xfrm>
            <a:off x="5349240" y="5596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>
            <a:off x="53492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>
            <a:off x="59207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>
            <a:off x="64922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>
            <a:off x="70637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>
            <a:off x="76352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>
            <a:off x="6446520" y="5596128"/>
            <a:ext cx="434340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2" name="Oval 1181"/>
          <p:cNvSpPr/>
          <p:nvPr/>
        </p:nvSpPr>
        <p:spPr>
          <a:xfrm>
            <a:off x="6638544" y="5536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TextBox 1182"/>
          <p:cNvSpPr txBox="1"/>
          <p:nvPr/>
        </p:nvSpPr>
        <p:spPr>
          <a:xfrm>
            <a:off x="7680960" y="5303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0.49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7680960" y="5486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0.59</a:t>
            </a:r>
          </a:p>
        </p:txBody>
      </p:sp>
      <p:cxnSp>
        <p:nvCxnSpPr>
          <p:cNvPr id="1185" name="Connector 1184"/>
          <p:cNvCxnSpPr/>
          <p:nvPr/>
        </p:nvCxnSpPr>
        <p:spPr>
          <a:xfrm>
            <a:off x="8549640" y="5404104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>
            <a:off x="85496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>
            <a:off x="91211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>
            <a:off x="9692639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>
            <a:off x="102641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>
            <a:off x="10835640" y="5367528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>
            <a:off x="9326828" y="5404104"/>
            <a:ext cx="595818" cy="0"/>
          </a:xfrm>
          <a:prstGeom prst="line">
            <a:avLst/>
          </a:prstGeom>
          <a:ln w="3810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2" name="Oval 1191"/>
          <p:cNvSpPr/>
          <p:nvPr/>
        </p:nvSpPr>
        <p:spPr>
          <a:xfrm>
            <a:off x="9568264" y="5353812"/>
            <a:ext cx="100584" cy="100584"/>
          </a:xfrm>
          <a:prstGeom prst="ellipse">
            <a:avLst/>
          </a:prstGeom>
          <a:solidFill>
            <a:srgbClr val="8A8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3" name="Connector 1192"/>
          <p:cNvCxnSpPr/>
          <p:nvPr/>
        </p:nvCxnSpPr>
        <p:spPr>
          <a:xfrm>
            <a:off x="8549640" y="5596128"/>
            <a:ext cx="2286000" cy="0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>
            <a:off x="85496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>
            <a:off x="91211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>
            <a:off x="9692639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>
            <a:off x="102641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>
            <a:off x="10835640" y="5559552"/>
            <a:ext cx="0" cy="73152"/>
          </a:xfrm>
          <a:prstGeom prst="line">
            <a:avLst/>
          </a:prstGeom>
          <a:ln w="9525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>
            <a:off x="9751125" y="5596128"/>
            <a:ext cx="501806" cy="0"/>
          </a:xfrm>
          <a:prstGeom prst="line">
            <a:avLst/>
          </a:prstGeom>
          <a:ln w="381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0" name="Oval 1199"/>
          <p:cNvSpPr/>
          <p:nvPr/>
        </p:nvSpPr>
        <p:spPr>
          <a:xfrm>
            <a:off x="9956145" y="5536692"/>
            <a:ext cx="118872" cy="118872"/>
          </a:xfrm>
          <a:prstGeom prst="ellipse">
            <a:avLst/>
          </a:prstGeom>
          <a:solidFill>
            <a:srgbClr val="FF00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TextBox 1200"/>
          <p:cNvSpPr txBox="1"/>
          <p:nvPr/>
        </p:nvSpPr>
        <p:spPr>
          <a:xfrm>
            <a:off x="11018520" y="5303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0.68</a:t>
            </a:r>
          </a:p>
        </p:txBody>
      </p:sp>
      <p:sp>
        <p:nvSpPr>
          <p:cNvPr id="1202" name="TextBox 1201"/>
          <p:cNvSpPr txBox="1"/>
          <p:nvPr/>
        </p:nvSpPr>
        <p:spPr>
          <a:xfrm>
            <a:off x="11018520" y="548640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0.78</a:t>
            </a:r>
          </a:p>
        </p:txBody>
      </p:sp>
      <p:cxnSp>
        <p:nvCxnSpPr>
          <p:cNvPr id="1203" name="Connector 1202"/>
          <p:cNvCxnSpPr/>
          <p:nvPr/>
        </p:nvCxnSpPr>
        <p:spPr>
          <a:xfrm>
            <a:off x="346075" y="5724144"/>
            <a:ext cx="11479860" cy="0"/>
          </a:xfrm>
          <a:prstGeom prst="line">
            <a:avLst/>
          </a:prstGeom>
          <a:ln w="6350">
            <a:solidFill>
              <a:srgbClr val="C9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4" name="Rectangle 1203"/>
          <p:cNvSpPr/>
          <p:nvPr/>
        </p:nvSpPr>
        <p:spPr>
          <a:xfrm>
            <a:off x="346075" y="5870448"/>
            <a:ext cx="274320" cy="91440"/>
          </a:xfrm>
          <a:prstGeom prst="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5" name="TextBox 1204"/>
          <p:cNvSpPr txBox="1"/>
          <p:nvPr/>
        </p:nvSpPr>
        <p:spPr>
          <a:xfrm>
            <a:off x="693547" y="58064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геометрия, ROI по рисунку 6</a:t>
            </a:r>
          </a:p>
        </p:txBody>
      </p:sp>
      <p:sp>
        <p:nvSpPr>
          <p:cNvPr id="1206" name="Rectangle 1205"/>
          <p:cNvSpPr/>
          <p:nvPr/>
        </p:nvSpPr>
        <p:spPr>
          <a:xfrm>
            <a:off x="4572000" y="5870448"/>
            <a:ext cx="274320" cy="9144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7" name="TextBox 1206"/>
          <p:cNvSpPr txBox="1"/>
          <p:nvPr/>
        </p:nvSpPr>
        <p:spPr>
          <a:xfrm>
            <a:off x="4919472" y="580644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геометрия + нейросеть, ROI по длине поля</a:t>
            </a:r>
          </a:p>
        </p:txBody>
      </p:sp>
      <p:sp>
        <p:nvSpPr>
          <p:cNvPr id="1208" name="TextBox 1207"/>
          <p:cNvSpPr txBox="1"/>
          <p:nvPr/>
        </p:nvSpPr>
        <p:spPr>
          <a:xfrm>
            <a:off x="8321040" y="5806440"/>
            <a:ext cx="350215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/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346075" y="6117336"/>
            <a:ext cx="114798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Пороги и нейросеть настраивались на четырёх частях выборки и проверялись на пятой; полосы — 95% доверительный интервал по исследованиям.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935224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ЭКСПЕРИМЕНТЫ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Сравнение моделей ротации и посторонних предметов, OOF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Ротация бедра · 36 из 150</a:t>
            </a:r>
          </a:p>
        </p:txBody>
      </p:sp>
      <p:graphicFrame>
        <p:nvGraphicFramePr>
          <p:cNvPr id="904" name="Chart 903"/>
          <p:cNvGraphicFramePr>
            <a:graphicFrameLocks noGrp="1"/>
          </p:cNvGraphicFramePr>
          <p:nvPr/>
        </p:nvGraphicFramePr>
        <p:xfrm>
          <a:off x="254635" y="2194560"/>
          <a:ext cx="32461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5" name="TextBox 904"/>
          <p:cNvSpPr txBox="1"/>
          <p:nvPr/>
        </p:nvSpPr>
        <p:spPr>
          <a:xfrm>
            <a:off x="3500755" y="208483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ROC-AUC (1.0 — идеал):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3500755" y="2423160"/>
            <a:ext cx="256032" cy="91440"/>
          </a:xfrm>
          <a:prstGeom prst="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3848227" y="234086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выступ 0.68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500755" y="2734056"/>
            <a:ext cx="256032" cy="91440"/>
          </a:xfrm>
          <a:prstGeom prst="rect">
            <a:avLst/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9" name="TextBox 908"/>
          <p:cNvSpPr txBox="1"/>
          <p:nvPr/>
        </p:nvSpPr>
        <p:spPr>
          <a:xfrm>
            <a:off x="3848227" y="26517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0.80</a:t>
            </a:r>
          </a:p>
        </p:txBody>
      </p:sp>
      <p:sp>
        <p:nvSpPr>
          <p:cNvPr id="910" name="Rectangle 909"/>
          <p:cNvSpPr/>
          <p:nvPr/>
        </p:nvSpPr>
        <p:spPr>
          <a:xfrm>
            <a:off x="3500755" y="3044952"/>
            <a:ext cx="256032" cy="91440"/>
          </a:xfrm>
          <a:prstGeom prst="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3848227" y="296265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+ измерение 0.82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500755" y="34290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что реально ставит сервис: правило объединения и порог настроены на других снимках, не на проверочных</a:t>
            </a:r>
          </a:p>
        </p:txBody>
      </p:sp>
      <p:graphicFrame>
        <p:nvGraphicFramePr>
          <p:cNvPr id="913" name="Table 912"/>
          <p:cNvGraphicFramePr>
            <a:graphicFrameLocks noGrp="1"/>
          </p:cNvGraphicFramePr>
          <p:nvPr/>
        </p:nvGraphicFramePr>
        <p:xfrm>
          <a:off x="3500755" y="4023360"/>
          <a:ext cx="2606040" cy="8930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НАШЛИ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БЕЗ ЛОЖНЫХ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выступ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0.48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нейросеть + измерение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0.76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4" name="TextBox 913"/>
          <p:cNvSpPr txBox="1"/>
          <p:nvPr/>
        </p:nvSpPr>
        <p:spPr>
          <a:xfrm>
            <a:off x="346075" y="55321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по горизонтали — доля ложных тревог, по вертикали — доля найденных нарушений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152515" y="1828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Посторонние предметы · 17 из 99</a:t>
            </a:r>
          </a:p>
        </p:txBody>
      </p:sp>
      <p:graphicFrame>
        <p:nvGraphicFramePr>
          <p:cNvPr id="916" name="Chart 915"/>
          <p:cNvGraphicFramePr>
            <a:graphicFrameLocks noGrp="1"/>
          </p:cNvGraphicFramePr>
          <p:nvPr/>
        </p:nvGraphicFramePr>
        <p:xfrm>
          <a:off x="6061075" y="2194560"/>
          <a:ext cx="32461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17" name="TextBox 916"/>
          <p:cNvSpPr txBox="1"/>
          <p:nvPr/>
        </p:nvSpPr>
        <p:spPr>
          <a:xfrm>
            <a:off x="9307195" y="208483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ROC-AUC (1.0 — идеал):</a:t>
            </a:r>
          </a:p>
        </p:txBody>
      </p:sp>
      <p:sp>
        <p:nvSpPr>
          <p:cNvPr id="918" name="Rectangle 917"/>
          <p:cNvSpPr/>
          <p:nvPr/>
        </p:nvSpPr>
        <p:spPr>
          <a:xfrm>
            <a:off x="9307195" y="2423160"/>
            <a:ext cx="256032" cy="91440"/>
          </a:xfrm>
          <a:prstGeom prst="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9654667" y="234086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top-hat 0.79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9307195" y="2734056"/>
            <a:ext cx="256032" cy="91440"/>
          </a:xfrm>
          <a:prstGeom prst="rect">
            <a:avLst/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1" name="TextBox 920"/>
          <p:cNvSpPr txBox="1"/>
          <p:nvPr/>
        </p:nvSpPr>
        <p:spPr>
          <a:xfrm>
            <a:off x="9654667" y="26517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0.83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9307195" y="3044952"/>
            <a:ext cx="256032" cy="91440"/>
          </a:xfrm>
          <a:prstGeom prst="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9654667" y="296265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нейросеть + измерение 0.85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9307195" y="34290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что реально ставит сервис: правило объединения и порог настроены на других снимках, не на проверочных</a:t>
            </a:r>
          </a:p>
        </p:txBody>
      </p:sp>
      <p:graphicFrame>
        <p:nvGraphicFramePr>
          <p:cNvPr id="925" name="Table 924"/>
          <p:cNvGraphicFramePr>
            <a:graphicFrameLocks noGrp="1"/>
          </p:cNvGraphicFramePr>
          <p:nvPr/>
        </p:nvGraphicFramePr>
        <p:xfrm>
          <a:off x="9307195" y="4023360"/>
          <a:ext cx="2606040" cy="8930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НАШЛИ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БЕЗ ЛОЖНЫХ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top-hat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0.58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нейросеть + измерение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6" name="TextBox 925"/>
          <p:cNvSpPr txBox="1"/>
          <p:nvPr/>
        </p:nvSpPr>
        <p:spPr>
          <a:xfrm>
            <a:off x="6152515" y="55321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по горизонтали — доля ложных тревог, по вертикали — доля найденных нарушений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1051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Внутри шагов 3–4 конвейера — шесть модулей, у каждого своя задача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18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565531" y="20116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REGION_CLF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65531" y="2286000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Область снимка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65531" y="2598419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Простая</a:t>
            </a:r>
            <a:r>
              <a:rPr lang="ru-RU" sz="105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детерминированная</a:t>
            </a:r>
            <a:r>
              <a:rPr sz="105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модель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яркости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форме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снимка</a:t>
            </a:r>
            <a:r>
              <a:rPr lang="ru-RU" sz="105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выделяет контур и интересные точки</a:t>
            </a:r>
            <a:r>
              <a:rPr sz="1050" b="0" i="0" dirty="0" smtClean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;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снимок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не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похожий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денситометрию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уходит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ручной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разбор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cxnSp>
        <p:nvCxnSpPr>
          <p:cNvPr id="907" name="Connector 906"/>
          <p:cNvCxnSpPr/>
          <p:nvPr/>
        </p:nvCxnSpPr>
        <p:spPr>
          <a:xfrm>
            <a:off x="565531" y="3474720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565531" y="3547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252 / 252 снимка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4218559" y="1828800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0" name="TextBox 909"/>
          <p:cNvSpPr txBox="1"/>
          <p:nvPr/>
        </p:nvSpPr>
        <p:spPr>
          <a:xfrm>
            <a:off x="4438015" y="20116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SPINE_QC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438015" y="2286000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Позвоночник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438015" y="2598419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Выделяем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кость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центры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позвонков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.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Наклон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оси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—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прямая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через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центры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;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укладка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—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кость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в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зонах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гребней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таза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;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предметы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—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фильтр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ярких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тонких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структур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(top-hat).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4438015" y="3474720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438015" y="3547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ROC-AUC: ось 0.82 · укладка 0.82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8091043" y="1828800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8310499" y="20116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HIP_ROI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8310499" y="2286000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Отступы бедра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8310499" y="2598419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Измеряем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отступы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рисунку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6 ТЗ: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сверху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от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большого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вертела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снизу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от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седалищной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кости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сбоку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от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наружного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контура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бедра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cxnSp>
        <p:nvCxnSpPr>
          <p:cNvPr id="919" name="Connector 918"/>
          <p:cNvCxnSpPr/>
          <p:nvPr/>
        </p:nvCxnSpPr>
        <p:spPr>
          <a:xfrm>
            <a:off x="8310499" y="3474720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8310499" y="3547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 см / 3 см / 2 см по ТЗ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346075" y="4087368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2" name="TextBox 921"/>
          <p:cNvSpPr txBox="1"/>
          <p:nvPr/>
        </p:nvSpPr>
        <p:spPr>
          <a:xfrm>
            <a:off x="565531" y="42702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HIP_ROTATION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565531" y="4544568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Ротация: измерение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65531" y="4856987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Площадь выступа малого вертела над контуром кости, мм²; выход за коридор нормы означает избыточный или недостаточный поворот.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565531" y="5733288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TextBox 925"/>
          <p:cNvSpPr txBox="1"/>
          <p:nvPr/>
        </p:nvSpPr>
        <p:spPr>
          <a:xfrm>
            <a:off x="565531" y="5806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норма 96–272 мм²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4218559" y="4087368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8" name="TextBox 927"/>
          <p:cNvSpPr txBox="1"/>
          <p:nvPr/>
        </p:nvSpPr>
        <p:spPr>
          <a:xfrm>
            <a:off x="4438015" y="42702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CNN_QC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4438015" y="4544568"/>
            <a:ext cx="3291840" cy="441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Нейросеть ResNet-34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4438015" y="4856987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Готовая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нейросеть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ResNet-34,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дообученная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наших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снимках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;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три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копии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ответ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усредняется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;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без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видеокарты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;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подсвечивает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куда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50" b="0" i="0" dirty="0" err="1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смотрела</a:t>
            </a:r>
            <a:r>
              <a:rPr sz="1050" b="0" i="0" dirty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cxnSp>
        <p:nvCxnSpPr>
          <p:cNvPr id="931" name="Connector 930"/>
          <p:cNvCxnSpPr/>
          <p:nvPr/>
        </p:nvCxnSpPr>
        <p:spPr>
          <a:xfrm>
            <a:off x="4438015" y="5733288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4438015" y="5806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ROC-AUC с измерением 0.82 · 0.85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8091043" y="4087368"/>
            <a:ext cx="373075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4" name="TextBox 933"/>
          <p:cNvSpPr txBox="1"/>
          <p:nvPr/>
        </p:nvSpPr>
        <p:spPr>
          <a:xfrm>
            <a:off x="8310499" y="42702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DXA_QC · ДИАГНОСТИКА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8310499" y="4544568"/>
            <a:ext cx="3291840" cy="2209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Опорные точки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8310499" y="4856987"/>
            <a:ext cx="3291840" cy="830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U-Net с ResNet-34 находит 29 анатомических точек; дообучена на 359 врачебных фрагментах. Проверяет видимую часть Th12, оценивает сколиоз по L1–L4 и выступ малого вертела.</a:t>
            </a:r>
          </a:p>
        </p:txBody>
      </p:sp>
      <p:cxnSp>
        <p:nvCxnSpPr>
          <p:cNvPr id="937" name="Connector 936"/>
          <p:cNvCxnSpPr/>
          <p:nvPr/>
        </p:nvCxnSpPr>
        <p:spPr>
          <a:xfrm>
            <a:off x="8310499" y="5733288"/>
            <a:ext cx="3291840" cy="0"/>
          </a:xfrm>
          <a:prstGeom prst="line">
            <a:avLst/>
          </a:prstGeom>
          <a:ln w="12700">
            <a:solidFill>
              <a:srgbClr val="FF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8310499" y="5806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медиана 1.27 мм · угол 0.37°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74777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Зона роста</a:t>
            </a:r>
            <a:endParaRPr sz="2000" b="1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lang="ru-RU" sz="2200" b="1" i="0" dirty="0" smtClean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Большую часть ограничений снимает больший размеченный датасет</a:t>
            </a:r>
            <a:endParaRPr sz="2200" b="1" i="0" dirty="0">
              <a:solidFill>
                <a:srgbClr val="520977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19</a:t>
            </a:r>
          </a:p>
        </p:txBody>
      </p:sp>
      <p:graphicFrame>
        <p:nvGraphicFramePr>
          <p:cNvPr id="903" name="Table 902"/>
          <p:cNvGraphicFramePr>
            <a:graphicFrameLocks noGrp="1"/>
          </p:cNvGraphicFramePr>
          <p:nvPr/>
        </p:nvGraphicFramePr>
        <p:xfrm>
          <a:off x="346075" y="1828800"/>
          <a:ext cx="11479859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ПРОБЛЕМА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ПОТЕНЦИАЛЬНОЕ РЕШЕНИЕ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РЕШИТ ДАТАСЕТ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Мало нарушений: 6–36 на критерий, пороги неустойчивы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Больше размеченных снимков; отметки операторов в пилоте — для перекалибровки порогов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✓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Ось: у 7 из 10 нарушений угол меньше 5°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Собрать размеченные нарушения оси и формализовать по ним правило эксперта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✓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Сколиоз по одному углу не отличить от наклона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Размеченные случаи сколиоза; справочная оценка дуги по точкам L1–L4 уже есть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✓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Ротация бедра: точность порога растёт с числом примеров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Больше примеров ротации — устойчивый порог объединённой оценки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✓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Нумерация позвонков на нетипичных снимках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Больше разметки позвоночника, опорные уровни Th12 и L5 в обучении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✓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Один аппарат, масштаб задан константой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Снимки других денситометров: проверить масштаб, дообучить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✓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20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548640" y="118872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Спасибо!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548640" y="22860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Готовы ответить на вопросы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548640" y="31546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РЕПОЗИТОРИЙ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548640" y="3392424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github.com/theorcos239/LCT_2026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48640" y="3813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ВЕБ-ДЕМОНСТРАЦИЯ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48640" y="4050792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https://89.208.196.172 — открытый доступ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548640" y="447141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TELEGRAM-БОТ (ДЕМОНСТРАЦИЯ)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548640" y="470916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@LCT_bone_density_research_bot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548640" y="512978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docs/USER_GUIDE.md — работа с сервисом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548640" y="5367528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docs/REVIEW.md — запуск за 5 минут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537960" y="315468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2" name="Picture 911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46120"/>
            <a:ext cx="1417320" cy="141732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6537960" y="48463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репозиторий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11064</TotalTime>
  <Words>2614</Words>
  <Application>Microsoft Office PowerPoint</Application>
  <PresentationFormat>Широкоэкранный</PresentationFormat>
  <Paragraphs>526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Montserrat</vt:lpstr>
      <vt:lpstr>Amatic SC</vt:lpstr>
      <vt:lpstr>Wingdings</vt:lpstr>
      <vt:lpstr>Calibri</vt:lpstr>
      <vt:lpstr>Arial</vt:lpstr>
      <vt:lpstr>Для Академия инноваторов 16_9</vt:lpstr>
      <vt:lpstr>Презентация PowerPoint</vt:lpstr>
      <vt:lpstr>Команда 239.Hack</vt:lpstr>
      <vt:lpstr>КОМАНДА</vt:lpstr>
      <vt:lpstr>ИСТОРИЯ И ВЫЗОВЫ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User</cp:lastModifiedBy>
  <cp:revision>99</cp:revision>
  <dcterms:created xsi:type="dcterms:W3CDTF">2023-05-15T07:36:23Z</dcterms:created>
  <dcterms:modified xsi:type="dcterms:W3CDTF">2026-10-20T20:01:01Z</dcterms:modified>
</cp:coreProperties>
</file>