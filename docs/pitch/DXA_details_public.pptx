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Lst>
  <p:notesMasterIdLst>
    <p:notesMasterId r:id="rId15"/>
  </p:notesMasterIdLst>
  <p:handoutMasterIdLst>
    <p:handoutMasterId r:id="rId16"/>
  </p:handoutMasterIdLst>
  <p:sldIdLst>
    <p:sldId id="393" r:id="rId2"/>
    <p:sldId id="394" r:id="rId3"/>
    <p:sldId id="392" r:id="rId4"/>
    <p:sldId id="367" r:id="rId5"/>
    <p:sldId id="389" r:id="rId6"/>
    <p:sldId id="390" r:id="rId7"/>
    <p:sldId id="391" r:id="rId8"/>
    <p:sldId id="370" r:id="rId9"/>
    <p:sldId id="376" r:id="rId10"/>
    <p:sldId id="377" r:id="rId11"/>
    <p:sldId id="382" r:id="rId12"/>
    <p:sldId id="384" r:id="rId13"/>
    <p:sldId id="395" r:id="rId14"/>
  </p:sldIdLst>
  <p:sldSz cx="12192000" cy="6858000"/>
  <p:notesSz cx="6858000" cy="9144000"/>
  <p:embeddedFontLst>
    <p:embeddedFont>
      <p:font typeface="Montserrat" panose="020B0604020202020204" charset="-52"/>
      <p:regular r:id="rId17"/>
      <p:bold r:id="rId18"/>
      <p:italic r:id="rId19"/>
      <p:boldItalic r:id="rId20"/>
    </p:embeddedFont>
    <p:embeddedFont>
      <p:font typeface="Calibri" panose="020F0502020204030204" pitchFamily="34" charset="0"/>
      <p:regular r:id="rId21"/>
      <p:bold r:id="rId22"/>
      <p:italic r:id="rId23"/>
      <p:boldItalic r:id="rId24"/>
    </p:embeddedFont>
  </p:embeddedFontLst>
  <p:defaultTextStyle>
    <a:defPPr>
      <a:defRPr lang="ru-RU"/>
    </a:defPPr>
    <a:lvl1pPr marL="0" algn="l" defTabSz="914220" rtl="0" eaLnBrk="1" latinLnBrk="0" hangingPunct="1">
      <a:defRPr sz="1800" kern="1200">
        <a:solidFill>
          <a:schemeClr val="tx1"/>
        </a:solidFill>
        <a:latin typeface="+mn-lt"/>
        <a:ea typeface="+mn-ea"/>
        <a:cs typeface="+mn-cs"/>
      </a:defRPr>
    </a:lvl1pPr>
    <a:lvl2pPr marL="457110" algn="l" defTabSz="914220" rtl="0" eaLnBrk="1" latinLnBrk="0" hangingPunct="1">
      <a:defRPr sz="1800" kern="1200">
        <a:solidFill>
          <a:schemeClr val="tx1"/>
        </a:solidFill>
        <a:latin typeface="+mn-lt"/>
        <a:ea typeface="+mn-ea"/>
        <a:cs typeface="+mn-cs"/>
      </a:defRPr>
    </a:lvl2pPr>
    <a:lvl3pPr marL="914220" algn="l" defTabSz="914220" rtl="0" eaLnBrk="1" latinLnBrk="0" hangingPunct="1">
      <a:defRPr sz="1800" kern="1200">
        <a:solidFill>
          <a:schemeClr val="tx1"/>
        </a:solidFill>
        <a:latin typeface="+mn-lt"/>
        <a:ea typeface="+mn-ea"/>
        <a:cs typeface="+mn-cs"/>
      </a:defRPr>
    </a:lvl3pPr>
    <a:lvl4pPr marL="1371329" algn="l" defTabSz="914220" rtl="0" eaLnBrk="1" latinLnBrk="0" hangingPunct="1">
      <a:defRPr sz="1800" kern="1200">
        <a:solidFill>
          <a:schemeClr val="tx1"/>
        </a:solidFill>
        <a:latin typeface="+mn-lt"/>
        <a:ea typeface="+mn-ea"/>
        <a:cs typeface="+mn-cs"/>
      </a:defRPr>
    </a:lvl4pPr>
    <a:lvl5pPr marL="1828439" algn="l" defTabSz="914220" rtl="0" eaLnBrk="1" latinLnBrk="0" hangingPunct="1">
      <a:defRPr sz="1800" kern="1200">
        <a:solidFill>
          <a:schemeClr val="tx1"/>
        </a:solidFill>
        <a:latin typeface="+mn-lt"/>
        <a:ea typeface="+mn-ea"/>
        <a:cs typeface="+mn-cs"/>
      </a:defRPr>
    </a:lvl5pPr>
    <a:lvl6pPr marL="2285549" algn="l" defTabSz="914220" rtl="0" eaLnBrk="1" latinLnBrk="0" hangingPunct="1">
      <a:defRPr sz="1800" kern="1200">
        <a:solidFill>
          <a:schemeClr val="tx1"/>
        </a:solidFill>
        <a:latin typeface="+mn-lt"/>
        <a:ea typeface="+mn-ea"/>
        <a:cs typeface="+mn-cs"/>
      </a:defRPr>
    </a:lvl6pPr>
    <a:lvl7pPr marL="2742658" algn="l" defTabSz="914220" rtl="0" eaLnBrk="1" latinLnBrk="0" hangingPunct="1">
      <a:defRPr sz="1800" kern="1200">
        <a:solidFill>
          <a:schemeClr val="tx1"/>
        </a:solidFill>
        <a:latin typeface="+mn-lt"/>
        <a:ea typeface="+mn-ea"/>
        <a:cs typeface="+mn-cs"/>
      </a:defRPr>
    </a:lvl7pPr>
    <a:lvl8pPr marL="3199765" algn="l" defTabSz="914220" rtl="0" eaLnBrk="1" latinLnBrk="0" hangingPunct="1">
      <a:defRPr sz="1800" kern="1200">
        <a:solidFill>
          <a:schemeClr val="tx1"/>
        </a:solidFill>
        <a:latin typeface="+mn-lt"/>
        <a:ea typeface="+mn-ea"/>
        <a:cs typeface="+mn-cs"/>
      </a:defRPr>
    </a:lvl8pPr>
    <a:lvl9pPr marL="3656877" algn="l" defTabSz="91422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Обязательные слайды" id="{248E5CD8-1028-4246-90C7-3263F7F286D3}">
          <p14:sldIdLst/>
        </p14:section>
        <p14:section name="Информация" id="{9FA27940-A45B-471D-96EC-3FCE80AE8A9B}">
          <p14:sldIdLst>
            <p14:sldId id="393"/>
            <p14:sldId id="394"/>
            <p14:sldId id="392"/>
            <p14:sldId id="367"/>
          </p14:sldIdLst>
        </p14:section>
        <p14:section name="Материалы" id="{0F84D0DE-CEB1-417E-B269-8B3EB04B5FA6}">
          <p14:sldIdLst/>
        </p14:section>
        <p14:section name="Шаблоны слайдов" id="{24401F80-F81B-49C3-8D55-70A14F0BF8FF}">
          <p14:sldIdLst>
            <p14:sldId id="389"/>
            <p14:sldId id="390"/>
            <p14:sldId id="391"/>
            <p14:sldId id="370"/>
            <p14:sldId id="376"/>
            <p14:sldId id="377"/>
            <p14:sldId id="382"/>
            <p14:sldId id="384"/>
            <p14:sldId id="395"/>
          </p14:sldIdLst>
        </p14:section>
      </p14:sectionLst>
    </p:ext>
    <p:ext uri="{EFAFB233-063F-42B5-8137-9DF3F51BA10A}">
      <p15:sldGuideLst xmlns:p15="http://schemas.microsoft.com/office/powerpoint/2012/main">
        <p15:guide id="2" pos="597" userDrawn="1">
          <p15:clr>
            <a:srgbClr val="A4A3A4"/>
          </p15:clr>
        </p15:guide>
        <p15:guide id="3" pos="3591" userDrawn="1">
          <p15:clr>
            <a:srgbClr val="A4A3A4"/>
          </p15:clr>
        </p15:guide>
        <p15:guide id="4" pos="5496" userDrawn="1">
          <p15:clr>
            <a:srgbClr val="A4A3A4"/>
          </p15:clr>
        </p15:guide>
        <p15:guide id="5" pos="4112" userDrawn="1">
          <p15:clr>
            <a:srgbClr val="A4A3A4"/>
          </p15:clr>
        </p15:guide>
        <p15:guide id="6" pos="393" userDrawn="1">
          <p15:clr>
            <a:srgbClr val="A4A3A4"/>
          </p15:clr>
        </p15:guide>
        <p15:guide id="7"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CEE4"/>
    <a:srgbClr val="FFD6E3"/>
    <a:srgbClr val="FFFFFF"/>
    <a:srgbClr val="753A93"/>
    <a:srgbClr val="976BAE"/>
    <a:srgbClr val="F92571"/>
    <a:srgbClr val="8226E3"/>
    <a:srgbClr val="2D1451"/>
    <a:srgbClr val="222A35"/>
    <a:srgbClr val="55D4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839"/>
  </p:normalViewPr>
  <p:slideViewPr>
    <p:cSldViewPr snapToGrid="0" showGuides="1">
      <p:cViewPr varScale="1">
        <p:scale>
          <a:sx n="90" d="100"/>
          <a:sy n="90" d="100"/>
        </p:scale>
        <p:origin x="98" y="29"/>
      </p:cViewPr>
      <p:guideLst>
        <p:guide pos="597"/>
        <p:guide pos="3591"/>
        <p:guide pos="5496"/>
        <p:guide pos="4112"/>
        <p:guide pos="393"/>
        <p:guide orient="horz" pos="2160"/>
      </p:guideLst>
    </p:cSldViewPr>
  </p:slideViewPr>
  <p:outlineViewPr>
    <p:cViewPr>
      <p:scale>
        <a:sx n="33" d="100"/>
        <a:sy n="33" d="100"/>
      </p:scale>
      <p:origin x="0" y="0"/>
    </p:cViewPr>
  </p:outlineViewPr>
  <p:notesTextViewPr>
    <p:cViewPr>
      <p:scale>
        <a:sx n="33" d="100"/>
        <a:sy n="33" d="100"/>
      </p:scale>
      <p:origin x="0" y="0"/>
    </p:cViewPr>
  </p:notesTextViewPr>
  <p:notesViewPr>
    <p:cSldViewPr snapToGrid="0">
      <p:cViewPr varScale="1">
        <p:scale>
          <a:sx n="86" d="100"/>
          <a:sy n="86" d="100"/>
        </p:scale>
        <p:origin x="3928" y="2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font" Target="fonts/font7.fntdata"/><Relationship Id="rId24" Type="http://schemas.openxmlformats.org/officeDocument/2006/relationships/font" Target="fonts/font8.fntdata"/><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_____Microsoft_Excel.xlsx"/></Relationships>
</file>

<file path=ppt/charts/_rels/chart2.xml.rels><?xml version='1.0' encoding='UTF-8' standalone='yes'?>
<Relationships xmlns="http://schemas.openxmlformats.org/package/2006/relationships"><Relationship Id="rId1" Type="http://schemas.openxmlformats.org/officeDocument/2006/relationships/package" Target="../embeddings/_____Microsoft_Excel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ru-RU"/>
  <c:roundedCorners val="1"/>
  <c:style val="2"/>
  <c:chart>
    <c:autoTitleDeleted val="1"/>
    <c:plotArea>
      <c:layout/>
      <c:scatterChart>
        <c:scatterStyle val="lineMarker"/>
        <c:varyColors val="0"/>
        <c:ser>
          <c:idx val="0"/>
          <c:order val="0"/>
          <c:tx>
            <c:strRef>
              <c:f>Sheet1!$B$1</c:f>
              <c:strCache>
                <c:ptCount val="1"/>
                <c:pt idx="0">
                  <c:v>выступ</c:v>
                </c:pt>
              </c:strCache>
            </c:strRef>
          </c:tx>
          <c:spPr>
            <a:ln w="12700">
              <a:solidFill>
                <a:srgbClr val="8A83D1"/>
              </a:solidFill>
              <a:prstDash val="dash"/>
            </a:ln>
          </c:spPr>
          <c:marker>
            <c:symbol val="none"/>
          </c:marker>
          <c:xVal>
            <c:numRef>
              <c:f>Sheet1!$A$2:$A$58</c:f>
              <c:numCache>
                <c:formatCode>General</c:formatCode>
                <c:ptCount val="57"/>
                <c:pt idx="0">
                  <c:v>0</c:v>
                </c:pt>
                <c:pt idx="1">
                  <c:v>0</c:v>
                </c:pt>
                <c:pt idx="2">
                  <c:v>8.771929824561403E-3</c:v>
                </c:pt>
                <c:pt idx="3">
                  <c:v>1.754385964912281E-2</c:v>
                </c:pt>
                <c:pt idx="4">
                  <c:v>1.754385964912281E-2</c:v>
                </c:pt>
                <c:pt idx="5">
                  <c:v>2.6315789473684209E-2</c:v>
                </c:pt>
                <c:pt idx="6">
                  <c:v>2.6315789473684209E-2</c:v>
                </c:pt>
                <c:pt idx="7">
                  <c:v>2.6315789473684209E-2</c:v>
                </c:pt>
                <c:pt idx="8">
                  <c:v>3.5087719298245612E-2</c:v>
                </c:pt>
                <c:pt idx="9">
                  <c:v>4.3859649122807022E-2</c:v>
                </c:pt>
                <c:pt idx="10">
                  <c:v>4.3859649122807022E-2</c:v>
                </c:pt>
                <c:pt idx="11">
                  <c:v>4.3859649122807022E-2</c:v>
                </c:pt>
                <c:pt idx="12">
                  <c:v>5.2631578947368418E-2</c:v>
                </c:pt>
                <c:pt idx="13">
                  <c:v>5.2631578947368418E-2</c:v>
                </c:pt>
                <c:pt idx="14">
                  <c:v>6.1403508771929821E-2</c:v>
                </c:pt>
                <c:pt idx="15">
                  <c:v>6.1403508771929821E-2</c:v>
                </c:pt>
                <c:pt idx="16">
                  <c:v>7.0175438596491224E-2</c:v>
                </c:pt>
                <c:pt idx="17">
                  <c:v>7.0175438596491224E-2</c:v>
                </c:pt>
                <c:pt idx="18">
                  <c:v>7.8947368421052627E-2</c:v>
                </c:pt>
                <c:pt idx="19">
                  <c:v>7.8947368421052627E-2</c:v>
                </c:pt>
                <c:pt idx="20">
                  <c:v>7.8947368421052627E-2</c:v>
                </c:pt>
                <c:pt idx="21">
                  <c:v>7.8947368421052627E-2</c:v>
                </c:pt>
                <c:pt idx="22">
                  <c:v>8.771929824561403E-2</c:v>
                </c:pt>
                <c:pt idx="23">
                  <c:v>9.6491228070175433E-2</c:v>
                </c:pt>
                <c:pt idx="24">
                  <c:v>9.6491228070175433E-2</c:v>
                </c:pt>
                <c:pt idx="25">
                  <c:v>9.6491228070175433E-2</c:v>
                </c:pt>
                <c:pt idx="26">
                  <c:v>9.6491228070175433E-2</c:v>
                </c:pt>
                <c:pt idx="27">
                  <c:v>0.10526315789473679</c:v>
                </c:pt>
                <c:pt idx="28">
                  <c:v>0.1140350877192982</c:v>
                </c:pt>
                <c:pt idx="29">
                  <c:v>0.1228070175438596</c:v>
                </c:pt>
                <c:pt idx="30">
                  <c:v>0.13157894736842099</c:v>
                </c:pt>
                <c:pt idx="31">
                  <c:v>0.14035087719298239</c:v>
                </c:pt>
                <c:pt idx="32">
                  <c:v>0.14912280701754391</c:v>
                </c:pt>
                <c:pt idx="33">
                  <c:v>0.15789473684210531</c:v>
                </c:pt>
                <c:pt idx="34">
                  <c:v>0.16666666666666671</c:v>
                </c:pt>
                <c:pt idx="35">
                  <c:v>0.17543859649122809</c:v>
                </c:pt>
                <c:pt idx="36">
                  <c:v>0.18421052631578949</c:v>
                </c:pt>
                <c:pt idx="37">
                  <c:v>0.19298245614035089</c:v>
                </c:pt>
                <c:pt idx="38">
                  <c:v>0.19298245614035089</c:v>
                </c:pt>
                <c:pt idx="39">
                  <c:v>0.2017543859649123</c:v>
                </c:pt>
                <c:pt idx="40">
                  <c:v>0.2105263157894737</c:v>
                </c:pt>
                <c:pt idx="41">
                  <c:v>0.2192982456140351</c:v>
                </c:pt>
                <c:pt idx="42">
                  <c:v>0.22807017543859651</c:v>
                </c:pt>
                <c:pt idx="43">
                  <c:v>0.23684210526315791</c:v>
                </c:pt>
                <c:pt idx="44">
                  <c:v>0.24561403508771931</c:v>
                </c:pt>
                <c:pt idx="45">
                  <c:v>0.24561403508771931</c:v>
                </c:pt>
                <c:pt idx="46">
                  <c:v>0.24561403508771931</c:v>
                </c:pt>
                <c:pt idx="47">
                  <c:v>0.24561403508771931</c:v>
                </c:pt>
                <c:pt idx="48">
                  <c:v>0.25438596491228072</c:v>
                </c:pt>
                <c:pt idx="49">
                  <c:v>0.25438596491228072</c:v>
                </c:pt>
                <c:pt idx="50">
                  <c:v>0.26315789473684209</c:v>
                </c:pt>
                <c:pt idx="51">
                  <c:v>0.27192982456140352</c:v>
                </c:pt>
                <c:pt idx="52">
                  <c:v>0.2807017543859649</c:v>
                </c:pt>
                <c:pt idx="53">
                  <c:v>0.2807017543859649</c:v>
                </c:pt>
                <c:pt idx="54">
                  <c:v>0.28947368421052633</c:v>
                </c:pt>
                <c:pt idx="55">
                  <c:v>0.2982456140350877</c:v>
                </c:pt>
                <c:pt idx="56">
                  <c:v>1</c:v>
                </c:pt>
              </c:numCache>
            </c:numRef>
          </c:xVal>
          <c:yVal>
            <c:numRef>
              <c:f>Sheet1!$B$2:$B$58</c:f>
              <c:numCache>
                <c:formatCode>General</c:formatCode>
                <c:ptCount val="57"/>
                <c:pt idx="0">
                  <c:v>0</c:v>
                </c:pt>
                <c:pt idx="1">
                  <c:v>2.777777777777778E-2</c:v>
                </c:pt>
                <c:pt idx="2">
                  <c:v>2.777777777777778E-2</c:v>
                </c:pt>
                <c:pt idx="3">
                  <c:v>2.777777777777778E-2</c:v>
                </c:pt>
                <c:pt idx="4">
                  <c:v>5.5555555555555552E-2</c:v>
                </c:pt>
                <c:pt idx="5">
                  <c:v>5.5555555555555552E-2</c:v>
                </c:pt>
                <c:pt idx="6">
                  <c:v>8.3333333333333329E-2</c:v>
                </c:pt>
                <c:pt idx="7">
                  <c:v>0.1111111111111111</c:v>
                </c:pt>
                <c:pt idx="8">
                  <c:v>0.1388888888888889</c:v>
                </c:pt>
                <c:pt idx="9">
                  <c:v>0.1388888888888889</c:v>
                </c:pt>
                <c:pt idx="10">
                  <c:v>0.16666666666666671</c:v>
                </c:pt>
                <c:pt idx="11">
                  <c:v>0.19444444444444439</c:v>
                </c:pt>
                <c:pt idx="12">
                  <c:v>0.19444444444444439</c:v>
                </c:pt>
                <c:pt idx="13">
                  <c:v>0.22222222222222221</c:v>
                </c:pt>
                <c:pt idx="14">
                  <c:v>0.22222222222222221</c:v>
                </c:pt>
                <c:pt idx="15">
                  <c:v>0.25</c:v>
                </c:pt>
                <c:pt idx="16">
                  <c:v>0.25</c:v>
                </c:pt>
                <c:pt idx="17">
                  <c:v>0.27777777777777779</c:v>
                </c:pt>
                <c:pt idx="18">
                  <c:v>0.27777777777777779</c:v>
                </c:pt>
                <c:pt idx="19">
                  <c:v>0.30555555555555558</c:v>
                </c:pt>
                <c:pt idx="20">
                  <c:v>0.33333333333333331</c:v>
                </c:pt>
                <c:pt idx="21">
                  <c:v>0.3611111111111111</c:v>
                </c:pt>
                <c:pt idx="22">
                  <c:v>0.3611111111111111</c:v>
                </c:pt>
                <c:pt idx="23">
                  <c:v>0.3611111111111111</c:v>
                </c:pt>
                <c:pt idx="24">
                  <c:v>0.3888888888888889</c:v>
                </c:pt>
                <c:pt idx="25">
                  <c:v>0.41666666666666669</c:v>
                </c:pt>
                <c:pt idx="26">
                  <c:v>0.44444444444444442</c:v>
                </c:pt>
                <c:pt idx="27">
                  <c:v>0.44444444444444442</c:v>
                </c:pt>
                <c:pt idx="28">
                  <c:v>0.44444444444444442</c:v>
                </c:pt>
                <c:pt idx="29">
                  <c:v>0.44444444444444442</c:v>
                </c:pt>
                <c:pt idx="30">
                  <c:v>0.44444444444444442</c:v>
                </c:pt>
                <c:pt idx="31">
                  <c:v>0.44444444444444442</c:v>
                </c:pt>
                <c:pt idx="32">
                  <c:v>0.44444444444444442</c:v>
                </c:pt>
                <c:pt idx="33">
                  <c:v>0.44444444444444442</c:v>
                </c:pt>
                <c:pt idx="34">
                  <c:v>0.44444444444444442</c:v>
                </c:pt>
                <c:pt idx="35">
                  <c:v>0.44444444444444442</c:v>
                </c:pt>
                <c:pt idx="36">
                  <c:v>0.44444444444444442</c:v>
                </c:pt>
                <c:pt idx="37">
                  <c:v>0.44444444444444442</c:v>
                </c:pt>
                <c:pt idx="38">
                  <c:v>0.47222222222222221</c:v>
                </c:pt>
                <c:pt idx="39">
                  <c:v>0.47222222222222221</c:v>
                </c:pt>
                <c:pt idx="40">
                  <c:v>0.47222222222222221</c:v>
                </c:pt>
                <c:pt idx="41">
                  <c:v>0.47222222222222221</c:v>
                </c:pt>
                <c:pt idx="42">
                  <c:v>0.47222222222222221</c:v>
                </c:pt>
                <c:pt idx="43">
                  <c:v>0.47222222222222221</c:v>
                </c:pt>
                <c:pt idx="44">
                  <c:v>0.47222222222222221</c:v>
                </c:pt>
                <c:pt idx="45">
                  <c:v>0.5</c:v>
                </c:pt>
                <c:pt idx="46">
                  <c:v>0.52777777777777779</c:v>
                </c:pt>
                <c:pt idx="47">
                  <c:v>0.55555555555555558</c:v>
                </c:pt>
                <c:pt idx="48">
                  <c:v>0.55555555555555558</c:v>
                </c:pt>
                <c:pt idx="49">
                  <c:v>0.58333333333333337</c:v>
                </c:pt>
                <c:pt idx="50">
                  <c:v>0.58333333333333337</c:v>
                </c:pt>
                <c:pt idx="51">
                  <c:v>0.58333333333333337</c:v>
                </c:pt>
                <c:pt idx="52">
                  <c:v>0.58333333333333337</c:v>
                </c:pt>
                <c:pt idx="53">
                  <c:v>0.61111111111111116</c:v>
                </c:pt>
                <c:pt idx="54">
                  <c:v>0.61111111111111116</c:v>
                </c:pt>
                <c:pt idx="55">
                  <c:v>0.61111111111111116</c:v>
                </c:pt>
                <c:pt idx="56">
                  <c:v>1</c:v>
                </c:pt>
              </c:numCache>
            </c:numRef>
          </c:yVal>
          <c:smooth val="0"/>
          <c:extLst>
            <c:ext xmlns:c16="http://schemas.microsoft.com/office/drawing/2014/chart" uri="{C3380CC4-5D6E-409C-BE32-E72D297353CC}">
              <c16:uniqueId val="{00000000-D128-4408-AEF8-5CFE4AD7BABF}"/>
            </c:ext>
          </c:extLst>
        </c:ser>
        <c:ser>
          <c:idx val="1"/>
          <c:order val="1"/>
          <c:tx>
            <c:strRef>
              <c:f>Sheet1!$B$60</c:f>
              <c:strCache>
                <c:ptCount val="1"/>
                <c:pt idx="0">
                  <c:v>нейросеть</c:v>
                </c:pt>
              </c:strCache>
            </c:strRef>
          </c:tx>
          <c:spPr>
            <a:ln w="31750">
              <a:solidFill>
                <a:srgbClr val="FC3777"/>
              </a:solidFill>
            </a:ln>
          </c:spPr>
          <c:marker>
            <c:symbol val="none"/>
          </c:marker>
          <c:xVal>
            <c:numRef>
              <c:f>Sheet1!$A$61:$A$211</c:f>
              <c:numCache>
                <c:formatCode>General</c:formatCode>
                <c:ptCount val="151"/>
                <c:pt idx="0">
                  <c:v>0</c:v>
                </c:pt>
                <c:pt idx="1">
                  <c:v>0</c:v>
                </c:pt>
                <c:pt idx="2">
                  <c:v>0</c:v>
                </c:pt>
                <c:pt idx="3">
                  <c:v>0</c:v>
                </c:pt>
                <c:pt idx="4">
                  <c:v>0</c:v>
                </c:pt>
                <c:pt idx="5">
                  <c:v>0</c:v>
                </c:pt>
                <c:pt idx="6">
                  <c:v>0</c:v>
                </c:pt>
                <c:pt idx="7">
                  <c:v>0</c:v>
                </c:pt>
                <c:pt idx="8">
                  <c:v>8.771929824561403E-3</c:v>
                </c:pt>
                <c:pt idx="9">
                  <c:v>8.771929824561403E-3</c:v>
                </c:pt>
                <c:pt idx="10">
                  <c:v>1.754385964912281E-2</c:v>
                </c:pt>
                <c:pt idx="11">
                  <c:v>1.754385964912281E-2</c:v>
                </c:pt>
                <c:pt idx="12">
                  <c:v>2.6315789473684209E-2</c:v>
                </c:pt>
                <c:pt idx="13">
                  <c:v>3.5087719298245612E-2</c:v>
                </c:pt>
                <c:pt idx="14">
                  <c:v>3.5087719298245612E-2</c:v>
                </c:pt>
                <c:pt idx="15">
                  <c:v>3.5087719298245612E-2</c:v>
                </c:pt>
                <c:pt idx="16">
                  <c:v>4.3859649122807022E-2</c:v>
                </c:pt>
                <c:pt idx="17">
                  <c:v>5.2631578947368418E-2</c:v>
                </c:pt>
                <c:pt idx="18">
                  <c:v>6.1403508771929821E-2</c:v>
                </c:pt>
                <c:pt idx="19">
                  <c:v>6.1403508771929821E-2</c:v>
                </c:pt>
                <c:pt idx="20">
                  <c:v>6.1403508771929821E-2</c:v>
                </c:pt>
                <c:pt idx="21">
                  <c:v>6.1403508771929821E-2</c:v>
                </c:pt>
                <c:pt idx="22">
                  <c:v>7.0175438596491224E-2</c:v>
                </c:pt>
                <c:pt idx="23">
                  <c:v>7.8947368421052627E-2</c:v>
                </c:pt>
                <c:pt idx="24">
                  <c:v>8.771929824561403E-2</c:v>
                </c:pt>
                <c:pt idx="25">
                  <c:v>8.771929824561403E-2</c:v>
                </c:pt>
                <c:pt idx="26">
                  <c:v>8.771929824561403E-2</c:v>
                </c:pt>
                <c:pt idx="27">
                  <c:v>9.6491228070175433E-2</c:v>
                </c:pt>
                <c:pt idx="28">
                  <c:v>9.6491228070175433E-2</c:v>
                </c:pt>
                <c:pt idx="29">
                  <c:v>9.6491228070175433E-2</c:v>
                </c:pt>
                <c:pt idx="30">
                  <c:v>0.10526315789473679</c:v>
                </c:pt>
                <c:pt idx="31">
                  <c:v>0.1140350877192982</c:v>
                </c:pt>
                <c:pt idx="32">
                  <c:v>0.1140350877192982</c:v>
                </c:pt>
                <c:pt idx="33">
                  <c:v>0.1228070175438596</c:v>
                </c:pt>
                <c:pt idx="34">
                  <c:v>0.1228070175438596</c:v>
                </c:pt>
                <c:pt idx="35">
                  <c:v>0.13157894736842099</c:v>
                </c:pt>
                <c:pt idx="36">
                  <c:v>0.14035087719298239</c:v>
                </c:pt>
                <c:pt idx="37">
                  <c:v>0.14035087719298239</c:v>
                </c:pt>
                <c:pt idx="38">
                  <c:v>0.14912280701754391</c:v>
                </c:pt>
                <c:pt idx="39">
                  <c:v>0.15789473684210531</c:v>
                </c:pt>
                <c:pt idx="40">
                  <c:v>0.16666666666666671</c:v>
                </c:pt>
                <c:pt idx="41">
                  <c:v>0.16666666666666671</c:v>
                </c:pt>
                <c:pt idx="42">
                  <c:v>0.16666666666666671</c:v>
                </c:pt>
                <c:pt idx="43">
                  <c:v>0.16666666666666671</c:v>
                </c:pt>
                <c:pt idx="44">
                  <c:v>0.17543859649122809</c:v>
                </c:pt>
                <c:pt idx="45">
                  <c:v>0.18421052631578949</c:v>
                </c:pt>
                <c:pt idx="46">
                  <c:v>0.19298245614035089</c:v>
                </c:pt>
                <c:pt idx="47">
                  <c:v>0.19298245614035089</c:v>
                </c:pt>
                <c:pt idx="48">
                  <c:v>0.2017543859649123</c:v>
                </c:pt>
                <c:pt idx="49">
                  <c:v>0.2105263157894737</c:v>
                </c:pt>
                <c:pt idx="50">
                  <c:v>0.2105263157894737</c:v>
                </c:pt>
                <c:pt idx="51">
                  <c:v>0.2192982456140351</c:v>
                </c:pt>
                <c:pt idx="52">
                  <c:v>0.22807017543859651</c:v>
                </c:pt>
                <c:pt idx="53">
                  <c:v>0.23684210526315791</c:v>
                </c:pt>
                <c:pt idx="54">
                  <c:v>0.24561403508771931</c:v>
                </c:pt>
                <c:pt idx="55">
                  <c:v>0.25438596491228072</c:v>
                </c:pt>
                <c:pt idx="56">
                  <c:v>0.26315789473684209</c:v>
                </c:pt>
                <c:pt idx="57">
                  <c:v>0.26315789473684209</c:v>
                </c:pt>
                <c:pt idx="58">
                  <c:v>0.27192982456140352</c:v>
                </c:pt>
                <c:pt idx="59">
                  <c:v>0.2807017543859649</c:v>
                </c:pt>
                <c:pt idx="60">
                  <c:v>0.28947368421052633</c:v>
                </c:pt>
                <c:pt idx="61">
                  <c:v>0.2982456140350877</c:v>
                </c:pt>
                <c:pt idx="62">
                  <c:v>0.30701754385964908</c:v>
                </c:pt>
                <c:pt idx="63">
                  <c:v>0.31578947368421051</c:v>
                </c:pt>
                <c:pt idx="64">
                  <c:v>0.31578947368421051</c:v>
                </c:pt>
                <c:pt idx="65">
                  <c:v>0.32456140350877188</c:v>
                </c:pt>
                <c:pt idx="66">
                  <c:v>0.33333333333333331</c:v>
                </c:pt>
                <c:pt idx="67">
                  <c:v>0.34210526315789469</c:v>
                </c:pt>
                <c:pt idx="68">
                  <c:v>0.34210526315789469</c:v>
                </c:pt>
                <c:pt idx="69">
                  <c:v>0.35087719298245612</c:v>
                </c:pt>
                <c:pt idx="70">
                  <c:v>0.35964912280701761</c:v>
                </c:pt>
                <c:pt idx="71">
                  <c:v>0.36842105263157893</c:v>
                </c:pt>
                <c:pt idx="72">
                  <c:v>0.37719298245614041</c:v>
                </c:pt>
                <c:pt idx="73">
                  <c:v>0.38596491228070168</c:v>
                </c:pt>
                <c:pt idx="74">
                  <c:v>0.39473684210526322</c:v>
                </c:pt>
                <c:pt idx="75">
                  <c:v>0.40350877192982448</c:v>
                </c:pt>
                <c:pt idx="76">
                  <c:v>0.41228070175438603</c:v>
                </c:pt>
                <c:pt idx="77">
                  <c:v>0.42105263157894729</c:v>
                </c:pt>
                <c:pt idx="78">
                  <c:v>0.42982456140350878</c:v>
                </c:pt>
                <c:pt idx="79">
                  <c:v>0.43859649122807021</c:v>
                </c:pt>
                <c:pt idx="80">
                  <c:v>0.44736842105263158</c:v>
                </c:pt>
                <c:pt idx="81">
                  <c:v>0.45614035087719301</c:v>
                </c:pt>
                <c:pt idx="82">
                  <c:v>0.46491228070175439</c:v>
                </c:pt>
                <c:pt idx="83">
                  <c:v>0.47368421052631582</c:v>
                </c:pt>
                <c:pt idx="84">
                  <c:v>0.48245614035087719</c:v>
                </c:pt>
                <c:pt idx="85">
                  <c:v>0.49122807017543862</c:v>
                </c:pt>
                <c:pt idx="86">
                  <c:v>0.5</c:v>
                </c:pt>
                <c:pt idx="87">
                  <c:v>0.5</c:v>
                </c:pt>
                <c:pt idx="88">
                  <c:v>0.50877192982456143</c:v>
                </c:pt>
                <c:pt idx="89">
                  <c:v>0.51754385964912286</c:v>
                </c:pt>
                <c:pt idx="90">
                  <c:v>0.52631578947368418</c:v>
                </c:pt>
                <c:pt idx="91">
                  <c:v>0.52631578947368418</c:v>
                </c:pt>
                <c:pt idx="92">
                  <c:v>0.53508771929824561</c:v>
                </c:pt>
                <c:pt idx="93">
                  <c:v>0.53508771929824561</c:v>
                </c:pt>
                <c:pt idx="94">
                  <c:v>0.54385964912280704</c:v>
                </c:pt>
                <c:pt idx="95">
                  <c:v>0.55263157894736847</c:v>
                </c:pt>
                <c:pt idx="96">
                  <c:v>0.55263157894736847</c:v>
                </c:pt>
                <c:pt idx="97">
                  <c:v>0.55263157894736847</c:v>
                </c:pt>
                <c:pt idx="98">
                  <c:v>0.56140350877192979</c:v>
                </c:pt>
                <c:pt idx="99">
                  <c:v>0.57017543859649122</c:v>
                </c:pt>
                <c:pt idx="100">
                  <c:v>0.57894736842105265</c:v>
                </c:pt>
                <c:pt idx="101">
                  <c:v>0.58771929824561409</c:v>
                </c:pt>
                <c:pt idx="102">
                  <c:v>0.59649122807017541</c:v>
                </c:pt>
                <c:pt idx="103">
                  <c:v>0.60526315789473684</c:v>
                </c:pt>
                <c:pt idx="104">
                  <c:v>0.61403508771929827</c:v>
                </c:pt>
                <c:pt idx="105">
                  <c:v>0.6228070175438597</c:v>
                </c:pt>
                <c:pt idx="106">
                  <c:v>0.63157894736842102</c:v>
                </c:pt>
                <c:pt idx="107">
                  <c:v>0.64035087719298245</c:v>
                </c:pt>
                <c:pt idx="108">
                  <c:v>0.64912280701754388</c:v>
                </c:pt>
                <c:pt idx="109">
                  <c:v>0.65789473684210531</c:v>
                </c:pt>
                <c:pt idx="110">
                  <c:v>0.66666666666666663</c:v>
                </c:pt>
                <c:pt idx="111">
                  <c:v>0.67543859649122806</c:v>
                </c:pt>
                <c:pt idx="112">
                  <c:v>0.68421052631578949</c:v>
                </c:pt>
                <c:pt idx="113">
                  <c:v>0.69298245614035092</c:v>
                </c:pt>
                <c:pt idx="114">
                  <c:v>0.70175438596491224</c:v>
                </c:pt>
                <c:pt idx="115">
                  <c:v>0.71052631578947367</c:v>
                </c:pt>
                <c:pt idx="116">
                  <c:v>0.7192982456140351</c:v>
                </c:pt>
                <c:pt idx="117">
                  <c:v>0.72807017543859653</c:v>
                </c:pt>
                <c:pt idx="118">
                  <c:v>0.73684210526315785</c:v>
                </c:pt>
                <c:pt idx="119">
                  <c:v>0.74561403508771928</c:v>
                </c:pt>
                <c:pt idx="120">
                  <c:v>0.75438596491228072</c:v>
                </c:pt>
                <c:pt idx="121">
                  <c:v>0.75438596491228072</c:v>
                </c:pt>
                <c:pt idx="122">
                  <c:v>0.76315789473684215</c:v>
                </c:pt>
                <c:pt idx="123">
                  <c:v>0.77192982456140347</c:v>
                </c:pt>
                <c:pt idx="124">
                  <c:v>0.7807017543859649</c:v>
                </c:pt>
                <c:pt idx="125">
                  <c:v>0.7807017543859649</c:v>
                </c:pt>
                <c:pt idx="126">
                  <c:v>0.78947368421052633</c:v>
                </c:pt>
                <c:pt idx="127">
                  <c:v>0.79824561403508776</c:v>
                </c:pt>
                <c:pt idx="128">
                  <c:v>0.80701754385964908</c:v>
                </c:pt>
                <c:pt idx="129">
                  <c:v>0.81578947368421051</c:v>
                </c:pt>
                <c:pt idx="130">
                  <c:v>0.82456140350877194</c:v>
                </c:pt>
                <c:pt idx="131">
                  <c:v>0.83333333333333337</c:v>
                </c:pt>
                <c:pt idx="132">
                  <c:v>0.84210526315789469</c:v>
                </c:pt>
                <c:pt idx="133">
                  <c:v>0.85087719298245612</c:v>
                </c:pt>
                <c:pt idx="134">
                  <c:v>0.85964912280701755</c:v>
                </c:pt>
                <c:pt idx="135">
                  <c:v>0.86842105263157898</c:v>
                </c:pt>
                <c:pt idx="136">
                  <c:v>0.8771929824561403</c:v>
                </c:pt>
                <c:pt idx="137">
                  <c:v>0.88596491228070173</c:v>
                </c:pt>
                <c:pt idx="138">
                  <c:v>0.89473684210526316</c:v>
                </c:pt>
                <c:pt idx="139">
                  <c:v>0.90350877192982459</c:v>
                </c:pt>
                <c:pt idx="140">
                  <c:v>0.91228070175438591</c:v>
                </c:pt>
                <c:pt idx="141">
                  <c:v>0.92105263157894735</c:v>
                </c:pt>
                <c:pt idx="142">
                  <c:v>0.92982456140350878</c:v>
                </c:pt>
                <c:pt idx="143">
                  <c:v>0.93859649122807021</c:v>
                </c:pt>
                <c:pt idx="144">
                  <c:v>0.94736842105263153</c:v>
                </c:pt>
                <c:pt idx="145">
                  <c:v>0.95614035087719296</c:v>
                </c:pt>
                <c:pt idx="146">
                  <c:v>0.96491228070175439</c:v>
                </c:pt>
                <c:pt idx="147">
                  <c:v>0.97368421052631582</c:v>
                </c:pt>
                <c:pt idx="148">
                  <c:v>0.98245614035087714</c:v>
                </c:pt>
                <c:pt idx="149">
                  <c:v>0.99122807017543857</c:v>
                </c:pt>
                <c:pt idx="150">
                  <c:v>1</c:v>
                </c:pt>
              </c:numCache>
            </c:numRef>
          </c:xVal>
          <c:yVal>
            <c:numRef>
              <c:f>Sheet1!$B$61:$B$211</c:f>
              <c:numCache>
                <c:formatCode>General</c:formatCode>
                <c:ptCount val="151"/>
                <c:pt idx="0">
                  <c:v>0</c:v>
                </c:pt>
                <c:pt idx="1">
                  <c:v>2.777777777777778E-2</c:v>
                </c:pt>
                <c:pt idx="2">
                  <c:v>5.5555555555555552E-2</c:v>
                </c:pt>
                <c:pt idx="3">
                  <c:v>8.3333333333333329E-2</c:v>
                </c:pt>
                <c:pt idx="4">
                  <c:v>0.1111111111111111</c:v>
                </c:pt>
                <c:pt idx="5">
                  <c:v>0.1388888888888889</c:v>
                </c:pt>
                <c:pt idx="6">
                  <c:v>0.16666666666666671</c:v>
                </c:pt>
                <c:pt idx="7">
                  <c:v>0.19444444444444439</c:v>
                </c:pt>
                <c:pt idx="8">
                  <c:v>0.19444444444444439</c:v>
                </c:pt>
                <c:pt idx="9">
                  <c:v>0.22222222222222221</c:v>
                </c:pt>
                <c:pt idx="10">
                  <c:v>0.22222222222222221</c:v>
                </c:pt>
                <c:pt idx="11">
                  <c:v>0.25</c:v>
                </c:pt>
                <c:pt idx="12">
                  <c:v>0.25</c:v>
                </c:pt>
                <c:pt idx="13">
                  <c:v>0.25</c:v>
                </c:pt>
                <c:pt idx="14">
                  <c:v>0.27777777777777779</c:v>
                </c:pt>
                <c:pt idx="15">
                  <c:v>0.30555555555555558</c:v>
                </c:pt>
                <c:pt idx="16">
                  <c:v>0.30555555555555558</c:v>
                </c:pt>
                <c:pt idx="17">
                  <c:v>0.30555555555555558</c:v>
                </c:pt>
                <c:pt idx="18">
                  <c:v>0.30555555555555558</c:v>
                </c:pt>
                <c:pt idx="19">
                  <c:v>0.33333333333333331</c:v>
                </c:pt>
                <c:pt idx="20">
                  <c:v>0.3611111111111111</c:v>
                </c:pt>
                <c:pt idx="21">
                  <c:v>0.3888888888888889</c:v>
                </c:pt>
                <c:pt idx="22">
                  <c:v>0.3888888888888889</c:v>
                </c:pt>
                <c:pt idx="23">
                  <c:v>0.3888888888888889</c:v>
                </c:pt>
                <c:pt idx="24">
                  <c:v>0.3888888888888889</c:v>
                </c:pt>
                <c:pt idx="25">
                  <c:v>0.41666666666666669</c:v>
                </c:pt>
                <c:pt idx="26">
                  <c:v>0.44444444444444442</c:v>
                </c:pt>
                <c:pt idx="27">
                  <c:v>0.44444444444444442</c:v>
                </c:pt>
                <c:pt idx="28">
                  <c:v>0.47222222222222221</c:v>
                </c:pt>
                <c:pt idx="29">
                  <c:v>0.5</c:v>
                </c:pt>
                <c:pt idx="30">
                  <c:v>0.5</c:v>
                </c:pt>
                <c:pt idx="31">
                  <c:v>0.5</c:v>
                </c:pt>
                <c:pt idx="32">
                  <c:v>0.52777777777777779</c:v>
                </c:pt>
                <c:pt idx="33">
                  <c:v>0.52777777777777779</c:v>
                </c:pt>
                <c:pt idx="34">
                  <c:v>0.55555555555555558</c:v>
                </c:pt>
                <c:pt idx="35">
                  <c:v>0.55555555555555558</c:v>
                </c:pt>
                <c:pt idx="36">
                  <c:v>0.55555555555555558</c:v>
                </c:pt>
                <c:pt idx="37">
                  <c:v>0.58333333333333337</c:v>
                </c:pt>
                <c:pt idx="38">
                  <c:v>0.58333333333333337</c:v>
                </c:pt>
                <c:pt idx="39">
                  <c:v>0.58333333333333337</c:v>
                </c:pt>
                <c:pt idx="40">
                  <c:v>0.58333333333333337</c:v>
                </c:pt>
                <c:pt idx="41">
                  <c:v>0.61111111111111116</c:v>
                </c:pt>
                <c:pt idx="42">
                  <c:v>0.63888888888888884</c:v>
                </c:pt>
                <c:pt idx="43">
                  <c:v>0.66666666666666663</c:v>
                </c:pt>
                <c:pt idx="44">
                  <c:v>0.66666666666666663</c:v>
                </c:pt>
                <c:pt idx="45">
                  <c:v>0.66666666666666663</c:v>
                </c:pt>
                <c:pt idx="46">
                  <c:v>0.66666666666666663</c:v>
                </c:pt>
                <c:pt idx="47">
                  <c:v>0.69444444444444442</c:v>
                </c:pt>
                <c:pt idx="48">
                  <c:v>0.69444444444444442</c:v>
                </c:pt>
                <c:pt idx="49">
                  <c:v>0.69444444444444442</c:v>
                </c:pt>
                <c:pt idx="50">
                  <c:v>0.72222222222222221</c:v>
                </c:pt>
                <c:pt idx="51">
                  <c:v>0.72222222222222221</c:v>
                </c:pt>
                <c:pt idx="52">
                  <c:v>0.72222222222222221</c:v>
                </c:pt>
                <c:pt idx="53">
                  <c:v>0.72222222222222221</c:v>
                </c:pt>
                <c:pt idx="54">
                  <c:v>0.72222222222222221</c:v>
                </c:pt>
                <c:pt idx="55">
                  <c:v>0.72222222222222221</c:v>
                </c:pt>
                <c:pt idx="56">
                  <c:v>0.72222222222222221</c:v>
                </c:pt>
                <c:pt idx="57">
                  <c:v>0.75</c:v>
                </c:pt>
                <c:pt idx="58">
                  <c:v>0.75</c:v>
                </c:pt>
                <c:pt idx="59">
                  <c:v>0.75</c:v>
                </c:pt>
                <c:pt idx="60">
                  <c:v>0.75</c:v>
                </c:pt>
                <c:pt idx="61">
                  <c:v>0.75</c:v>
                </c:pt>
                <c:pt idx="62">
                  <c:v>0.75</c:v>
                </c:pt>
                <c:pt idx="63">
                  <c:v>0.75</c:v>
                </c:pt>
                <c:pt idx="64">
                  <c:v>0.77777777777777779</c:v>
                </c:pt>
                <c:pt idx="65">
                  <c:v>0.77777777777777779</c:v>
                </c:pt>
                <c:pt idx="66">
                  <c:v>0.77777777777777779</c:v>
                </c:pt>
                <c:pt idx="67">
                  <c:v>0.77777777777777779</c:v>
                </c:pt>
                <c:pt idx="68">
                  <c:v>0.80555555555555558</c:v>
                </c:pt>
                <c:pt idx="69">
                  <c:v>0.80555555555555558</c:v>
                </c:pt>
                <c:pt idx="70">
                  <c:v>0.80555555555555558</c:v>
                </c:pt>
                <c:pt idx="71">
                  <c:v>0.80555555555555558</c:v>
                </c:pt>
                <c:pt idx="72">
                  <c:v>0.80555555555555558</c:v>
                </c:pt>
                <c:pt idx="73">
                  <c:v>0.80555555555555558</c:v>
                </c:pt>
                <c:pt idx="74">
                  <c:v>0.80555555555555558</c:v>
                </c:pt>
                <c:pt idx="75">
                  <c:v>0.80555555555555558</c:v>
                </c:pt>
                <c:pt idx="76">
                  <c:v>0.80555555555555558</c:v>
                </c:pt>
                <c:pt idx="77">
                  <c:v>0.80555555555555558</c:v>
                </c:pt>
                <c:pt idx="78">
                  <c:v>0.80555555555555558</c:v>
                </c:pt>
                <c:pt idx="79">
                  <c:v>0.80555555555555558</c:v>
                </c:pt>
                <c:pt idx="80">
                  <c:v>0.80555555555555558</c:v>
                </c:pt>
                <c:pt idx="81">
                  <c:v>0.80555555555555558</c:v>
                </c:pt>
                <c:pt idx="82">
                  <c:v>0.80555555555555558</c:v>
                </c:pt>
                <c:pt idx="83">
                  <c:v>0.80555555555555558</c:v>
                </c:pt>
                <c:pt idx="84">
                  <c:v>0.80555555555555558</c:v>
                </c:pt>
                <c:pt idx="85">
                  <c:v>0.80555555555555558</c:v>
                </c:pt>
                <c:pt idx="86">
                  <c:v>0.80555555555555558</c:v>
                </c:pt>
                <c:pt idx="87">
                  <c:v>0.83333333333333337</c:v>
                </c:pt>
                <c:pt idx="88">
                  <c:v>0.83333333333333337</c:v>
                </c:pt>
                <c:pt idx="89">
                  <c:v>0.83333333333333337</c:v>
                </c:pt>
                <c:pt idx="90">
                  <c:v>0.83333333333333337</c:v>
                </c:pt>
                <c:pt idx="91">
                  <c:v>0.86111111111111116</c:v>
                </c:pt>
                <c:pt idx="92">
                  <c:v>0.86111111111111116</c:v>
                </c:pt>
                <c:pt idx="93">
                  <c:v>0.88888888888888884</c:v>
                </c:pt>
                <c:pt idx="94">
                  <c:v>0.88888888888888884</c:v>
                </c:pt>
                <c:pt idx="95">
                  <c:v>0.88888888888888884</c:v>
                </c:pt>
                <c:pt idx="96">
                  <c:v>0.91666666666666663</c:v>
                </c:pt>
                <c:pt idx="97">
                  <c:v>0.94444444444444442</c:v>
                </c:pt>
                <c:pt idx="98">
                  <c:v>0.94444444444444442</c:v>
                </c:pt>
                <c:pt idx="99">
                  <c:v>0.94444444444444442</c:v>
                </c:pt>
                <c:pt idx="100">
                  <c:v>0.94444444444444442</c:v>
                </c:pt>
                <c:pt idx="101">
                  <c:v>0.94444444444444442</c:v>
                </c:pt>
                <c:pt idx="102">
                  <c:v>0.94444444444444442</c:v>
                </c:pt>
                <c:pt idx="103">
                  <c:v>0.94444444444444442</c:v>
                </c:pt>
                <c:pt idx="104">
                  <c:v>0.94444444444444442</c:v>
                </c:pt>
                <c:pt idx="105">
                  <c:v>0.94444444444444442</c:v>
                </c:pt>
                <c:pt idx="106">
                  <c:v>0.94444444444444442</c:v>
                </c:pt>
                <c:pt idx="107">
                  <c:v>0.94444444444444442</c:v>
                </c:pt>
                <c:pt idx="108">
                  <c:v>0.94444444444444442</c:v>
                </c:pt>
                <c:pt idx="109">
                  <c:v>0.94444444444444442</c:v>
                </c:pt>
                <c:pt idx="110">
                  <c:v>0.94444444444444442</c:v>
                </c:pt>
                <c:pt idx="111">
                  <c:v>0.94444444444444442</c:v>
                </c:pt>
                <c:pt idx="112">
                  <c:v>0.94444444444444442</c:v>
                </c:pt>
                <c:pt idx="113">
                  <c:v>0.94444444444444442</c:v>
                </c:pt>
                <c:pt idx="114">
                  <c:v>0.94444444444444442</c:v>
                </c:pt>
                <c:pt idx="115">
                  <c:v>0.94444444444444442</c:v>
                </c:pt>
                <c:pt idx="116">
                  <c:v>0.94444444444444442</c:v>
                </c:pt>
                <c:pt idx="117">
                  <c:v>0.94444444444444442</c:v>
                </c:pt>
                <c:pt idx="118">
                  <c:v>0.94444444444444442</c:v>
                </c:pt>
                <c:pt idx="119">
                  <c:v>0.94444444444444442</c:v>
                </c:pt>
                <c:pt idx="120">
                  <c:v>0.94444444444444442</c:v>
                </c:pt>
                <c:pt idx="121">
                  <c:v>0.97222222222222221</c:v>
                </c:pt>
                <c:pt idx="122">
                  <c:v>0.97222222222222221</c:v>
                </c:pt>
                <c:pt idx="123">
                  <c:v>0.97222222222222221</c:v>
                </c:pt>
                <c:pt idx="124">
                  <c:v>0.97222222222222221</c:v>
                </c:pt>
                <c:pt idx="125">
                  <c:v>1</c:v>
                </c:pt>
                <c:pt idx="126">
                  <c:v>1</c:v>
                </c:pt>
                <c:pt idx="127">
                  <c:v>1</c:v>
                </c:pt>
                <c:pt idx="128">
                  <c:v>1</c:v>
                </c:pt>
                <c:pt idx="129">
                  <c:v>1</c:v>
                </c:pt>
                <c:pt idx="130">
                  <c:v>1</c:v>
                </c:pt>
                <c:pt idx="131">
                  <c:v>1</c:v>
                </c:pt>
                <c:pt idx="132">
                  <c:v>1</c:v>
                </c:pt>
                <c:pt idx="133">
                  <c:v>1</c:v>
                </c:pt>
                <c:pt idx="134">
                  <c:v>1</c:v>
                </c:pt>
                <c:pt idx="135">
                  <c:v>1</c:v>
                </c:pt>
                <c:pt idx="136">
                  <c:v>1</c:v>
                </c:pt>
                <c:pt idx="137">
                  <c:v>1</c:v>
                </c:pt>
                <c:pt idx="138">
                  <c:v>1</c:v>
                </c:pt>
                <c:pt idx="139">
                  <c:v>1</c:v>
                </c:pt>
                <c:pt idx="140">
                  <c:v>1</c:v>
                </c:pt>
                <c:pt idx="141">
                  <c:v>1</c:v>
                </c:pt>
                <c:pt idx="142">
                  <c:v>1</c:v>
                </c:pt>
                <c:pt idx="143">
                  <c:v>1</c:v>
                </c:pt>
                <c:pt idx="144">
                  <c:v>1</c:v>
                </c:pt>
                <c:pt idx="145">
                  <c:v>1</c:v>
                </c:pt>
                <c:pt idx="146">
                  <c:v>1</c:v>
                </c:pt>
                <c:pt idx="147">
                  <c:v>1</c:v>
                </c:pt>
                <c:pt idx="148">
                  <c:v>1</c:v>
                </c:pt>
                <c:pt idx="149">
                  <c:v>1</c:v>
                </c:pt>
                <c:pt idx="150">
                  <c:v>1</c:v>
                </c:pt>
              </c:numCache>
            </c:numRef>
          </c:yVal>
          <c:smooth val="0"/>
          <c:extLst>
            <c:ext xmlns:c16="http://schemas.microsoft.com/office/drawing/2014/chart" uri="{C3380CC4-5D6E-409C-BE32-E72D297353CC}">
              <c16:uniqueId val="{00000001-D128-4408-AEF8-5CFE4AD7BABF}"/>
            </c:ext>
          </c:extLst>
        </c:ser>
        <c:ser>
          <c:idx val="2"/>
          <c:order val="2"/>
          <c:tx>
            <c:strRef>
              <c:f>Sheet1!$B$213</c:f>
              <c:strCache>
                <c:ptCount val="1"/>
                <c:pt idx="0">
                  <c:v>нейросеть + измерение</c:v>
                </c:pt>
              </c:strCache>
            </c:strRef>
          </c:tx>
          <c:spPr>
            <a:ln w="31750">
              <a:solidFill>
                <a:srgbClr val="520977"/>
              </a:solidFill>
            </a:ln>
          </c:spPr>
          <c:marker>
            <c:symbol val="none"/>
          </c:marker>
          <c:xVal>
            <c:numRef>
              <c:f>Sheet1!$A$214:$A$364</c:f>
              <c:numCache>
                <c:formatCode>General</c:formatCode>
                <c:ptCount val="151"/>
                <c:pt idx="0">
                  <c:v>0</c:v>
                </c:pt>
                <c:pt idx="1">
                  <c:v>0</c:v>
                </c:pt>
                <c:pt idx="2">
                  <c:v>0</c:v>
                </c:pt>
                <c:pt idx="3">
                  <c:v>0</c:v>
                </c:pt>
                <c:pt idx="4">
                  <c:v>0</c:v>
                </c:pt>
                <c:pt idx="5">
                  <c:v>0</c:v>
                </c:pt>
                <c:pt idx="6">
                  <c:v>0</c:v>
                </c:pt>
                <c:pt idx="7">
                  <c:v>0</c:v>
                </c:pt>
                <c:pt idx="8">
                  <c:v>8.771929824561403E-3</c:v>
                </c:pt>
                <c:pt idx="9">
                  <c:v>8.771929824561403E-3</c:v>
                </c:pt>
                <c:pt idx="10">
                  <c:v>8.771929824561403E-3</c:v>
                </c:pt>
                <c:pt idx="11">
                  <c:v>8.771929824561403E-3</c:v>
                </c:pt>
                <c:pt idx="12">
                  <c:v>1.754385964912281E-2</c:v>
                </c:pt>
                <c:pt idx="13">
                  <c:v>2.6315789473684209E-2</c:v>
                </c:pt>
                <c:pt idx="14">
                  <c:v>3.5087719298245612E-2</c:v>
                </c:pt>
                <c:pt idx="15">
                  <c:v>3.5087719298245612E-2</c:v>
                </c:pt>
                <c:pt idx="16">
                  <c:v>3.5087719298245612E-2</c:v>
                </c:pt>
                <c:pt idx="17">
                  <c:v>4.3859649122807022E-2</c:v>
                </c:pt>
                <c:pt idx="18">
                  <c:v>4.3859649122807022E-2</c:v>
                </c:pt>
                <c:pt idx="19">
                  <c:v>4.3859649122807022E-2</c:v>
                </c:pt>
                <c:pt idx="20">
                  <c:v>4.3859649122807022E-2</c:v>
                </c:pt>
                <c:pt idx="21">
                  <c:v>5.2631578947368418E-2</c:v>
                </c:pt>
                <c:pt idx="22">
                  <c:v>6.1403508771929821E-2</c:v>
                </c:pt>
                <c:pt idx="23">
                  <c:v>7.0175438596491224E-2</c:v>
                </c:pt>
                <c:pt idx="24">
                  <c:v>7.0175438596491224E-2</c:v>
                </c:pt>
                <c:pt idx="25">
                  <c:v>7.8947368421052627E-2</c:v>
                </c:pt>
                <c:pt idx="26">
                  <c:v>8.771929824561403E-2</c:v>
                </c:pt>
                <c:pt idx="27">
                  <c:v>8.771929824561403E-2</c:v>
                </c:pt>
                <c:pt idx="28">
                  <c:v>8.771929824561403E-2</c:v>
                </c:pt>
                <c:pt idx="29">
                  <c:v>9.6491228070175433E-2</c:v>
                </c:pt>
                <c:pt idx="30">
                  <c:v>0.10526315789473679</c:v>
                </c:pt>
                <c:pt idx="31">
                  <c:v>0.1140350877192982</c:v>
                </c:pt>
                <c:pt idx="32">
                  <c:v>0.1228070175438596</c:v>
                </c:pt>
                <c:pt idx="33">
                  <c:v>0.13157894736842099</c:v>
                </c:pt>
                <c:pt idx="34">
                  <c:v>0.13157894736842099</c:v>
                </c:pt>
                <c:pt idx="35">
                  <c:v>0.14035087719298239</c:v>
                </c:pt>
                <c:pt idx="36">
                  <c:v>0.14912280701754391</c:v>
                </c:pt>
                <c:pt idx="37">
                  <c:v>0.15789473684210531</c:v>
                </c:pt>
                <c:pt idx="38">
                  <c:v>0.16666666666666671</c:v>
                </c:pt>
                <c:pt idx="39">
                  <c:v>0.16666666666666671</c:v>
                </c:pt>
                <c:pt idx="40">
                  <c:v>0.16666666666666671</c:v>
                </c:pt>
                <c:pt idx="41">
                  <c:v>0.17543859649122809</c:v>
                </c:pt>
                <c:pt idx="42">
                  <c:v>0.17543859649122809</c:v>
                </c:pt>
                <c:pt idx="43">
                  <c:v>0.17543859649122809</c:v>
                </c:pt>
                <c:pt idx="44">
                  <c:v>0.17543859649122809</c:v>
                </c:pt>
                <c:pt idx="45">
                  <c:v>0.18421052631578949</c:v>
                </c:pt>
                <c:pt idx="46">
                  <c:v>0.19298245614035089</c:v>
                </c:pt>
                <c:pt idx="47">
                  <c:v>0.2017543859649123</c:v>
                </c:pt>
                <c:pt idx="48">
                  <c:v>0.2017543859649123</c:v>
                </c:pt>
                <c:pt idx="49">
                  <c:v>0.2017543859649123</c:v>
                </c:pt>
                <c:pt idx="50">
                  <c:v>0.2105263157894737</c:v>
                </c:pt>
                <c:pt idx="51">
                  <c:v>0.2192982456140351</c:v>
                </c:pt>
                <c:pt idx="52">
                  <c:v>0.2192982456140351</c:v>
                </c:pt>
                <c:pt idx="53">
                  <c:v>0.22807017543859651</c:v>
                </c:pt>
                <c:pt idx="54">
                  <c:v>0.22807017543859651</c:v>
                </c:pt>
                <c:pt idx="55">
                  <c:v>0.23684210526315791</c:v>
                </c:pt>
                <c:pt idx="56">
                  <c:v>0.24561403508771931</c:v>
                </c:pt>
                <c:pt idx="57">
                  <c:v>0.25438596491228072</c:v>
                </c:pt>
                <c:pt idx="58">
                  <c:v>0.26315789473684209</c:v>
                </c:pt>
                <c:pt idx="59">
                  <c:v>0.27192982456140352</c:v>
                </c:pt>
                <c:pt idx="60">
                  <c:v>0.2807017543859649</c:v>
                </c:pt>
                <c:pt idx="61">
                  <c:v>0.28947368421052633</c:v>
                </c:pt>
                <c:pt idx="62">
                  <c:v>0.2982456140350877</c:v>
                </c:pt>
                <c:pt idx="63">
                  <c:v>0.30701754385964908</c:v>
                </c:pt>
                <c:pt idx="64">
                  <c:v>0.30701754385964908</c:v>
                </c:pt>
                <c:pt idx="65">
                  <c:v>0.31578947368421051</c:v>
                </c:pt>
                <c:pt idx="66">
                  <c:v>0.32456140350877188</c:v>
                </c:pt>
                <c:pt idx="67">
                  <c:v>0.33333333333333331</c:v>
                </c:pt>
                <c:pt idx="68">
                  <c:v>0.34210526315789469</c:v>
                </c:pt>
                <c:pt idx="69">
                  <c:v>0.35087719298245612</c:v>
                </c:pt>
                <c:pt idx="70">
                  <c:v>0.35964912280701761</c:v>
                </c:pt>
                <c:pt idx="71">
                  <c:v>0.35964912280701761</c:v>
                </c:pt>
                <c:pt idx="72">
                  <c:v>0.36842105263157893</c:v>
                </c:pt>
                <c:pt idx="73">
                  <c:v>0.37719298245614041</c:v>
                </c:pt>
                <c:pt idx="74">
                  <c:v>0.38596491228070168</c:v>
                </c:pt>
                <c:pt idx="75">
                  <c:v>0.39473684210526322</c:v>
                </c:pt>
                <c:pt idx="76">
                  <c:v>0.40350877192982448</c:v>
                </c:pt>
                <c:pt idx="77">
                  <c:v>0.41228070175438603</c:v>
                </c:pt>
                <c:pt idx="78">
                  <c:v>0.42105263157894729</c:v>
                </c:pt>
                <c:pt idx="79">
                  <c:v>0.42982456140350878</c:v>
                </c:pt>
                <c:pt idx="80">
                  <c:v>0.43859649122807021</c:v>
                </c:pt>
                <c:pt idx="81">
                  <c:v>0.44736842105263158</c:v>
                </c:pt>
                <c:pt idx="82">
                  <c:v>0.45614035087719301</c:v>
                </c:pt>
                <c:pt idx="83">
                  <c:v>0.46491228070175439</c:v>
                </c:pt>
                <c:pt idx="84">
                  <c:v>0.47368421052631582</c:v>
                </c:pt>
                <c:pt idx="85">
                  <c:v>0.48245614035087719</c:v>
                </c:pt>
                <c:pt idx="86">
                  <c:v>0.49122807017543862</c:v>
                </c:pt>
                <c:pt idx="87">
                  <c:v>0.5</c:v>
                </c:pt>
                <c:pt idx="88">
                  <c:v>0.50877192982456143</c:v>
                </c:pt>
                <c:pt idx="89">
                  <c:v>0.50877192982456143</c:v>
                </c:pt>
                <c:pt idx="90">
                  <c:v>0.51754385964912286</c:v>
                </c:pt>
                <c:pt idx="91">
                  <c:v>0.52631578947368418</c:v>
                </c:pt>
                <c:pt idx="92">
                  <c:v>0.53508771929824561</c:v>
                </c:pt>
                <c:pt idx="93">
                  <c:v>0.54385964912280704</c:v>
                </c:pt>
                <c:pt idx="94">
                  <c:v>0.55263157894736847</c:v>
                </c:pt>
                <c:pt idx="95">
                  <c:v>0.55263157894736847</c:v>
                </c:pt>
                <c:pt idx="96">
                  <c:v>0.56140350877192979</c:v>
                </c:pt>
                <c:pt idx="97">
                  <c:v>0.57017543859649122</c:v>
                </c:pt>
                <c:pt idx="98">
                  <c:v>0.57894736842105265</c:v>
                </c:pt>
                <c:pt idx="99">
                  <c:v>0.57894736842105265</c:v>
                </c:pt>
                <c:pt idx="100">
                  <c:v>0.58771929824561409</c:v>
                </c:pt>
                <c:pt idx="101">
                  <c:v>0.59649122807017541</c:v>
                </c:pt>
                <c:pt idx="102">
                  <c:v>0.59649122807017541</c:v>
                </c:pt>
                <c:pt idx="103">
                  <c:v>0.60526315789473684</c:v>
                </c:pt>
                <c:pt idx="104">
                  <c:v>0.61403508771929827</c:v>
                </c:pt>
                <c:pt idx="105">
                  <c:v>0.61403508771929827</c:v>
                </c:pt>
                <c:pt idx="106">
                  <c:v>0.6228070175438597</c:v>
                </c:pt>
                <c:pt idx="107">
                  <c:v>0.63157894736842102</c:v>
                </c:pt>
                <c:pt idx="108">
                  <c:v>0.64035087719298245</c:v>
                </c:pt>
                <c:pt idx="109">
                  <c:v>0.64912280701754388</c:v>
                </c:pt>
                <c:pt idx="110">
                  <c:v>0.65789473684210531</c:v>
                </c:pt>
                <c:pt idx="111">
                  <c:v>0.66666666666666663</c:v>
                </c:pt>
                <c:pt idx="112">
                  <c:v>0.67543859649122806</c:v>
                </c:pt>
                <c:pt idx="113">
                  <c:v>0.68421052631578949</c:v>
                </c:pt>
                <c:pt idx="114">
                  <c:v>0.69298245614035092</c:v>
                </c:pt>
                <c:pt idx="115">
                  <c:v>0.70175438596491224</c:v>
                </c:pt>
                <c:pt idx="116">
                  <c:v>0.71052631578947367</c:v>
                </c:pt>
                <c:pt idx="117">
                  <c:v>0.7192982456140351</c:v>
                </c:pt>
                <c:pt idx="118">
                  <c:v>0.72807017543859653</c:v>
                </c:pt>
                <c:pt idx="119">
                  <c:v>0.73684210526315785</c:v>
                </c:pt>
                <c:pt idx="120">
                  <c:v>0.74561403508771928</c:v>
                </c:pt>
                <c:pt idx="121">
                  <c:v>0.75438596491228072</c:v>
                </c:pt>
                <c:pt idx="122">
                  <c:v>0.76315789473684215</c:v>
                </c:pt>
                <c:pt idx="123">
                  <c:v>0.77192982456140347</c:v>
                </c:pt>
                <c:pt idx="124">
                  <c:v>0.7807017543859649</c:v>
                </c:pt>
                <c:pt idx="125">
                  <c:v>0.78947368421052633</c:v>
                </c:pt>
                <c:pt idx="126">
                  <c:v>0.79824561403508776</c:v>
                </c:pt>
                <c:pt idx="127">
                  <c:v>0.79824561403508776</c:v>
                </c:pt>
                <c:pt idx="128">
                  <c:v>0.80701754385964908</c:v>
                </c:pt>
                <c:pt idx="129">
                  <c:v>0.81578947368421051</c:v>
                </c:pt>
                <c:pt idx="130">
                  <c:v>0.82456140350877194</c:v>
                </c:pt>
                <c:pt idx="131">
                  <c:v>0.83333333333333337</c:v>
                </c:pt>
                <c:pt idx="132">
                  <c:v>0.84210526315789469</c:v>
                </c:pt>
                <c:pt idx="133">
                  <c:v>0.85087719298245612</c:v>
                </c:pt>
                <c:pt idx="134">
                  <c:v>0.85964912280701755</c:v>
                </c:pt>
                <c:pt idx="135">
                  <c:v>0.86842105263157898</c:v>
                </c:pt>
                <c:pt idx="136">
                  <c:v>0.8771929824561403</c:v>
                </c:pt>
                <c:pt idx="137">
                  <c:v>0.88596491228070173</c:v>
                </c:pt>
                <c:pt idx="138">
                  <c:v>0.89473684210526316</c:v>
                </c:pt>
                <c:pt idx="139">
                  <c:v>0.90350877192982459</c:v>
                </c:pt>
                <c:pt idx="140">
                  <c:v>0.91228070175438591</c:v>
                </c:pt>
                <c:pt idx="141">
                  <c:v>0.92105263157894735</c:v>
                </c:pt>
                <c:pt idx="142">
                  <c:v>0.92982456140350878</c:v>
                </c:pt>
                <c:pt idx="143">
                  <c:v>0.93859649122807021</c:v>
                </c:pt>
                <c:pt idx="144">
                  <c:v>0.94736842105263153</c:v>
                </c:pt>
                <c:pt idx="145">
                  <c:v>0.95614035087719296</c:v>
                </c:pt>
                <c:pt idx="146">
                  <c:v>0.96491228070175439</c:v>
                </c:pt>
                <c:pt idx="147">
                  <c:v>0.97368421052631582</c:v>
                </c:pt>
                <c:pt idx="148">
                  <c:v>0.98245614035087714</c:v>
                </c:pt>
                <c:pt idx="149">
                  <c:v>0.99122807017543857</c:v>
                </c:pt>
                <c:pt idx="150">
                  <c:v>1</c:v>
                </c:pt>
              </c:numCache>
            </c:numRef>
          </c:xVal>
          <c:yVal>
            <c:numRef>
              <c:f>Sheet1!$B$214:$B$364</c:f>
              <c:numCache>
                <c:formatCode>General</c:formatCode>
                <c:ptCount val="151"/>
                <c:pt idx="0">
                  <c:v>0</c:v>
                </c:pt>
                <c:pt idx="1">
                  <c:v>2.777777777777778E-2</c:v>
                </c:pt>
                <c:pt idx="2">
                  <c:v>5.5555555555555552E-2</c:v>
                </c:pt>
                <c:pt idx="3">
                  <c:v>8.3333333333333329E-2</c:v>
                </c:pt>
                <c:pt idx="4">
                  <c:v>0.1111111111111111</c:v>
                </c:pt>
                <c:pt idx="5">
                  <c:v>0.1388888888888889</c:v>
                </c:pt>
                <c:pt idx="6">
                  <c:v>0.16666666666666671</c:v>
                </c:pt>
                <c:pt idx="7">
                  <c:v>0.19444444444444439</c:v>
                </c:pt>
                <c:pt idx="8">
                  <c:v>0.19444444444444439</c:v>
                </c:pt>
                <c:pt idx="9">
                  <c:v>0.22222222222222221</c:v>
                </c:pt>
                <c:pt idx="10">
                  <c:v>0.25</c:v>
                </c:pt>
                <c:pt idx="11">
                  <c:v>0.27777777777777779</c:v>
                </c:pt>
                <c:pt idx="12">
                  <c:v>0.27777777777777779</c:v>
                </c:pt>
                <c:pt idx="13">
                  <c:v>0.27777777777777779</c:v>
                </c:pt>
                <c:pt idx="14">
                  <c:v>0.27777777777777779</c:v>
                </c:pt>
                <c:pt idx="15">
                  <c:v>0.30555555555555558</c:v>
                </c:pt>
                <c:pt idx="16">
                  <c:v>0.33333333333333331</c:v>
                </c:pt>
                <c:pt idx="17">
                  <c:v>0.33333333333333331</c:v>
                </c:pt>
                <c:pt idx="18">
                  <c:v>0.3611111111111111</c:v>
                </c:pt>
                <c:pt idx="19">
                  <c:v>0.3888888888888889</c:v>
                </c:pt>
                <c:pt idx="20">
                  <c:v>0.41666666666666669</c:v>
                </c:pt>
                <c:pt idx="21">
                  <c:v>0.41666666666666669</c:v>
                </c:pt>
                <c:pt idx="22">
                  <c:v>0.41666666666666669</c:v>
                </c:pt>
                <c:pt idx="23">
                  <c:v>0.41666666666666669</c:v>
                </c:pt>
                <c:pt idx="24">
                  <c:v>0.44444444444444442</c:v>
                </c:pt>
                <c:pt idx="25">
                  <c:v>0.44444444444444442</c:v>
                </c:pt>
                <c:pt idx="26">
                  <c:v>0.44444444444444442</c:v>
                </c:pt>
                <c:pt idx="27">
                  <c:v>0.47222222222222221</c:v>
                </c:pt>
                <c:pt idx="28">
                  <c:v>0.5</c:v>
                </c:pt>
                <c:pt idx="29">
                  <c:v>0.5</c:v>
                </c:pt>
                <c:pt idx="30">
                  <c:v>0.5</c:v>
                </c:pt>
                <c:pt idx="31">
                  <c:v>0.5</c:v>
                </c:pt>
                <c:pt idx="32">
                  <c:v>0.5</c:v>
                </c:pt>
                <c:pt idx="33">
                  <c:v>0.5</c:v>
                </c:pt>
                <c:pt idx="34">
                  <c:v>0.52777777777777779</c:v>
                </c:pt>
                <c:pt idx="35">
                  <c:v>0.52777777777777779</c:v>
                </c:pt>
                <c:pt idx="36">
                  <c:v>0.52777777777777779</c:v>
                </c:pt>
                <c:pt idx="37">
                  <c:v>0.52777777777777779</c:v>
                </c:pt>
                <c:pt idx="38">
                  <c:v>0.52777777777777779</c:v>
                </c:pt>
                <c:pt idx="39">
                  <c:v>0.55555555555555558</c:v>
                </c:pt>
                <c:pt idx="40">
                  <c:v>0.58333333333333337</c:v>
                </c:pt>
                <c:pt idx="41">
                  <c:v>0.58333333333333337</c:v>
                </c:pt>
                <c:pt idx="42">
                  <c:v>0.61111111111111116</c:v>
                </c:pt>
                <c:pt idx="43">
                  <c:v>0.63888888888888884</c:v>
                </c:pt>
                <c:pt idx="44">
                  <c:v>0.66666666666666663</c:v>
                </c:pt>
                <c:pt idx="45">
                  <c:v>0.66666666666666663</c:v>
                </c:pt>
                <c:pt idx="46">
                  <c:v>0.66666666666666663</c:v>
                </c:pt>
                <c:pt idx="47">
                  <c:v>0.66666666666666663</c:v>
                </c:pt>
                <c:pt idx="48">
                  <c:v>0.69444444444444442</c:v>
                </c:pt>
                <c:pt idx="49">
                  <c:v>0.72222222222222221</c:v>
                </c:pt>
                <c:pt idx="50">
                  <c:v>0.72222222222222221</c:v>
                </c:pt>
                <c:pt idx="51">
                  <c:v>0.72222222222222221</c:v>
                </c:pt>
                <c:pt idx="52">
                  <c:v>0.75</c:v>
                </c:pt>
                <c:pt idx="53">
                  <c:v>0.75</c:v>
                </c:pt>
                <c:pt idx="54">
                  <c:v>0.77777777777777779</c:v>
                </c:pt>
                <c:pt idx="55">
                  <c:v>0.77777777777777779</c:v>
                </c:pt>
                <c:pt idx="56">
                  <c:v>0.77777777777777779</c:v>
                </c:pt>
                <c:pt idx="57">
                  <c:v>0.77777777777777779</c:v>
                </c:pt>
                <c:pt idx="58">
                  <c:v>0.77777777777777779</c:v>
                </c:pt>
                <c:pt idx="59">
                  <c:v>0.77777777777777779</c:v>
                </c:pt>
                <c:pt idx="60">
                  <c:v>0.77777777777777779</c:v>
                </c:pt>
                <c:pt idx="61">
                  <c:v>0.77777777777777779</c:v>
                </c:pt>
                <c:pt idx="62">
                  <c:v>0.77777777777777779</c:v>
                </c:pt>
                <c:pt idx="63">
                  <c:v>0.77777777777777779</c:v>
                </c:pt>
                <c:pt idx="64">
                  <c:v>0.80555555555555558</c:v>
                </c:pt>
                <c:pt idx="65">
                  <c:v>0.80555555555555558</c:v>
                </c:pt>
                <c:pt idx="66">
                  <c:v>0.80555555555555558</c:v>
                </c:pt>
                <c:pt idx="67">
                  <c:v>0.80555555555555558</c:v>
                </c:pt>
                <c:pt idx="68">
                  <c:v>0.80555555555555558</c:v>
                </c:pt>
                <c:pt idx="69">
                  <c:v>0.80555555555555558</c:v>
                </c:pt>
                <c:pt idx="70">
                  <c:v>0.80555555555555558</c:v>
                </c:pt>
                <c:pt idx="71">
                  <c:v>0.83333333333333337</c:v>
                </c:pt>
                <c:pt idx="72">
                  <c:v>0.83333333333333337</c:v>
                </c:pt>
                <c:pt idx="73">
                  <c:v>0.83333333333333337</c:v>
                </c:pt>
                <c:pt idx="74">
                  <c:v>0.83333333333333337</c:v>
                </c:pt>
                <c:pt idx="75">
                  <c:v>0.83333333333333337</c:v>
                </c:pt>
                <c:pt idx="76">
                  <c:v>0.83333333333333337</c:v>
                </c:pt>
                <c:pt idx="77">
                  <c:v>0.83333333333333337</c:v>
                </c:pt>
                <c:pt idx="78">
                  <c:v>0.83333333333333337</c:v>
                </c:pt>
                <c:pt idx="79">
                  <c:v>0.83333333333333337</c:v>
                </c:pt>
                <c:pt idx="80">
                  <c:v>0.83333333333333337</c:v>
                </c:pt>
                <c:pt idx="81">
                  <c:v>0.83333333333333337</c:v>
                </c:pt>
                <c:pt idx="82">
                  <c:v>0.83333333333333337</c:v>
                </c:pt>
                <c:pt idx="83">
                  <c:v>0.83333333333333337</c:v>
                </c:pt>
                <c:pt idx="84">
                  <c:v>0.83333333333333337</c:v>
                </c:pt>
                <c:pt idx="85">
                  <c:v>0.83333333333333337</c:v>
                </c:pt>
                <c:pt idx="86">
                  <c:v>0.83333333333333337</c:v>
                </c:pt>
                <c:pt idx="87">
                  <c:v>0.83333333333333337</c:v>
                </c:pt>
                <c:pt idx="88">
                  <c:v>0.83333333333333337</c:v>
                </c:pt>
                <c:pt idx="89">
                  <c:v>0.86111111111111116</c:v>
                </c:pt>
                <c:pt idx="90">
                  <c:v>0.86111111111111116</c:v>
                </c:pt>
                <c:pt idx="91">
                  <c:v>0.86111111111111116</c:v>
                </c:pt>
                <c:pt idx="92">
                  <c:v>0.86111111111111116</c:v>
                </c:pt>
                <c:pt idx="93">
                  <c:v>0.86111111111111116</c:v>
                </c:pt>
                <c:pt idx="94">
                  <c:v>0.86111111111111116</c:v>
                </c:pt>
                <c:pt idx="95">
                  <c:v>0.88888888888888884</c:v>
                </c:pt>
                <c:pt idx="96">
                  <c:v>0.88888888888888884</c:v>
                </c:pt>
                <c:pt idx="97">
                  <c:v>0.88888888888888884</c:v>
                </c:pt>
                <c:pt idx="98">
                  <c:v>0.88888888888888884</c:v>
                </c:pt>
                <c:pt idx="99">
                  <c:v>0.91666666666666663</c:v>
                </c:pt>
                <c:pt idx="100">
                  <c:v>0.91666666666666663</c:v>
                </c:pt>
                <c:pt idx="101">
                  <c:v>0.91666666666666663</c:v>
                </c:pt>
                <c:pt idx="102">
                  <c:v>0.94444444444444442</c:v>
                </c:pt>
                <c:pt idx="103">
                  <c:v>0.94444444444444442</c:v>
                </c:pt>
                <c:pt idx="104">
                  <c:v>0.94444444444444442</c:v>
                </c:pt>
                <c:pt idx="105">
                  <c:v>0.97222222222222221</c:v>
                </c:pt>
                <c:pt idx="106">
                  <c:v>0.97222222222222221</c:v>
                </c:pt>
                <c:pt idx="107">
                  <c:v>0.97222222222222221</c:v>
                </c:pt>
                <c:pt idx="108">
                  <c:v>0.97222222222222221</c:v>
                </c:pt>
                <c:pt idx="109">
                  <c:v>0.97222222222222221</c:v>
                </c:pt>
                <c:pt idx="110">
                  <c:v>0.97222222222222221</c:v>
                </c:pt>
                <c:pt idx="111">
                  <c:v>0.97222222222222221</c:v>
                </c:pt>
                <c:pt idx="112">
                  <c:v>0.97222222222222221</c:v>
                </c:pt>
                <c:pt idx="113">
                  <c:v>0.97222222222222221</c:v>
                </c:pt>
                <c:pt idx="114">
                  <c:v>0.97222222222222221</c:v>
                </c:pt>
                <c:pt idx="115">
                  <c:v>0.97222222222222221</c:v>
                </c:pt>
                <c:pt idx="116">
                  <c:v>0.97222222222222221</c:v>
                </c:pt>
                <c:pt idx="117">
                  <c:v>0.97222222222222221</c:v>
                </c:pt>
                <c:pt idx="118">
                  <c:v>0.97222222222222221</c:v>
                </c:pt>
                <c:pt idx="119">
                  <c:v>0.97222222222222221</c:v>
                </c:pt>
                <c:pt idx="120">
                  <c:v>0.97222222222222221</c:v>
                </c:pt>
                <c:pt idx="121">
                  <c:v>0.97222222222222221</c:v>
                </c:pt>
                <c:pt idx="122">
                  <c:v>0.97222222222222221</c:v>
                </c:pt>
                <c:pt idx="123">
                  <c:v>0.97222222222222221</c:v>
                </c:pt>
                <c:pt idx="124">
                  <c:v>0.97222222222222221</c:v>
                </c:pt>
                <c:pt idx="125">
                  <c:v>0.97222222222222221</c:v>
                </c:pt>
                <c:pt idx="126">
                  <c:v>0.97222222222222221</c:v>
                </c:pt>
                <c:pt idx="127">
                  <c:v>1</c:v>
                </c:pt>
                <c:pt idx="128">
                  <c:v>1</c:v>
                </c:pt>
                <c:pt idx="129">
                  <c:v>1</c:v>
                </c:pt>
                <c:pt idx="130">
                  <c:v>1</c:v>
                </c:pt>
                <c:pt idx="131">
                  <c:v>1</c:v>
                </c:pt>
                <c:pt idx="132">
                  <c:v>1</c:v>
                </c:pt>
                <c:pt idx="133">
                  <c:v>1</c:v>
                </c:pt>
                <c:pt idx="134">
                  <c:v>1</c:v>
                </c:pt>
                <c:pt idx="135">
                  <c:v>1</c:v>
                </c:pt>
                <c:pt idx="136">
                  <c:v>1</c:v>
                </c:pt>
                <c:pt idx="137">
                  <c:v>1</c:v>
                </c:pt>
                <c:pt idx="138">
                  <c:v>1</c:v>
                </c:pt>
                <c:pt idx="139">
                  <c:v>1</c:v>
                </c:pt>
                <c:pt idx="140">
                  <c:v>1</c:v>
                </c:pt>
                <c:pt idx="141">
                  <c:v>1</c:v>
                </c:pt>
                <c:pt idx="142">
                  <c:v>1</c:v>
                </c:pt>
                <c:pt idx="143">
                  <c:v>1</c:v>
                </c:pt>
                <c:pt idx="144">
                  <c:v>1</c:v>
                </c:pt>
                <c:pt idx="145">
                  <c:v>1</c:v>
                </c:pt>
                <c:pt idx="146">
                  <c:v>1</c:v>
                </c:pt>
                <c:pt idx="147">
                  <c:v>1</c:v>
                </c:pt>
                <c:pt idx="148">
                  <c:v>1</c:v>
                </c:pt>
                <c:pt idx="149">
                  <c:v>1</c:v>
                </c:pt>
                <c:pt idx="150">
                  <c:v>1</c:v>
                </c:pt>
              </c:numCache>
            </c:numRef>
          </c:yVal>
          <c:smooth val="0"/>
          <c:extLst>
            <c:ext xmlns:c16="http://schemas.microsoft.com/office/drawing/2014/chart" uri="{C3380CC4-5D6E-409C-BE32-E72D297353CC}">
              <c16:uniqueId val="{00000002-D128-4408-AEF8-5CFE4AD7BABF}"/>
            </c:ext>
          </c:extLst>
        </c:ser>
        <c:ser>
          <c:idx val="3"/>
          <c:order val="3"/>
          <c:tx>
            <c:strRef>
              <c:f>Sheet1!$B$366</c:f>
              <c:strCache>
                <c:ptCount val="1"/>
                <c:pt idx="0">
                  <c:v>случайно</c:v>
                </c:pt>
              </c:strCache>
            </c:strRef>
          </c:tx>
          <c:spPr>
            <a:ln w="12700">
              <a:solidFill>
                <a:srgbClr val="8B8599"/>
              </a:solidFill>
              <a:prstDash val="dash"/>
            </a:ln>
          </c:spPr>
          <c:marker>
            <c:symbol val="none"/>
          </c:marker>
          <c:xVal>
            <c:numRef>
              <c:f>Sheet1!$A$367:$A$368</c:f>
              <c:numCache>
                <c:formatCode>General</c:formatCode>
                <c:ptCount val="2"/>
                <c:pt idx="0">
                  <c:v>0</c:v>
                </c:pt>
                <c:pt idx="1">
                  <c:v>1</c:v>
                </c:pt>
              </c:numCache>
            </c:numRef>
          </c:xVal>
          <c:yVal>
            <c:numRef>
              <c:f>Sheet1!$B$367:$B$368</c:f>
              <c:numCache>
                <c:formatCode>General</c:formatCode>
                <c:ptCount val="2"/>
                <c:pt idx="0">
                  <c:v>0</c:v>
                </c:pt>
                <c:pt idx="1">
                  <c:v>1</c:v>
                </c:pt>
              </c:numCache>
            </c:numRef>
          </c:yVal>
          <c:smooth val="0"/>
          <c:extLst>
            <c:ext xmlns:c16="http://schemas.microsoft.com/office/drawing/2014/chart" uri="{C3380CC4-5D6E-409C-BE32-E72D297353CC}">
              <c16:uniqueId val="{00000003-D128-4408-AEF8-5CFE4AD7BABF}"/>
            </c:ext>
          </c:extLst>
        </c:ser>
        <c:dLbls>
          <c:showLegendKey val="0"/>
          <c:showVal val="0"/>
          <c:showCatName val="0"/>
          <c:showSerName val="0"/>
          <c:showPercent val="0"/>
          <c:showBubbleSize val="0"/>
        </c:dLbls>
        <c:axId val="373352096"/>
        <c:axId val="373344648"/>
      </c:scatterChart>
      <c:valAx>
        <c:axId val="373352096"/>
        <c:scaling>
          <c:orientation val="minMax"/>
          <c:max val="1"/>
          <c:min val="0"/>
        </c:scaling>
        <c:delete val="0"/>
        <c:axPos val="b"/>
        <c:majorGridlines>
          <c:spPr>
            <a:ln>
              <a:solidFill>
                <a:srgbClr val="DCCEE4"/>
              </a:solidFill>
            </a:ln>
          </c:spPr>
        </c:majorGridlines>
        <c:numFmt formatCode="0.0" sourceLinked="0"/>
        <c:majorTickMark val="out"/>
        <c:minorTickMark val="none"/>
        <c:tickLblPos val="nextTo"/>
        <c:spPr>
          <a:ln>
            <a:solidFill>
              <a:srgbClr val="C9C3DA"/>
            </a:solidFill>
          </a:ln>
        </c:spPr>
        <c:crossAx val="373344648"/>
        <c:crosses val="autoZero"/>
        <c:crossBetween val="midCat"/>
        <c:majorUnit val="0.2"/>
      </c:valAx>
      <c:valAx>
        <c:axId val="373344648"/>
        <c:scaling>
          <c:orientation val="minMax"/>
          <c:max val="1"/>
          <c:min val="0"/>
        </c:scaling>
        <c:delete val="0"/>
        <c:axPos val="l"/>
        <c:majorGridlines>
          <c:spPr>
            <a:ln>
              <a:solidFill>
                <a:srgbClr val="DCCEE4"/>
              </a:solidFill>
            </a:ln>
          </c:spPr>
        </c:majorGridlines>
        <c:numFmt formatCode="0.0" sourceLinked="0"/>
        <c:majorTickMark val="out"/>
        <c:minorTickMark val="none"/>
        <c:tickLblPos val="nextTo"/>
        <c:spPr>
          <a:ln>
            <a:solidFill>
              <a:srgbClr val="C9C3DA"/>
            </a:solidFill>
          </a:ln>
        </c:spPr>
        <c:crossAx val="373352096"/>
        <c:crosses val="autoZero"/>
        <c:crossBetween val="midCat"/>
        <c:majorUnit val="0.2"/>
      </c:valAx>
    </c:plotArea>
    <c:plotVisOnly val="1"/>
    <c:dispBlanksAs val="gap"/>
    <c:showDLblsOverMax val="0"/>
  </c:chart>
  <c:txPr>
    <a:bodyPr/>
    <a:lstStyle/>
    <a:p>
      <a:pPr>
        <a:defRPr sz="1000">
          <a:solidFill>
            <a:srgbClr val="8B8599"/>
          </a:solidFill>
          <a:latin typeface="Montserrat"/>
        </a:defRPr>
      </a:pPr>
      <a:endParaRPr lang="ru-RU"/>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ru-RU"/>
  <c:roundedCorners val="1"/>
  <c:style val="2"/>
  <c:chart>
    <c:autoTitleDeleted val="1"/>
    <c:plotArea>
      <c:layout/>
      <c:scatterChart>
        <c:scatterStyle val="lineMarker"/>
        <c:varyColors val="0"/>
        <c:ser>
          <c:idx val="0"/>
          <c:order val="0"/>
          <c:tx>
            <c:strRef>
              <c:f>Sheet1!$B$1</c:f>
              <c:strCache>
                <c:ptCount val="1"/>
                <c:pt idx="0">
                  <c:v>top-hat</c:v>
                </c:pt>
              </c:strCache>
            </c:strRef>
          </c:tx>
          <c:spPr>
            <a:ln w="12700">
              <a:solidFill>
                <a:srgbClr val="8A83D1"/>
              </a:solidFill>
              <a:prstDash val="dash"/>
            </a:ln>
          </c:spPr>
          <c:marker>
            <c:symbol val="none"/>
          </c:marker>
          <c:xVal>
            <c:numRef>
              <c:f>Sheet1!$A$2:$A$98</c:f>
              <c:numCache>
                <c:formatCode>General</c:formatCode>
                <c:ptCount val="97"/>
                <c:pt idx="0">
                  <c:v>0</c:v>
                </c:pt>
                <c:pt idx="1">
                  <c:v>0</c:v>
                </c:pt>
                <c:pt idx="2">
                  <c:v>1.2195121951219509E-2</c:v>
                </c:pt>
                <c:pt idx="3">
                  <c:v>1.2195121951219509E-2</c:v>
                </c:pt>
                <c:pt idx="4">
                  <c:v>1.2195121951219509E-2</c:v>
                </c:pt>
                <c:pt idx="5">
                  <c:v>2.4390243902439029E-2</c:v>
                </c:pt>
                <c:pt idx="6">
                  <c:v>3.6585365853658527E-2</c:v>
                </c:pt>
                <c:pt idx="7">
                  <c:v>3.6585365853658527E-2</c:v>
                </c:pt>
                <c:pt idx="8">
                  <c:v>3.6585365853658527E-2</c:v>
                </c:pt>
                <c:pt idx="9">
                  <c:v>3.6585365853658527E-2</c:v>
                </c:pt>
                <c:pt idx="10">
                  <c:v>3.6585365853658527E-2</c:v>
                </c:pt>
                <c:pt idx="11">
                  <c:v>3.6585365853658527E-2</c:v>
                </c:pt>
                <c:pt idx="12">
                  <c:v>3.6585365853658527E-2</c:v>
                </c:pt>
                <c:pt idx="13">
                  <c:v>4.878048780487805E-2</c:v>
                </c:pt>
                <c:pt idx="14">
                  <c:v>4.878048780487805E-2</c:v>
                </c:pt>
                <c:pt idx="15">
                  <c:v>6.097560975609756E-2</c:v>
                </c:pt>
                <c:pt idx="16">
                  <c:v>7.3170731707317069E-2</c:v>
                </c:pt>
                <c:pt idx="17">
                  <c:v>8.5365853658536592E-2</c:v>
                </c:pt>
                <c:pt idx="18">
                  <c:v>9.7560975609756101E-2</c:v>
                </c:pt>
                <c:pt idx="19">
                  <c:v>0.1097560975609756</c:v>
                </c:pt>
                <c:pt idx="20">
                  <c:v>0.12195121951219511</c:v>
                </c:pt>
                <c:pt idx="21">
                  <c:v>0.12195121951219511</c:v>
                </c:pt>
                <c:pt idx="22">
                  <c:v>0.13414634146341459</c:v>
                </c:pt>
                <c:pt idx="23">
                  <c:v>0.14634146341463411</c:v>
                </c:pt>
                <c:pt idx="24">
                  <c:v>0.15853658536585369</c:v>
                </c:pt>
                <c:pt idx="25">
                  <c:v>0.17073170731707321</c:v>
                </c:pt>
                <c:pt idx="26">
                  <c:v>0.18292682926829271</c:v>
                </c:pt>
                <c:pt idx="27">
                  <c:v>0.1951219512195122</c:v>
                </c:pt>
                <c:pt idx="28">
                  <c:v>0.2073170731707317</c:v>
                </c:pt>
                <c:pt idx="29">
                  <c:v>0.21951219512195119</c:v>
                </c:pt>
                <c:pt idx="30">
                  <c:v>0.23170731707317069</c:v>
                </c:pt>
                <c:pt idx="31">
                  <c:v>0.24390243902439021</c:v>
                </c:pt>
                <c:pt idx="32">
                  <c:v>0.25609756097560982</c:v>
                </c:pt>
                <c:pt idx="33">
                  <c:v>0.26829268292682928</c:v>
                </c:pt>
                <c:pt idx="34">
                  <c:v>0.28048780487804881</c:v>
                </c:pt>
                <c:pt idx="35">
                  <c:v>0.29268292682926828</c:v>
                </c:pt>
                <c:pt idx="36">
                  <c:v>0.3048780487804878</c:v>
                </c:pt>
                <c:pt idx="37">
                  <c:v>0.31707317073170732</c:v>
                </c:pt>
                <c:pt idx="38">
                  <c:v>0.32926829268292679</c:v>
                </c:pt>
                <c:pt idx="39">
                  <c:v>0.32926829268292679</c:v>
                </c:pt>
                <c:pt idx="40">
                  <c:v>0.34146341463414642</c:v>
                </c:pt>
                <c:pt idx="41">
                  <c:v>0.35365853658536578</c:v>
                </c:pt>
                <c:pt idx="42">
                  <c:v>0.36585365853658541</c:v>
                </c:pt>
                <c:pt idx="43">
                  <c:v>0.37804878048780488</c:v>
                </c:pt>
                <c:pt idx="44">
                  <c:v>0.3902439024390244</c:v>
                </c:pt>
                <c:pt idx="45">
                  <c:v>0.40243902439024393</c:v>
                </c:pt>
                <c:pt idx="46">
                  <c:v>0.41463414634146339</c:v>
                </c:pt>
                <c:pt idx="47">
                  <c:v>0.42682926829268292</c:v>
                </c:pt>
                <c:pt idx="48">
                  <c:v>0.43902439024390238</c:v>
                </c:pt>
                <c:pt idx="49">
                  <c:v>0.43902439024390238</c:v>
                </c:pt>
                <c:pt idx="50">
                  <c:v>0.45121951219512202</c:v>
                </c:pt>
                <c:pt idx="51">
                  <c:v>0.45121951219512202</c:v>
                </c:pt>
                <c:pt idx="52">
                  <c:v>0.46341463414634149</c:v>
                </c:pt>
                <c:pt idx="53">
                  <c:v>0.47560975609756101</c:v>
                </c:pt>
                <c:pt idx="54">
                  <c:v>0.48780487804878048</c:v>
                </c:pt>
                <c:pt idx="55">
                  <c:v>0.5</c:v>
                </c:pt>
                <c:pt idx="56">
                  <c:v>0.51219512195121952</c:v>
                </c:pt>
                <c:pt idx="57">
                  <c:v>0.52439024390243905</c:v>
                </c:pt>
                <c:pt idx="58">
                  <c:v>0.53658536585365857</c:v>
                </c:pt>
                <c:pt idx="59">
                  <c:v>0.54878048780487809</c:v>
                </c:pt>
                <c:pt idx="60">
                  <c:v>0.56097560975609762</c:v>
                </c:pt>
                <c:pt idx="61">
                  <c:v>0.57317073170731703</c:v>
                </c:pt>
                <c:pt idx="62">
                  <c:v>0.58536585365853655</c:v>
                </c:pt>
                <c:pt idx="63">
                  <c:v>0.6097560975609756</c:v>
                </c:pt>
                <c:pt idx="64">
                  <c:v>0.62195121951219512</c:v>
                </c:pt>
                <c:pt idx="65">
                  <c:v>0.63414634146341464</c:v>
                </c:pt>
                <c:pt idx="66">
                  <c:v>0.64634146341463417</c:v>
                </c:pt>
                <c:pt idx="67">
                  <c:v>0.65853658536585369</c:v>
                </c:pt>
                <c:pt idx="68">
                  <c:v>0.67073170731707321</c:v>
                </c:pt>
                <c:pt idx="69">
                  <c:v>0.67073170731707321</c:v>
                </c:pt>
                <c:pt idx="70">
                  <c:v>0.68292682926829273</c:v>
                </c:pt>
                <c:pt idx="71">
                  <c:v>0.69512195121951215</c:v>
                </c:pt>
                <c:pt idx="72">
                  <c:v>0.70731707317073167</c:v>
                </c:pt>
                <c:pt idx="73">
                  <c:v>0.71951219512195119</c:v>
                </c:pt>
                <c:pt idx="74">
                  <c:v>0.73170731707317072</c:v>
                </c:pt>
                <c:pt idx="75">
                  <c:v>0.74390243902439024</c:v>
                </c:pt>
                <c:pt idx="76">
                  <c:v>0.75609756097560976</c:v>
                </c:pt>
                <c:pt idx="77">
                  <c:v>0.76829268292682928</c:v>
                </c:pt>
                <c:pt idx="78">
                  <c:v>0.78048780487804881</c:v>
                </c:pt>
                <c:pt idx="79">
                  <c:v>0.79268292682926833</c:v>
                </c:pt>
                <c:pt idx="80">
                  <c:v>0.80487804878048785</c:v>
                </c:pt>
                <c:pt idx="81">
                  <c:v>0.81707317073170727</c:v>
                </c:pt>
                <c:pt idx="82">
                  <c:v>0.82926829268292679</c:v>
                </c:pt>
                <c:pt idx="83">
                  <c:v>0.84146341463414631</c:v>
                </c:pt>
                <c:pt idx="84">
                  <c:v>0.85365853658536583</c:v>
                </c:pt>
                <c:pt idx="85">
                  <c:v>0.86585365853658536</c:v>
                </c:pt>
                <c:pt idx="86">
                  <c:v>0.87804878048780488</c:v>
                </c:pt>
                <c:pt idx="87">
                  <c:v>0.90243902439024393</c:v>
                </c:pt>
                <c:pt idx="88">
                  <c:v>0.91463414634146345</c:v>
                </c:pt>
                <c:pt idx="89">
                  <c:v>0.92682926829268297</c:v>
                </c:pt>
                <c:pt idx="90">
                  <c:v>0.93902439024390238</c:v>
                </c:pt>
                <c:pt idx="91">
                  <c:v>0.95121951219512191</c:v>
                </c:pt>
                <c:pt idx="92">
                  <c:v>0.96341463414634143</c:v>
                </c:pt>
                <c:pt idx="93">
                  <c:v>0.97560975609756095</c:v>
                </c:pt>
                <c:pt idx="94">
                  <c:v>0.97560975609756095</c:v>
                </c:pt>
                <c:pt idx="95">
                  <c:v>0.98780487804878048</c:v>
                </c:pt>
                <c:pt idx="96">
                  <c:v>1</c:v>
                </c:pt>
              </c:numCache>
            </c:numRef>
          </c:xVal>
          <c:yVal>
            <c:numRef>
              <c:f>Sheet1!$B$2:$B$98</c:f>
              <c:numCache>
                <c:formatCode>General</c:formatCode>
                <c:ptCount val="97"/>
                <c:pt idx="0">
                  <c:v>0</c:v>
                </c:pt>
                <c:pt idx="1">
                  <c:v>5.8823529411764712E-2</c:v>
                </c:pt>
                <c:pt idx="2">
                  <c:v>5.8823529411764712E-2</c:v>
                </c:pt>
                <c:pt idx="3">
                  <c:v>0.1176470588235294</c:v>
                </c:pt>
                <c:pt idx="4">
                  <c:v>0.1764705882352941</c:v>
                </c:pt>
                <c:pt idx="5">
                  <c:v>0.1764705882352941</c:v>
                </c:pt>
                <c:pt idx="6">
                  <c:v>0.1764705882352941</c:v>
                </c:pt>
                <c:pt idx="7">
                  <c:v>0.23529411764705879</c:v>
                </c:pt>
                <c:pt idx="8">
                  <c:v>0.29411764705882348</c:v>
                </c:pt>
                <c:pt idx="9">
                  <c:v>0.35294117647058831</c:v>
                </c:pt>
                <c:pt idx="10">
                  <c:v>0.41176470588235292</c:v>
                </c:pt>
                <c:pt idx="11">
                  <c:v>0.47058823529411759</c:v>
                </c:pt>
                <c:pt idx="12">
                  <c:v>0.52941176470588236</c:v>
                </c:pt>
                <c:pt idx="13">
                  <c:v>0.52941176470588236</c:v>
                </c:pt>
                <c:pt idx="14">
                  <c:v>0.58823529411764708</c:v>
                </c:pt>
                <c:pt idx="15">
                  <c:v>0.58823529411764708</c:v>
                </c:pt>
                <c:pt idx="16">
                  <c:v>0.58823529411764708</c:v>
                </c:pt>
                <c:pt idx="17">
                  <c:v>0.58823529411764708</c:v>
                </c:pt>
                <c:pt idx="18">
                  <c:v>0.58823529411764708</c:v>
                </c:pt>
                <c:pt idx="19">
                  <c:v>0.58823529411764708</c:v>
                </c:pt>
                <c:pt idx="20">
                  <c:v>0.58823529411764708</c:v>
                </c:pt>
                <c:pt idx="21">
                  <c:v>0.6470588235294118</c:v>
                </c:pt>
                <c:pt idx="22">
                  <c:v>0.6470588235294118</c:v>
                </c:pt>
                <c:pt idx="23">
                  <c:v>0.6470588235294118</c:v>
                </c:pt>
                <c:pt idx="24">
                  <c:v>0.6470588235294118</c:v>
                </c:pt>
                <c:pt idx="25">
                  <c:v>0.6470588235294118</c:v>
                </c:pt>
                <c:pt idx="26">
                  <c:v>0.6470588235294118</c:v>
                </c:pt>
                <c:pt idx="27">
                  <c:v>0.6470588235294118</c:v>
                </c:pt>
                <c:pt idx="28">
                  <c:v>0.6470588235294118</c:v>
                </c:pt>
                <c:pt idx="29">
                  <c:v>0.6470588235294118</c:v>
                </c:pt>
                <c:pt idx="30">
                  <c:v>0.70588235294117652</c:v>
                </c:pt>
                <c:pt idx="31">
                  <c:v>0.70588235294117652</c:v>
                </c:pt>
                <c:pt idx="32">
                  <c:v>0.70588235294117652</c:v>
                </c:pt>
                <c:pt idx="33">
                  <c:v>0.70588235294117652</c:v>
                </c:pt>
                <c:pt idx="34">
                  <c:v>0.70588235294117652</c:v>
                </c:pt>
                <c:pt idx="35">
                  <c:v>0.70588235294117652</c:v>
                </c:pt>
                <c:pt idx="36">
                  <c:v>0.70588235294117652</c:v>
                </c:pt>
                <c:pt idx="37">
                  <c:v>0.70588235294117652</c:v>
                </c:pt>
                <c:pt idx="38">
                  <c:v>0.70588235294117652</c:v>
                </c:pt>
                <c:pt idx="39">
                  <c:v>0.76470588235294112</c:v>
                </c:pt>
                <c:pt idx="40">
                  <c:v>0.76470588235294112</c:v>
                </c:pt>
                <c:pt idx="41">
                  <c:v>0.76470588235294112</c:v>
                </c:pt>
                <c:pt idx="42">
                  <c:v>0.76470588235294112</c:v>
                </c:pt>
                <c:pt idx="43">
                  <c:v>0.76470588235294112</c:v>
                </c:pt>
                <c:pt idx="44">
                  <c:v>0.76470588235294112</c:v>
                </c:pt>
                <c:pt idx="45">
                  <c:v>0.76470588235294112</c:v>
                </c:pt>
                <c:pt idx="46">
                  <c:v>0.76470588235294112</c:v>
                </c:pt>
                <c:pt idx="47">
                  <c:v>0.76470588235294112</c:v>
                </c:pt>
                <c:pt idx="48">
                  <c:v>0.76470588235294112</c:v>
                </c:pt>
                <c:pt idx="49">
                  <c:v>0.82352941176470584</c:v>
                </c:pt>
                <c:pt idx="50">
                  <c:v>0.82352941176470584</c:v>
                </c:pt>
                <c:pt idx="51">
                  <c:v>0.88235294117647056</c:v>
                </c:pt>
                <c:pt idx="52">
                  <c:v>0.88235294117647056</c:v>
                </c:pt>
                <c:pt idx="53">
                  <c:v>0.88235294117647056</c:v>
                </c:pt>
                <c:pt idx="54">
                  <c:v>0.88235294117647056</c:v>
                </c:pt>
                <c:pt idx="55">
                  <c:v>0.88235294117647056</c:v>
                </c:pt>
                <c:pt idx="56">
                  <c:v>0.88235294117647056</c:v>
                </c:pt>
                <c:pt idx="57">
                  <c:v>0.88235294117647056</c:v>
                </c:pt>
                <c:pt idx="58">
                  <c:v>0.88235294117647056</c:v>
                </c:pt>
                <c:pt idx="59">
                  <c:v>0.88235294117647056</c:v>
                </c:pt>
                <c:pt idx="60">
                  <c:v>0.88235294117647056</c:v>
                </c:pt>
                <c:pt idx="61">
                  <c:v>0.88235294117647056</c:v>
                </c:pt>
                <c:pt idx="62">
                  <c:v>0.88235294117647056</c:v>
                </c:pt>
                <c:pt idx="63">
                  <c:v>0.88235294117647056</c:v>
                </c:pt>
                <c:pt idx="64">
                  <c:v>0.88235294117647056</c:v>
                </c:pt>
                <c:pt idx="65">
                  <c:v>0.88235294117647056</c:v>
                </c:pt>
                <c:pt idx="66">
                  <c:v>0.88235294117647056</c:v>
                </c:pt>
                <c:pt idx="67">
                  <c:v>0.88235294117647056</c:v>
                </c:pt>
                <c:pt idx="68">
                  <c:v>0.88235294117647056</c:v>
                </c:pt>
                <c:pt idx="69">
                  <c:v>0.94117647058823528</c:v>
                </c:pt>
                <c:pt idx="70">
                  <c:v>0.94117647058823528</c:v>
                </c:pt>
                <c:pt idx="71">
                  <c:v>0.94117647058823528</c:v>
                </c:pt>
                <c:pt idx="72">
                  <c:v>0.94117647058823528</c:v>
                </c:pt>
                <c:pt idx="73">
                  <c:v>0.94117647058823528</c:v>
                </c:pt>
                <c:pt idx="74">
                  <c:v>0.94117647058823528</c:v>
                </c:pt>
                <c:pt idx="75">
                  <c:v>0.94117647058823528</c:v>
                </c:pt>
                <c:pt idx="76">
                  <c:v>0.94117647058823528</c:v>
                </c:pt>
                <c:pt idx="77">
                  <c:v>0.94117647058823528</c:v>
                </c:pt>
                <c:pt idx="78">
                  <c:v>0.94117647058823528</c:v>
                </c:pt>
                <c:pt idx="79">
                  <c:v>0.94117647058823528</c:v>
                </c:pt>
                <c:pt idx="80">
                  <c:v>0.94117647058823528</c:v>
                </c:pt>
                <c:pt idx="81">
                  <c:v>0.94117647058823528</c:v>
                </c:pt>
                <c:pt idx="82">
                  <c:v>0.94117647058823528</c:v>
                </c:pt>
                <c:pt idx="83">
                  <c:v>0.94117647058823528</c:v>
                </c:pt>
                <c:pt idx="84">
                  <c:v>0.94117647058823528</c:v>
                </c:pt>
                <c:pt idx="85">
                  <c:v>0.94117647058823528</c:v>
                </c:pt>
                <c:pt idx="86">
                  <c:v>0.94117647058823528</c:v>
                </c:pt>
                <c:pt idx="87">
                  <c:v>0.94117647058823528</c:v>
                </c:pt>
                <c:pt idx="88">
                  <c:v>0.94117647058823528</c:v>
                </c:pt>
                <c:pt idx="89">
                  <c:v>0.94117647058823528</c:v>
                </c:pt>
                <c:pt idx="90">
                  <c:v>0.94117647058823528</c:v>
                </c:pt>
                <c:pt idx="91">
                  <c:v>0.94117647058823528</c:v>
                </c:pt>
                <c:pt idx="92">
                  <c:v>0.94117647058823528</c:v>
                </c:pt>
                <c:pt idx="93">
                  <c:v>0.94117647058823528</c:v>
                </c:pt>
                <c:pt idx="94">
                  <c:v>1</c:v>
                </c:pt>
                <c:pt idx="95">
                  <c:v>1</c:v>
                </c:pt>
                <c:pt idx="96">
                  <c:v>1</c:v>
                </c:pt>
              </c:numCache>
            </c:numRef>
          </c:yVal>
          <c:smooth val="0"/>
          <c:extLst>
            <c:ext xmlns:c16="http://schemas.microsoft.com/office/drawing/2014/chart" uri="{C3380CC4-5D6E-409C-BE32-E72D297353CC}">
              <c16:uniqueId val="{00000000-12FE-4F7F-992B-6B33094EAFA2}"/>
            </c:ext>
          </c:extLst>
        </c:ser>
        <c:ser>
          <c:idx val="1"/>
          <c:order val="1"/>
          <c:tx>
            <c:strRef>
              <c:f>Sheet1!$B$100</c:f>
              <c:strCache>
                <c:ptCount val="1"/>
                <c:pt idx="0">
                  <c:v>нейросеть</c:v>
                </c:pt>
              </c:strCache>
            </c:strRef>
          </c:tx>
          <c:spPr>
            <a:ln w="31750">
              <a:solidFill>
                <a:srgbClr val="FC3777"/>
              </a:solidFill>
            </a:ln>
          </c:spPr>
          <c:marker>
            <c:symbol val="none"/>
          </c:marker>
          <c:xVal>
            <c:numRef>
              <c:f>Sheet1!$A$101:$A$200</c:f>
              <c:numCache>
                <c:formatCode>General</c:formatCode>
                <c:ptCount val="100"/>
                <c:pt idx="0">
                  <c:v>0</c:v>
                </c:pt>
                <c:pt idx="1">
                  <c:v>0</c:v>
                </c:pt>
                <c:pt idx="2">
                  <c:v>1.2195121951219509E-2</c:v>
                </c:pt>
                <c:pt idx="3">
                  <c:v>2.4390243902439029E-2</c:v>
                </c:pt>
                <c:pt idx="4">
                  <c:v>2.4390243902439029E-2</c:v>
                </c:pt>
                <c:pt idx="5">
                  <c:v>2.4390243902439029E-2</c:v>
                </c:pt>
                <c:pt idx="6">
                  <c:v>2.4390243902439029E-2</c:v>
                </c:pt>
                <c:pt idx="7">
                  <c:v>3.6585365853658527E-2</c:v>
                </c:pt>
                <c:pt idx="8">
                  <c:v>3.6585365853658527E-2</c:v>
                </c:pt>
                <c:pt idx="9">
                  <c:v>3.6585365853658527E-2</c:v>
                </c:pt>
                <c:pt idx="10">
                  <c:v>3.6585365853658527E-2</c:v>
                </c:pt>
                <c:pt idx="11">
                  <c:v>3.6585365853658527E-2</c:v>
                </c:pt>
                <c:pt idx="12">
                  <c:v>3.6585365853658527E-2</c:v>
                </c:pt>
                <c:pt idx="13">
                  <c:v>4.878048780487805E-2</c:v>
                </c:pt>
                <c:pt idx="14">
                  <c:v>6.097560975609756E-2</c:v>
                </c:pt>
                <c:pt idx="15">
                  <c:v>6.097560975609756E-2</c:v>
                </c:pt>
                <c:pt idx="16">
                  <c:v>7.3170731707317069E-2</c:v>
                </c:pt>
                <c:pt idx="17">
                  <c:v>7.3170731707317069E-2</c:v>
                </c:pt>
                <c:pt idx="18">
                  <c:v>8.5365853658536592E-2</c:v>
                </c:pt>
                <c:pt idx="19">
                  <c:v>9.7560975609756101E-2</c:v>
                </c:pt>
                <c:pt idx="20">
                  <c:v>0.1097560975609756</c:v>
                </c:pt>
                <c:pt idx="21">
                  <c:v>0.12195121951219511</c:v>
                </c:pt>
                <c:pt idx="22">
                  <c:v>0.13414634146341459</c:v>
                </c:pt>
                <c:pt idx="23">
                  <c:v>0.13414634146341459</c:v>
                </c:pt>
                <c:pt idx="24">
                  <c:v>0.14634146341463411</c:v>
                </c:pt>
                <c:pt idx="25">
                  <c:v>0.15853658536585369</c:v>
                </c:pt>
                <c:pt idx="26">
                  <c:v>0.15853658536585369</c:v>
                </c:pt>
                <c:pt idx="27">
                  <c:v>0.17073170731707321</c:v>
                </c:pt>
                <c:pt idx="28">
                  <c:v>0.18292682926829271</c:v>
                </c:pt>
                <c:pt idx="29">
                  <c:v>0.1951219512195122</c:v>
                </c:pt>
                <c:pt idx="30">
                  <c:v>0.2073170731707317</c:v>
                </c:pt>
                <c:pt idx="31">
                  <c:v>0.2073170731707317</c:v>
                </c:pt>
                <c:pt idx="32">
                  <c:v>0.21951219512195119</c:v>
                </c:pt>
                <c:pt idx="33">
                  <c:v>0.23170731707317069</c:v>
                </c:pt>
                <c:pt idx="34">
                  <c:v>0.24390243902439021</c:v>
                </c:pt>
                <c:pt idx="35">
                  <c:v>0.25609756097560982</c:v>
                </c:pt>
                <c:pt idx="36">
                  <c:v>0.26829268292682928</c:v>
                </c:pt>
                <c:pt idx="37">
                  <c:v>0.28048780487804881</c:v>
                </c:pt>
                <c:pt idx="38">
                  <c:v>0.29268292682926828</c:v>
                </c:pt>
                <c:pt idx="39">
                  <c:v>0.3048780487804878</c:v>
                </c:pt>
                <c:pt idx="40">
                  <c:v>0.31707317073170732</c:v>
                </c:pt>
                <c:pt idx="41">
                  <c:v>0.32926829268292679</c:v>
                </c:pt>
                <c:pt idx="42">
                  <c:v>0.34146341463414642</c:v>
                </c:pt>
                <c:pt idx="43">
                  <c:v>0.35365853658536578</c:v>
                </c:pt>
                <c:pt idx="44">
                  <c:v>0.36585365853658541</c:v>
                </c:pt>
                <c:pt idx="45">
                  <c:v>0.37804878048780488</c:v>
                </c:pt>
                <c:pt idx="46">
                  <c:v>0.3902439024390244</c:v>
                </c:pt>
                <c:pt idx="47">
                  <c:v>0.40243902439024393</c:v>
                </c:pt>
                <c:pt idx="48">
                  <c:v>0.41463414634146339</c:v>
                </c:pt>
                <c:pt idx="49">
                  <c:v>0.42682926829268292</c:v>
                </c:pt>
                <c:pt idx="50">
                  <c:v>0.43902439024390238</c:v>
                </c:pt>
                <c:pt idx="51">
                  <c:v>0.45121951219512202</c:v>
                </c:pt>
                <c:pt idx="52">
                  <c:v>0.46341463414634149</c:v>
                </c:pt>
                <c:pt idx="53">
                  <c:v>0.47560975609756101</c:v>
                </c:pt>
                <c:pt idx="54">
                  <c:v>0.48780487804878048</c:v>
                </c:pt>
                <c:pt idx="55">
                  <c:v>0.5</c:v>
                </c:pt>
                <c:pt idx="56">
                  <c:v>0.51219512195121952</c:v>
                </c:pt>
                <c:pt idx="57">
                  <c:v>0.52439024390243905</c:v>
                </c:pt>
                <c:pt idx="58">
                  <c:v>0.53658536585365857</c:v>
                </c:pt>
                <c:pt idx="59">
                  <c:v>0.54878048780487809</c:v>
                </c:pt>
                <c:pt idx="60">
                  <c:v>0.56097560975609762</c:v>
                </c:pt>
                <c:pt idx="61">
                  <c:v>0.56097560975609762</c:v>
                </c:pt>
                <c:pt idx="62">
                  <c:v>0.57317073170731703</c:v>
                </c:pt>
                <c:pt idx="63">
                  <c:v>0.58536585365853655</c:v>
                </c:pt>
                <c:pt idx="64">
                  <c:v>0.59756097560975607</c:v>
                </c:pt>
                <c:pt idx="65">
                  <c:v>0.6097560975609756</c:v>
                </c:pt>
                <c:pt idx="66">
                  <c:v>0.6097560975609756</c:v>
                </c:pt>
                <c:pt idx="67">
                  <c:v>0.62195121951219512</c:v>
                </c:pt>
                <c:pt idx="68">
                  <c:v>0.63414634146341464</c:v>
                </c:pt>
                <c:pt idx="69">
                  <c:v>0.64634146341463417</c:v>
                </c:pt>
                <c:pt idx="70">
                  <c:v>0.65853658536585369</c:v>
                </c:pt>
                <c:pt idx="71">
                  <c:v>0.67073170731707321</c:v>
                </c:pt>
                <c:pt idx="72">
                  <c:v>0.68292682926829273</c:v>
                </c:pt>
                <c:pt idx="73">
                  <c:v>0.69512195121951215</c:v>
                </c:pt>
                <c:pt idx="74">
                  <c:v>0.70731707317073167</c:v>
                </c:pt>
                <c:pt idx="75">
                  <c:v>0.71951219512195119</c:v>
                </c:pt>
                <c:pt idx="76">
                  <c:v>0.73170731707317072</c:v>
                </c:pt>
                <c:pt idx="77">
                  <c:v>0.74390243902439024</c:v>
                </c:pt>
                <c:pt idx="78">
                  <c:v>0.75609756097560976</c:v>
                </c:pt>
                <c:pt idx="79">
                  <c:v>0.75609756097560976</c:v>
                </c:pt>
                <c:pt idx="80">
                  <c:v>0.76829268292682928</c:v>
                </c:pt>
                <c:pt idx="81">
                  <c:v>0.78048780487804881</c:v>
                </c:pt>
                <c:pt idx="82">
                  <c:v>0.79268292682926833</c:v>
                </c:pt>
                <c:pt idx="83">
                  <c:v>0.80487804878048785</c:v>
                </c:pt>
                <c:pt idx="84">
                  <c:v>0.81707317073170727</c:v>
                </c:pt>
                <c:pt idx="85">
                  <c:v>0.82926829268292679</c:v>
                </c:pt>
                <c:pt idx="86">
                  <c:v>0.84146341463414631</c:v>
                </c:pt>
                <c:pt idx="87">
                  <c:v>0.85365853658536583</c:v>
                </c:pt>
                <c:pt idx="88">
                  <c:v>0.86585365853658536</c:v>
                </c:pt>
                <c:pt idx="89">
                  <c:v>0.87804878048780488</c:v>
                </c:pt>
                <c:pt idx="90">
                  <c:v>0.8902439024390244</c:v>
                </c:pt>
                <c:pt idx="91">
                  <c:v>0.90243902439024393</c:v>
                </c:pt>
                <c:pt idx="92">
                  <c:v>0.91463414634146345</c:v>
                </c:pt>
                <c:pt idx="93">
                  <c:v>0.92682926829268297</c:v>
                </c:pt>
                <c:pt idx="94">
                  <c:v>0.93902439024390238</c:v>
                </c:pt>
                <c:pt idx="95">
                  <c:v>0.95121951219512191</c:v>
                </c:pt>
                <c:pt idx="96">
                  <c:v>0.96341463414634143</c:v>
                </c:pt>
                <c:pt idx="97">
                  <c:v>0.97560975609756095</c:v>
                </c:pt>
                <c:pt idx="98">
                  <c:v>0.98780487804878048</c:v>
                </c:pt>
                <c:pt idx="99">
                  <c:v>1</c:v>
                </c:pt>
              </c:numCache>
            </c:numRef>
          </c:xVal>
          <c:yVal>
            <c:numRef>
              <c:f>Sheet1!$B$101:$B$200</c:f>
              <c:numCache>
                <c:formatCode>General</c:formatCode>
                <c:ptCount val="100"/>
                <c:pt idx="0">
                  <c:v>0</c:v>
                </c:pt>
                <c:pt idx="1">
                  <c:v>5.8823529411764712E-2</c:v>
                </c:pt>
                <c:pt idx="2">
                  <c:v>5.8823529411764712E-2</c:v>
                </c:pt>
                <c:pt idx="3">
                  <c:v>5.8823529411764712E-2</c:v>
                </c:pt>
                <c:pt idx="4">
                  <c:v>0.1176470588235294</c:v>
                </c:pt>
                <c:pt idx="5">
                  <c:v>0.1764705882352941</c:v>
                </c:pt>
                <c:pt idx="6">
                  <c:v>0.23529411764705879</c:v>
                </c:pt>
                <c:pt idx="7">
                  <c:v>0.23529411764705879</c:v>
                </c:pt>
                <c:pt idx="8">
                  <c:v>0.29411764705882348</c:v>
                </c:pt>
                <c:pt idx="9">
                  <c:v>0.35294117647058831</c:v>
                </c:pt>
                <c:pt idx="10">
                  <c:v>0.41176470588235292</c:v>
                </c:pt>
                <c:pt idx="11">
                  <c:v>0.47058823529411759</c:v>
                </c:pt>
                <c:pt idx="12">
                  <c:v>0.52941176470588236</c:v>
                </c:pt>
                <c:pt idx="13">
                  <c:v>0.52941176470588236</c:v>
                </c:pt>
                <c:pt idx="14">
                  <c:v>0.52941176470588236</c:v>
                </c:pt>
                <c:pt idx="15">
                  <c:v>0.58823529411764708</c:v>
                </c:pt>
                <c:pt idx="16">
                  <c:v>0.58823529411764708</c:v>
                </c:pt>
                <c:pt idx="17">
                  <c:v>0.6470588235294118</c:v>
                </c:pt>
                <c:pt idx="18">
                  <c:v>0.6470588235294118</c:v>
                </c:pt>
                <c:pt idx="19">
                  <c:v>0.6470588235294118</c:v>
                </c:pt>
                <c:pt idx="20">
                  <c:v>0.6470588235294118</c:v>
                </c:pt>
                <c:pt idx="21">
                  <c:v>0.6470588235294118</c:v>
                </c:pt>
                <c:pt idx="22">
                  <c:v>0.6470588235294118</c:v>
                </c:pt>
                <c:pt idx="23">
                  <c:v>0.70588235294117652</c:v>
                </c:pt>
                <c:pt idx="24">
                  <c:v>0.70588235294117652</c:v>
                </c:pt>
                <c:pt idx="25">
                  <c:v>0.70588235294117652</c:v>
                </c:pt>
                <c:pt idx="26">
                  <c:v>0.76470588235294112</c:v>
                </c:pt>
                <c:pt idx="27">
                  <c:v>0.76470588235294112</c:v>
                </c:pt>
                <c:pt idx="28">
                  <c:v>0.76470588235294112</c:v>
                </c:pt>
                <c:pt idx="29">
                  <c:v>0.76470588235294112</c:v>
                </c:pt>
                <c:pt idx="30">
                  <c:v>0.76470588235294112</c:v>
                </c:pt>
                <c:pt idx="31">
                  <c:v>0.82352941176470584</c:v>
                </c:pt>
                <c:pt idx="32">
                  <c:v>0.82352941176470584</c:v>
                </c:pt>
                <c:pt idx="33">
                  <c:v>0.82352941176470584</c:v>
                </c:pt>
                <c:pt idx="34">
                  <c:v>0.82352941176470584</c:v>
                </c:pt>
                <c:pt idx="35">
                  <c:v>0.82352941176470584</c:v>
                </c:pt>
                <c:pt idx="36">
                  <c:v>0.82352941176470584</c:v>
                </c:pt>
                <c:pt idx="37">
                  <c:v>0.82352941176470584</c:v>
                </c:pt>
                <c:pt idx="38">
                  <c:v>0.82352941176470584</c:v>
                </c:pt>
                <c:pt idx="39">
                  <c:v>0.82352941176470584</c:v>
                </c:pt>
                <c:pt idx="40">
                  <c:v>0.82352941176470584</c:v>
                </c:pt>
                <c:pt idx="41">
                  <c:v>0.82352941176470584</c:v>
                </c:pt>
                <c:pt idx="42">
                  <c:v>0.82352941176470584</c:v>
                </c:pt>
                <c:pt idx="43">
                  <c:v>0.82352941176470584</c:v>
                </c:pt>
                <c:pt idx="44">
                  <c:v>0.82352941176470584</c:v>
                </c:pt>
                <c:pt idx="45">
                  <c:v>0.82352941176470584</c:v>
                </c:pt>
                <c:pt idx="46">
                  <c:v>0.82352941176470584</c:v>
                </c:pt>
                <c:pt idx="47">
                  <c:v>0.82352941176470584</c:v>
                </c:pt>
                <c:pt idx="48">
                  <c:v>0.82352941176470584</c:v>
                </c:pt>
                <c:pt idx="49">
                  <c:v>0.82352941176470584</c:v>
                </c:pt>
                <c:pt idx="50">
                  <c:v>0.82352941176470584</c:v>
                </c:pt>
                <c:pt idx="51">
                  <c:v>0.82352941176470584</c:v>
                </c:pt>
                <c:pt idx="52">
                  <c:v>0.82352941176470584</c:v>
                </c:pt>
                <c:pt idx="53">
                  <c:v>0.82352941176470584</c:v>
                </c:pt>
                <c:pt idx="54">
                  <c:v>0.82352941176470584</c:v>
                </c:pt>
                <c:pt idx="55">
                  <c:v>0.82352941176470584</c:v>
                </c:pt>
                <c:pt idx="56">
                  <c:v>0.82352941176470584</c:v>
                </c:pt>
                <c:pt idx="57">
                  <c:v>0.82352941176470584</c:v>
                </c:pt>
                <c:pt idx="58">
                  <c:v>0.82352941176470584</c:v>
                </c:pt>
                <c:pt idx="59">
                  <c:v>0.82352941176470584</c:v>
                </c:pt>
                <c:pt idx="60">
                  <c:v>0.82352941176470584</c:v>
                </c:pt>
                <c:pt idx="61">
                  <c:v>0.88235294117647056</c:v>
                </c:pt>
                <c:pt idx="62">
                  <c:v>0.88235294117647056</c:v>
                </c:pt>
                <c:pt idx="63">
                  <c:v>0.88235294117647056</c:v>
                </c:pt>
                <c:pt idx="64">
                  <c:v>0.88235294117647056</c:v>
                </c:pt>
                <c:pt idx="65">
                  <c:v>0.88235294117647056</c:v>
                </c:pt>
                <c:pt idx="66">
                  <c:v>0.94117647058823528</c:v>
                </c:pt>
                <c:pt idx="67">
                  <c:v>0.94117647058823528</c:v>
                </c:pt>
                <c:pt idx="68">
                  <c:v>0.94117647058823528</c:v>
                </c:pt>
                <c:pt idx="69">
                  <c:v>0.94117647058823528</c:v>
                </c:pt>
                <c:pt idx="70">
                  <c:v>0.94117647058823528</c:v>
                </c:pt>
                <c:pt idx="71">
                  <c:v>0.94117647058823528</c:v>
                </c:pt>
                <c:pt idx="72">
                  <c:v>0.94117647058823528</c:v>
                </c:pt>
                <c:pt idx="73">
                  <c:v>0.94117647058823528</c:v>
                </c:pt>
                <c:pt idx="74">
                  <c:v>0.94117647058823528</c:v>
                </c:pt>
                <c:pt idx="75">
                  <c:v>0.94117647058823528</c:v>
                </c:pt>
                <c:pt idx="76">
                  <c:v>0.94117647058823528</c:v>
                </c:pt>
                <c:pt idx="77">
                  <c:v>0.94117647058823528</c:v>
                </c:pt>
                <c:pt idx="78">
                  <c:v>0.94117647058823528</c:v>
                </c:pt>
                <c:pt idx="79">
                  <c:v>1</c:v>
                </c:pt>
                <c:pt idx="80">
                  <c:v>1</c:v>
                </c:pt>
                <c:pt idx="81">
                  <c:v>1</c:v>
                </c:pt>
                <c:pt idx="82">
                  <c:v>1</c:v>
                </c:pt>
                <c:pt idx="83">
                  <c:v>1</c:v>
                </c:pt>
                <c:pt idx="84">
                  <c:v>1</c:v>
                </c:pt>
                <c:pt idx="85">
                  <c:v>1</c:v>
                </c:pt>
                <c:pt idx="86">
                  <c:v>1</c:v>
                </c:pt>
                <c:pt idx="87">
                  <c:v>1</c:v>
                </c:pt>
                <c:pt idx="88">
                  <c:v>1</c:v>
                </c:pt>
                <c:pt idx="89">
                  <c:v>1</c:v>
                </c:pt>
                <c:pt idx="90">
                  <c:v>1</c:v>
                </c:pt>
                <c:pt idx="91">
                  <c:v>1</c:v>
                </c:pt>
                <c:pt idx="92">
                  <c:v>1</c:v>
                </c:pt>
                <c:pt idx="93">
                  <c:v>1</c:v>
                </c:pt>
                <c:pt idx="94">
                  <c:v>1</c:v>
                </c:pt>
                <c:pt idx="95">
                  <c:v>1</c:v>
                </c:pt>
                <c:pt idx="96">
                  <c:v>1</c:v>
                </c:pt>
                <c:pt idx="97">
                  <c:v>1</c:v>
                </c:pt>
                <c:pt idx="98">
                  <c:v>1</c:v>
                </c:pt>
                <c:pt idx="99">
                  <c:v>1</c:v>
                </c:pt>
              </c:numCache>
            </c:numRef>
          </c:yVal>
          <c:smooth val="0"/>
          <c:extLst>
            <c:ext xmlns:c16="http://schemas.microsoft.com/office/drawing/2014/chart" uri="{C3380CC4-5D6E-409C-BE32-E72D297353CC}">
              <c16:uniqueId val="{00000001-12FE-4F7F-992B-6B33094EAFA2}"/>
            </c:ext>
          </c:extLst>
        </c:ser>
        <c:ser>
          <c:idx val="2"/>
          <c:order val="2"/>
          <c:tx>
            <c:strRef>
              <c:f>Sheet1!$B$202</c:f>
              <c:strCache>
                <c:ptCount val="1"/>
                <c:pt idx="0">
                  <c:v>нейросеть + измерение</c:v>
                </c:pt>
              </c:strCache>
            </c:strRef>
          </c:tx>
          <c:spPr>
            <a:ln w="31750">
              <a:solidFill>
                <a:srgbClr val="520977"/>
              </a:solidFill>
            </a:ln>
          </c:spPr>
          <c:marker>
            <c:symbol val="none"/>
          </c:marker>
          <c:xVal>
            <c:numRef>
              <c:f>Sheet1!$A$203:$A$302</c:f>
              <c:numCache>
                <c:formatCode>General</c:formatCode>
                <c:ptCount val="100"/>
                <c:pt idx="0">
                  <c:v>0</c:v>
                </c:pt>
                <c:pt idx="1">
                  <c:v>0</c:v>
                </c:pt>
                <c:pt idx="2">
                  <c:v>1.2195121951219509E-2</c:v>
                </c:pt>
                <c:pt idx="3">
                  <c:v>1.2195121951219509E-2</c:v>
                </c:pt>
                <c:pt idx="4">
                  <c:v>2.4390243902439029E-2</c:v>
                </c:pt>
                <c:pt idx="5">
                  <c:v>2.4390243902439029E-2</c:v>
                </c:pt>
                <c:pt idx="6">
                  <c:v>2.4390243902439029E-2</c:v>
                </c:pt>
                <c:pt idx="7">
                  <c:v>2.4390243902439029E-2</c:v>
                </c:pt>
                <c:pt idx="8">
                  <c:v>2.4390243902439029E-2</c:v>
                </c:pt>
                <c:pt idx="9">
                  <c:v>2.4390243902439029E-2</c:v>
                </c:pt>
                <c:pt idx="10">
                  <c:v>2.4390243902439029E-2</c:v>
                </c:pt>
                <c:pt idx="11">
                  <c:v>2.4390243902439029E-2</c:v>
                </c:pt>
                <c:pt idx="12">
                  <c:v>2.4390243902439029E-2</c:v>
                </c:pt>
                <c:pt idx="13">
                  <c:v>3.6585365853658527E-2</c:v>
                </c:pt>
                <c:pt idx="14">
                  <c:v>3.6585365853658527E-2</c:v>
                </c:pt>
                <c:pt idx="15">
                  <c:v>4.878048780487805E-2</c:v>
                </c:pt>
                <c:pt idx="16">
                  <c:v>6.097560975609756E-2</c:v>
                </c:pt>
                <c:pt idx="17">
                  <c:v>7.3170731707317069E-2</c:v>
                </c:pt>
                <c:pt idx="18">
                  <c:v>8.5365853658536592E-2</c:v>
                </c:pt>
                <c:pt idx="19">
                  <c:v>8.5365853658536592E-2</c:v>
                </c:pt>
                <c:pt idx="20">
                  <c:v>9.7560975609756101E-2</c:v>
                </c:pt>
                <c:pt idx="21">
                  <c:v>0.1097560975609756</c:v>
                </c:pt>
                <c:pt idx="22">
                  <c:v>0.12195121951219511</c:v>
                </c:pt>
                <c:pt idx="23">
                  <c:v>0.13414634146341459</c:v>
                </c:pt>
                <c:pt idx="24">
                  <c:v>0.14634146341463411</c:v>
                </c:pt>
                <c:pt idx="25">
                  <c:v>0.14634146341463411</c:v>
                </c:pt>
                <c:pt idx="26">
                  <c:v>0.15853658536585369</c:v>
                </c:pt>
                <c:pt idx="27">
                  <c:v>0.17073170731707321</c:v>
                </c:pt>
                <c:pt idx="28">
                  <c:v>0.18292682926829271</c:v>
                </c:pt>
                <c:pt idx="29">
                  <c:v>0.18292682926829271</c:v>
                </c:pt>
                <c:pt idx="30">
                  <c:v>0.1951219512195122</c:v>
                </c:pt>
                <c:pt idx="31">
                  <c:v>0.2073170731707317</c:v>
                </c:pt>
                <c:pt idx="32">
                  <c:v>0.21951219512195119</c:v>
                </c:pt>
                <c:pt idx="33">
                  <c:v>0.23170731707317069</c:v>
                </c:pt>
                <c:pt idx="34">
                  <c:v>0.24390243902439021</c:v>
                </c:pt>
                <c:pt idx="35">
                  <c:v>0.25609756097560982</c:v>
                </c:pt>
                <c:pt idx="36">
                  <c:v>0.26829268292682928</c:v>
                </c:pt>
                <c:pt idx="37">
                  <c:v>0.28048780487804881</c:v>
                </c:pt>
                <c:pt idx="38">
                  <c:v>0.29268292682926828</c:v>
                </c:pt>
                <c:pt idx="39">
                  <c:v>0.3048780487804878</c:v>
                </c:pt>
                <c:pt idx="40">
                  <c:v>0.31707317073170732</c:v>
                </c:pt>
                <c:pt idx="41">
                  <c:v>0.32926829268292679</c:v>
                </c:pt>
                <c:pt idx="42">
                  <c:v>0.34146341463414642</c:v>
                </c:pt>
                <c:pt idx="43">
                  <c:v>0.35365853658536578</c:v>
                </c:pt>
                <c:pt idx="44">
                  <c:v>0.36585365853658541</c:v>
                </c:pt>
                <c:pt idx="45">
                  <c:v>0.37804878048780488</c:v>
                </c:pt>
                <c:pt idx="46">
                  <c:v>0.3902439024390244</c:v>
                </c:pt>
                <c:pt idx="47">
                  <c:v>0.40243902439024393</c:v>
                </c:pt>
                <c:pt idx="48">
                  <c:v>0.41463414634146339</c:v>
                </c:pt>
                <c:pt idx="49">
                  <c:v>0.42682926829268292</c:v>
                </c:pt>
                <c:pt idx="50">
                  <c:v>0.43902439024390238</c:v>
                </c:pt>
                <c:pt idx="51">
                  <c:v>0.45121951219512202</c:v>
                </c:pt>
                <c:pt idx="52">
                  <c:v>0.46341463414634149</c:v>
                </c:pt>
                <c:pt idx="53">
                  <c:v>0.47560975609756101</c:v>
                </c:pt>
                <c:pt idx="54">
                  <c:v>0.48780487804878048</c:v>
                </c:pt>
                <c:pt idx="55">
                  <c:v>0.5</c:v>
                </c:pt>
                <c:pt idx="56">
                  <c:v>0.51219512195121952</c:v>
                </c:pt>
                <c:pt idx="57">
                  <c:v>0.52439024390243905</c:v>
                </c:pt>
                <c:pt idx="58">
                  <c:v>0.53658536585365857</c:v>
                </c:pt>
                <c:pt idx="59">
                  <c:v>0.54878048780487809</c:v>
                </c:pt>
                <c:pt idx="60">
                  <c:v>0.56097560975609762</c:v>
                </c:pt>
                <c:pt idx="61">
                  <c:v>0.57317073170731703</c:v>
                </c:pt>
                <c:pt idx="62">
                  <c:v>0.57317073170731703</c:v>
                </c:pt>
                <c:pt idx="63">
                  <c:v>0.58536585365853655</c:v>
                </c:pt>
                <c:pt idx="64">
                  <c:v>0.59756097560975607</c:v>
                </c:pt>
                <c:pt idx="65">
                  <c:v>0.6097560975609756</c:v>
                </c:pt>
                <c:pt idx="66">
                  <c:v>0.62195121951219512</c:v>
                </c:pt>
                <c:pt idx="67">
                  <c:v>0.63414634146341464</c:v>
                </c:pt>
                <c:pt idx="68">
                  <c:v>0.64634146341463417</c:v>
                </c:pt>
                <c:pt idx="69">
                  <c:v>0.65853658536585369</c:v>
                </c:pt>
                <c:pt idx="70">
                  <c:v>0.67073170731707321</c:v>
                </c:pt>
                <c:pt idx="71">
                  <c:v>0.68292682926829273</c:v>
                </c:pt>
                <c:pt idx="72">
                  <c:v>0.69512195121951215</c:v>
                </c:pt>
                <c:pt idx="73">
                  <c:v>0.69512195121951215</c:v>
                </c:pt>
                <c:pt idx="74">
                  <c:v>0.70731707317073167</c:v>
                </c:pt>
                <c:pt idx="75">
                  <c:v>0.70731707317073167</c:v>
                </c:pt>
                <c:pt idx="76">
                  <c:v>0.71951219512195119</c:v>
                </c:pt>
                <c:pt idx="77">
                  <c:v>0.73170731707317072</c:v>
                </c:pt>
                <c:pt idx="78">
                  <c:v>0.74390243902439024</c:v>
                </c:pt>
                <c:pt idx="79">
                  <c:v>0.75609756097560976</c:v>
                </c:pt>
                <c:pt idx="80">
                  <c:v>0.76829268292682928</c:v>
                </c:pt>
                <c:pt idx="81">
                  <c:v>0.78048780487804881</c:v>
                </c:pt>
                <c:pt idx="82">
                  <c:v>0.79268292682926833</c:v>
                </c:pt>
                <c:pt idx="83">
                  <c:v>0.80487804878048785</c:v>
                </c:pt>
                <c:pt idx="84">
                  <c:v>0.81707317073170727</c:v>
                </c:pt>
                <c:pt idx="85">
                  <c:v>0.82926829268292679</c:v>
                </c:pt>
                <c:pt idx="86">
                  <c:v>0.84146341463414631</c:v>
                </c:pt>
                <c:pt idx="87">
                  <c:v>0.85365853658536583</c:v>
                </c:pt>
                <c:pt idx="88">
                  <c:v>0.86585365853658536</c:v>
                </c:pt>
                <c:pt idx="89">
                  <c:v>0.87804878048780488</c:v>
                </c:pt>
                <c:pt idx="90">
                  <c:v>0.8902439024390244</c:v>
                </c:pt>
                <c:pt idx="91">
                  <c:v>0.90243902439024393</c:v>
                </c:pt>
                <c:pt idx="92">
                  <c:v>0.91463414634146345</c:v>
                </c:pt>
                <c:pt idx="93">
                  <c:v>0.92682926829268297</c:v>
                </c:pt>
                <c:pt idx="94">
                  <c:v>0.93902439024390238</c:v>
                </c:pt>
                <c:pt idx="95">
                  <c:v>0.95121951219512191</c:v>
                </c:pt>
                <c:pt idx="96">
                  <c:v>0.96341463414634143</c:v>
                </c:pt>
                <c:pt idx="97">
                  <c:v>0.97560975609756095</c:v>
                </c:pt>
                <c:pt idx="98">
                  <c:v>0.98780487804878048</c:v>
                </c:pt>
                <c:pt idx="99">
                  <c:v>1</c:v>
                </c:pt>
              </c:numCache>
            </c:numRef>
          </c:xVal>
          <c:yVal>
            <c:numRef>
              <c:f>Sheet1!$B$203:$B$302</c:f>
              <c:numCache>
                <c:formatCode>General</c:formatCode>
                <c:ptCount val="100"/>
                <c:pt idx="0">
                  <c:v>0</c:v>
                </c:pt>
                <c:pt idx="1">
                  <c:v>5.8823529411764712E-2</c:v>
                </c:pt>
                <c:pt idx="2">
                  <c:v>5.8823529411764712E-2</c:v>
                </c:pt>
                <c:pt idx="3">
                  <c:v>0.1176470588235294</c:v>
                </c:pt>
                <c:pt idx="4">
                  <c:v>0.1176470588235294</c:v>
                </c:pt>
                <c:pt idx="5">
                  <c:v>0.1764705882352941</c:v>
                </c:pt>
                <c:pt idx="6">
                  <c:v>0.23529411764705879</c:v>
                </c:pt>
                <c:pt idx="7">
                  <c:v>0.29411764705882348</c:v>
                </c:pt>
                <c:pt idx="8">
                  <c:v>0.35294117647058831</c:v>
                </c:pt>
                <c:pt idx="9">
                  <c:v>0.41176470588235292</c:v>
                </c:pt>
                <c:pt idx="10">
                  <c:v>0.47058823529411759</c:v>
                </c:pt>
                <c:pt idx="11">
                  <c:v>0.52941176470588236</c:v>
                </c:pt>
                <c:pt idx="12">
                  <c:v>0.58823529411764708</c:v>
                </c:pt>
                <c:pt idx="13">
                  <c:v>0.58823529411764708</c:v>
                </c:pt>
                <c:pt idx="14">
                  <c:v>0.6470588235294118</c:v>
                </c:pt>
                <c:pt idx="15">
                  <c:v>0.6470588235294118</c:v>
                </c:pt>
                <c:pt idx="16">
                  <c:v>0.6470588235294118</c:v>
                </c:pt>
                <c:pt idx="17">
                  <c:v>0.6470588235294118</c:v>
                </c:pt>
                <c:pt idx="18">
                  <c:v>0.6470588235294118</c:v>
                </c:pt>
                <c:pt idx="19">
                  <c:v>0.70588235294117652</c:v>
                </c:pt>
                <c:pt idx="20">
                  <c:v>0.70588235294117652</c:v>
                </c:pt>
                <c:pt idx="21">
                  <c:v>0.70588235294117652</c:v>
                </c:pt>
                <c:pt idx="22">
                  <c:v>0.70588235294117652</c:v>
                </c:pt>
                <c:pt idx="23">
                  <c:v>0.70588235294117652</c:v>
                </c:pt>
                <c:pt idx="24">
                  <c:v>0.70588235294117652</c:v>
                </c:pt>
                <c:pt idx="25">
                  <c:v>0.76470588235294112</c:v>
                </c:pt>
                <c:pt idx="26">
                  <c:v>0.76470588235294112</c:v>
                </c:pt>
                <c:pt idx="27">
                  <c:v>0.76470588235294112</c:v>
                </c:pt>
                <c:pt idx="28">
                  <c:v>0.76470588235294112</c:v>
                </c:pt>
                <c:pt idx="29">
                  <c:v>0.82352941176470584</c:v>
                </c:pt>
                <c:pt idx="30">
                  <c:v>0.82352941176470584</c:v>
                </c:pt>
                <c:pt idx="31">
                  <c:v>0.82352941176470584</c:v>
                </c:pt>
                <c:pt idx="32">
                  <c:v>0.82352941176470584</c:v>
                </c:pt>
                <c:pt idx="33">
                  <c:v>0.82352941176470584</c:v>
                </c:pt>
                <c:pt idx="34">
                  <c:v>0.82352941176470584</c:v>
                </c:pt>
                <c:pt idx="35">
                  <c:v>0.82352941176470584</c:v>
                </c:pt>
                <c:pt idx="36">
                  <c:v>0.82352941176470584</c:v>
                </c:pt>
                <c:pt idx="37">
                  <c:v>0.82352941176470584</c:v>
                </c:pt>
                <c:pt idx="38">
                  <c:v>0.82352941176470584</c:v>
                </c:pt>
                <c:pt idx="39">
                  <c:v>0.82352941176470584</c:v>
                </c:pt>
                <c:pt idx="40">
                  <c:v>0.82352941176470584</c:v>
                </c:pt>
                <c:pt idx="41">
                  <c:v>0.82352941176470584</c:v>
                </c:pt>
                <c:pt idx="42">
                  <c:v>0.82352941176470584</c:v>
                </c:pt>
                <c:pt idx="43">
                  <c:v>0.82352941176470584</c:v>
                </c:pt>
                <c:pt idx="44">
                  <c:v>0.82352941176470584</c:v>
                </c:pt>
                <c:pt idx="45">
                  <c:v>0.82352941176470584</c:v>
                </c:pt>
                <c:pt idx="46">
                  <c:v>0.82352941176470584</c:v>
                </c:pt>
                <c:pt idx="47">
                  <c:v>0.82352941176470584</c:v>
                </c:pt>
                <c:pt idx="48">
                  <c:v>0.82352941176470584</c:v>
                </c:pt>
                <c:pt idx="49">
                  <c:v>0.82352941176470584</c:v>
                </c:pt>
                <c:pt idx="50">
                  <c:v>0.82352941176470584</c:v>
                </c:pt>
                <c:pt idx="51">
                  <c:v>0.82352941176470584</c:v>
                </c:pt>
                <c:pt idx="52">
                  <c:v>0.82352941176470584</c:v>
                </c:pt>
                <c:pt idx="53">
                  <c:v>0.82352941176470584</c:v>
                </c:pt>
                <c:pt idx="54">
                  <c:v>0.82352941176470584</c:v>
                </c:pt>
                <c:pt idx="55">
                  <c:v>0.82352941176470584</c:v>
                </c:pt>
                <c:pt idx="56">
                  <c:v>0.82352941176470584</c:v>
                </c:pt>
                <c:pt idx="57">
                  <c:v>0.82352941176470584</c:v>
                </c:pt>
                <c:pt idx="58">
                  <c:v>0.82352941176470584</c:v>
                </c:pt>
                <c:pt idx="59">
                  <c:v>0.82352941176470584</c:v>
                </c:pt>
                <c:pt idx="60">
                  <c:v>0.82352941176470584</c:v>
                </c:pt>
                <c:pt idx="61">
                  <c:v>0.82352941176470584</c:v>
                </c:pt>
                <c:pt idx="62">
                  <c:v>0.88235294117647056</c:v>
                </c:pt>
                <c:pt idx="63">
                  <c:v>0.88235294117647056</c:v>
                </c:pt>
                <c:pt idx="64">
                  <c:v>0.88235294117647056</c:v>
                </c:pt>
                <c:pt idx="65">
                  <c:v>0.88235294117647056</c:v>
                </c:pt>
                <c:pt idx="66">
                  <c:v>0.88235294117647056</c:v>
                </c:pt>
                <c:pt idx="67">
                  <c:v>0.88235294117647056</c:v>
                </c:pt>
                <c:pt idx="68">
                  <c:v>0.88235294117647056</c:v>
                </c:pt>
                <c:pt idx="69">
                  <c:v>0.88235294117647056</c:v>
                </c:pt>
                <c:pt idx="70">
                  <c:v>0.88235294117647056</c:v>
                </c:pt>
                <c:pt idx="71">
                  <c:v>0.88235294117647056</c:v>
                </c:pt>
                <c:pt idx="72">
                  <c:v>0.88235294117647056</c:v>
                </c:pt>
                <c:pt idx="73">
                  <c:v>0.94117647058823528</c:v>
                </c:pt>
                <c:pt idx="74">
                  <c:v>0.94117647058823528</c:v>
                </c:pt>
                <c:pt idx="75">
                  <c:v>1</c:v>
                </c:pt>
                <c:pt idx="76">
                  <c:v>1</c:v>
                </c:pt>
                <c:pt idx="77">
                  <c:v>1</c:v>
                </c:pt>
                <c:pt idx="78">
                  <c:v>1</c:v>
                </c:pt>
                <c:pt idx="79">
                  <c:v>1</c:v>
                </c:pt>
                <c:pt idx="80">
                  <c:v>1</c:v>
                </c:pt>
                <c:pt idx="81">
                  <c:v>1</c:v>
                </c:pt>
                <c:pt idx="82">
                  <c:v>1</c:v>
                </c:pt>
                <c:pt idx="83">
                  <c:v>1</c:v>
                </c:pt>
                <c:pt idx="84">
                  <c:v>1</c:v>
                </c:pt>
                <c:pt idx="85">
                  <c:v>1</c:v>
                </c:pt>
                <c:pt idx="86">
                  <c:v>1</c:v>
                </c:pt>
                <c:pt idx="87">
                  <c:v>1</c:v>
                </c:pt>
                <c:pt idx="88">
                  <c:v>1</c:v>
                </c:pt>
                <c:pt idx="89">
                  <c:v>1</c:v>
                </c:pt>
                <c:pt idx="90">
                  <c:v>1</c:v>
                </c:pt>
                <c:pt idx="91">
                  <c:v>1</c:v>
                </c:pt>
                <c:pt idx="92">
                  <c:v>1</c:v>
                </c:pt>
                <c:pt idx="93">
                  <c:v>1</c:v>
                </c:pt>
                <c:pt idx="94">
                  <c:v>1</c:v>
                </c:pt>
                <c:pt idx="95">
                  <c:v>1</c:v>
                </c:pt>
                <c:pt idx="96">
                  <c:v>1</c:v>
                </c:pt>
                <c:pt idx="97">
                  <c:v>1</c:v>
                </c:pt>
                <c:pt idx="98">
                  <c:v>1</c:v>
                </c:pt>
                <c:pt idx="99">
                  <c:v>1</c:v>
                </c:pt>
              </c:numCache>
            </c:numRef>
          </c:yVal>
          <c:smooth val="0"/>
          <c:extLst>
            <c:ext xmlns:c16="http://schemas.microsoft.com/office/drawing/2014/chart" uri="{C3380CC4-5D6E-409C-BE32-E72D297353CC}">
              <c16:uniqueId val="{00000002-12FE-4F7F-992B-6B33094EAFA2}"/>
            </c:ext>
          </c:extLst>
        </c:ser>
        <c:ser>
          <c:idx val="3"/>
          <c:order val="3"/>
          <c:tx>
            <c:strRef>
              <c:f>Sheet1!$B$304</c:f>
              <c:strCache>
                <c:ptCount val="1"/>
                <c:pt idx="0">
                  <c:v>случайно</c:v>
                </c:pt>
              </c:strCache>
            </c:strRef>
          </c:tx>
          <c:spPr>
            <a:ln w="12700">
              <a:solidFill>
                <a:srgbClr val="8B8599"/>
              </a:solidFill>
              <a:prstDash val="dash"/>
            </a:ln>
          </c:spPr>
          <c:marker>
            <c:symbol val="none"/>
          </c:marker>
          <c:xVal>
            <c:numRef>
              <c:f>Sheet1!$A$305:$A$306</c:f>
              <c:numCache>
                <c:formatCode>General</c:formatCode>
                <c:ptCount val="2"/>
                <c:pt idx="0">
                  <c:v>0</c:v>
                </c:pt>
                <c:pt idx="1">
                  <c:v>1</c:v>
                </c:pt>
              </c:numCache>
            </c:numRef>
          </c:xVal>
          <c:yVal>
            <c:numRef>
              <c:f>Sheet1!$B$305:$B$306</c:f>
              <c:numCache>
                <c:formatCode>General</c:formatCode>
                <c:ptCount val="2"/>
                <c:pt idx="0">
                  <c:v>0</c:v>
                </c:pt>
                <c:pt idx="1">
                  <c:v>1</c:v>
                </c:pt>
              </c:numCache>
            </c:numRef>
          </c:yVal>
          <c:smooth val="0"/>
          <c:extLst>
            <c:ext xmlns:c16="http://schemas.microsoft.com/office/drawing/2014/chart" uri="{C3380CC4-5D6E-409C-BE32-E72D297353CC}">
              <c16:uniqueId val="{00000003-12FE-4F7F-992B-6B33094EAFA2}"/>
            </c:ext>
          </c:extLst>
        </c:ser>
        <c:dLbls>
          <c:showLegendKey val="0"/>
          <c:showVal val="0"/>
          <c:showCatName val="0"/>
          <c:showSerName val="0"/>
          <c:showPercent val="0"/>
          <c:showBubbleSize val="0"/>
        </c:dLbls>
        <c:axId val="373346216"/>
        <c:axId val="373345040"/>
      </c:scatterChart>
      <c:valAx>
        <c:axId val="373346216"/>
        <c:scaling>
          <c:orientation val="minMax"/>
          <c:max val="1"/>
          <c:min val="0"/>
        </c:scaling>
        <c:delete val="0"/>
        <c:axPos val="b"/>
        <c:majorGridlines>
          <c:spPr>
            <a:ln>
              <a:solidFill>
                <a:srgbClr val="DCCEE4"/>
              </a:solidFill>
            </a:ln>
          </c:spPr>
        </c:majorGridlines>
        <c:numFmt formatCode="0.0" sourceLinked="0"/>
        <c:majorTickMark val="out"/>
        <c:minorTickMark val="none"/>
        <c:tickLblPos val="nextTo"/>
        <c:spPr>
          <a:ln>
            <a:solidFill>
              <a:srgbClr val="C9C3DA"/>
            </a:solidFill>
          </a:ln>
        </c:spPr>
        <c:crossAx val="373345040"/>
        <c:crosses val="autoZero"/>
        <c:crossBetween val="midCat"/>
        <c:majorUnit val="0.2"/>
      </c:valAx>
      <c:valAx>
        <c:axId val="373345040"/>
        <c:scaling>
          <c:orientation val="minMax"/>
          <c:max val="1"/>
          <c:min val="0"/>
        </c:scaling>
        <c:delete val="0"/>
        <c:axPos val="l"/>
        <c:majorGridlines>
          <c:spPr>
            <a:ln>
              <a:solidFill>
                <a:srgbClr val="DCCEE4"/>
              </a:solidFill>
            </a:ln>
          </c:spPr>
        </c:majorGridlines>
        <c:numFmt formatCode="0.0" sourceLinked="0"/>
        <c:majorTickMark val="out"/>
        <c:minorTickMark val="none"/>
        <c:tickLblPos val="nextTo"/>
        <c:spPr>
          <a:ln>
            <a:solidFill>
              <a:srgbClr val="C9C3DA"/>
            </a:solidFill>
          </a:ln>
        </c:spPr>
        <c:crossAx val="373346216"/>
        <c:crosses val="autoZero"/>
        <c:crossBetween val="midCat"/>
        <c:majorUnit val="0.2"/>
      </c:valAx>
    </c:plotArea>
    <c:plotVisOnly val="1"/>
    <c:dispBlanksAs val="gap"/>
    <c:showDLblsOverMax val="0"/>
  </c:chart>
  <c:txPr>
    <a:bodyPr/>
    <a:lstStyle/>
    <a:p>
      <a:pPr>
        <a:defRPr sz="1000">
          <a:solidFill>
            <a:srgbClr val="8B8599"/>
          </a:solidFill>
          <a:latin typeface="Montserrat"/>
        </a:defRPr>
      </a:pPr>
      <a:endParaRPr lang="ru-RU"/>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1C361405-0046-9D03-26A4-D7ED10EA70C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556CD2AD-A19E-4074-721F-6DBCBE680A4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2E30D66-5BAA-C245-AD36-181B8EC875DB}" type="datetimeFigureOut">
              <a:rPr lang="ru-RU" smtClean="0"/>
              <a:t>23.10.2026</a:t>
            </a:fld>
            <a:endParaRPr lang="ru-RU"/>
          </a:p>
        </p:txBody>
      </p:sp>
      <p:sp>
        <p:nvSpPr>
          <p:cNvPr id="4" name="Нижний колонтитул 3">
            <a:extLst>
              <a:ext uri="{FF2B5EF4-FFF2-40B4-BE49-F238E27FC236}">
                <a16:creationId xmlns:a16="http://schemas.microsoft.com/office/drawing/2014/main" id="{41947EE2-63DA-C2A1-5495-30E370423A5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3752603B-A0BC-AAAA-B5D6-B44F54E18AB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CD7201F-1F39-2140-9B4A-3BC1B61B40BF}" type="slidenum">
              <a:rPr lang="ru-RU" smtClean="0"/>
              <a:t>‹#›</a:t>
            </a:fld>
            <a:endParaRPr lang="ru-RU"/>
          </a:p>
        </p:txBody>
      </p:sp>
    </p:spTree>
    <p:extLst>
      <p:ext uri="{BB962C8B-B14F-4D97-AF65-F5344CB8AC3E}">
        <p14:creationId xmlns:p14="http://schemas.microsoft.com/office/powerpoint/2010/main" val="31366286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A401BA-3150-4FF7-8D13-C8A64268AC63}" type="datetimeFigureOut">
              <a:rPr lang="ru-RU" smtClean="0"/>
              <a:t>23.10.2026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5F3B14-7AC8-406F-A299-37D374056E4F}" type="slidenum">
              <a:rPr lang="ru-RU" smtClean="0"/>
              <a:t>‹#›</a:t>
            </a:fld>
            <a:endParaRPr lang="ru-RU"/>
          </a:p>
        </p:txBody>
      </p:sp>
    </p:spTree>
    <p:extLst>
      <p:ext uri="{BB962C8B-B14F-4D97-AF65-F5344CB8AC3E}">
        <p14:creationId xmlns:p14="http://schemas.microsoft.com/office/powerpoint/2010/main" val="24964453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10753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23531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CF317-460F-D66A-6ACF-27061C9DF4FF}"/>
            </a:ext>
          </a:extLst>
        </p:cNvPr>
        <p:cNvGrpSpPr/>
        <p:nvPr/>
      </p:nvGrpSpPr>
      <p:grpSpPr>
        <a:xfrm>
          <a:off x="0" y="0"/>
          <a:ext cx="0" cy="0"/>
          <a:chOff x="0" y="0"/>
          <a:chExt cx="0" cy="0"/>
        </a:xfrm>
      </p:grpSpPr>
      <p:sp>
        <p:nvSpPr>
          <p:cNvPr id="2" name="Образ слайда 1">
            <a:extLst>
              <a:ext uri="{FF2B5EF4-FFF2-40B4-BE49-F238E27FC236}">
                <a16:creationId xmlns:a16="http://schemas.microsoft.com/office/drawing/2014/main" id="{2D066F97-A6A0-B747-71F9-577306DB29D3}"/>
              </a:ext>
            </a:extLst>
          </p:cNvPr>
          <p:cNvSpPr>
            <a:spLocks noGrp="1" noRot="1" noChangeAspect="1"/>
          </p:cNvSpPr>
          <p:nvPr>
            <p:ph type="sldImg"/>
          </p:nvPr>
        </p:nvSpPr>
        <p:spPr/>
      </p:sp>
      <p:sp>
        <p:nvSpPr>
          <p:cNvPr id="3" name="Заметки 2">
            <a:extLst>
              <a:ext uri="{FF2B5EF4-FFF2-40B4-BE49-F238E27FC236}">
                <a16:creationId xmlns:a16="http://schemas.microsoft.com/office/drawing/2014/main" id="{80F9F05F-4377-CED9-7FF7-AADFCC58E49E}"/>
              </a:ext>
            </a:extLst>
          </p:cNvPr>
          <p:cNvSpPr>
            <a:spLocks noGrp="1"/>
          </p:cNvSpPr>
          <p:nvPr>
            <p:ph type="body" idx="1"/>
          </p:nvPr>
        </p:nvSpPr>
        <p:spPr/>
        <p:txBody>
          <a:bodyPr/>
          <a:lstStyle/>
          <a:p>
            <a:endParaRPr dirty="0"/>
          </a:p>
        </p:txBody>
      </p:sp>
      <p:sp>
        <p:nvSpPr>
          <p:cNvPr id="4" name="Номер слайда 3">
            <a:extLst>
              <a:ext uri="{FF2B5EF4-FFF2-40B4-BE49-F238E27FC236}">
                <a16:creationId xmlns:a16="http://schemas.microsoft.com/office/drawing/2014/main" id="{618DC8F5-67F2-F257-7833-1FEA7A6F232B}"/>
              </a:ext>
            </a:extLst>
          </p:cNvPr>
          <p:cNvSpPr>
            <a:spLocks noGrp="1"/>
          </p:cNvSpPr>
          <p:nvPr>
            <p:ph type="sldNum" sz="quarter" idx="5"/>
          </p:nvPr>
        </p:nvSpPr>
        <p:spPr/>
        <p:txBody>
          <a:bodyPr/>
          <a:lstStyle/>
          <a:p>
            <a:pPr marL="0" marR="0" lvl="0" indent="0" algn="r" defTabSz="914220" rtl="0" eaLnBrk="1" fontAlgn="auto" latinLnBrk="0" hangingPunct="1">
              <a:lnSpc>
                <a:spcPct val="100000"/>
              </a:lnSpc>
              <a:spcBef>
                <a:spcPts val="0"/>
              </a:spcBef>
              <a:spcAft>
                <a:spcPts val="0"/>
              </a:spcAft>
              <a:buClrTx/>
              <a:buSzTx/>
              <a:buFontTx/>
              <a:buNone/>
              <a:tabLst/>
              <a:defRPr/>
            </a:pPr>
            <a:fld id="{3D5F3B14-7AC8-406F-A299-37D374056E4F}" type="slidenum">
              <a:rPr kumimoji="0" lang="ru-R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220" rtl="0" eaLnBrk="1" fontAlgn="auto" latinLnBrk="0" hangingPunct="1">
                <a:lnSpc>
                  <a:spcPct val="100000"/>
                </a:lnSpc>
                <a:spcBef>
                  <a:spcPts val="0"/>
                </a:spcBef>
                <a:spcAft>
                  <a:spcPts val="0"/>
                </a:spcAft>
                <a:buClrTx/>
                <a:buSzTx/>
                <a:buFontTx/>
                <a:buNone/>
                <a:tabLst/>
                <a:defRPr/>
              </a:pPr>
              <a:t>3</a:t>
            </a:fld>
            <a:endParaRPr kumimoji="0" lang="ru-R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7745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t>Мы решаем задачу контроля технического качества снимка до его интерпретации врачом. Если замечание обнаружено у аппарата, специалист может проверить укладку сразу. Сервис принимает обычную выгрузку денситометра, определяет анатомическую область и возвращает объяснимый результат по каждому изображению. При нескольких нарушениях сохраняется весь список. Плотность кости и диагноз система не оценивает. В основе решения измерения и две нейросетевые проверки формы. По документации обработка занимает медианно 1,6 секунды на исследование на CPU, но это замер команды на предоставленном наборе, а не результат независимой проверки на стенде организатора.</a:t>
            </a:r>
          </a:p>
          <a:p>
            <a:endParaRPr/>
          </a:p>
          <a:p>
            <a:r>
              <a:rPr/>
              <a:t>Источники: приложенные ТЗ, документация версии 1.1.0 и исходная презентация.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52799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Сервис проходит один общий путь до выбора анатомической области. При чтении мы приводим изображение к стандартной яркости и ориентации и удаляем пиксельные дубликаты. Затем классификатор направляет снимок в ветку позвоночника или бедра. Внутри ветки запускаются все относящиеся к ней проверки, поэтому один снимок может получить несколько замечаний. Геометрия измеряет углы и расстояния. Только для посторонних предметов и ротации к измерению добавляется ResNet-34: ответы трёх моделей усредняются, затем объединяются с геометрической оценкой и сравниваются с настроенным порогом. Модель ключевых точек подключается отдельно для Th12 и по документации выключена в стандартном запуске. После проверок любой сработавший критерий даёт класс 1, а все найденные нарушения сохраняются в отчёте. Класс 0 означает отсутствие сработавших критериев, но не отменяет пометки ручной проверки: при расхождении оценок или подавлении вердикта по оси специалисту нужно проверить результат. Ошибки обработки фиксируются отдельно, пакет продолжается.</a:t>
            </a:r>
          </a:p>
          <a:p>
            <a:endParaRPr/>
          </a:p>
          <a:p>
            <a:r>
              <a:t>Источник: Документация.pdf, с. 6–10. Схема описывает документированную конфигурацию.</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69121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После определения области проверки идут по трём направлениям. В укладке оценивается, попали ли в нижнюю часть кадра гребни подвздошных костей: геометрический признак дополняет модель вида снимка. Ось оценивается двумя способами: по центрам тел позвонков и по краям позвоночной колонны. Документация описывает линию Тейла–Сена и требование согласия углов в пределах двух градусов. При изгибе или расхождении измерений вердикт по оси может подавляться, поэтому отсутствие этого кода не всегда означает подтверждение нормы. Для посторонних предметов геометрический фильтр выделяет тонкие яркие структуры, а ResNet-34 даёт второе мнение. Среднее трёх CNN объединяется с измерением; итог сравнивается с настроенным порогом. Если CNN недоступна, работает геометрия с пометкой. Верх укладки проверяет отдельный модуль ключевых точек: менее пяти процентов Th12 даёт нарушение, от пяти до пятидесяти процентов — ручную проверку. Это документированное правило, а не доказательство выполнения требования ТЗ о половине Th12. В обычной сборке модуль выключен. Все сработавшие критерии попадают в результат одновременно. Источник: Документация.pdf, с. 7–10; порог оси 5°: ТЗ, п. 2.3.</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69121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Ветка бедра оценивает два вида нарушения. Для ROI система ищет анатомические ориентиры и измеряет отступы до границ поля. Это прямое правило рисунка 6 ТЗ: три сантиметра сверху и снизу, два сбоку. Нарушение любого отступа формирует hip_roi. Если седалищная кость не найдена, документация допускает оценку нижнего отступа по типичной анатомии, но обязательно с флагом: такой результат менее надёжен. Ротацию нельзя свести к одному расстоянию. Сначала измеряется выступ малого вертела, затем добавляется оценка CNN. Три ResNet-34 с разной инициализацией усредняют ответ. Для CNN правое бедро отражается в левое, яркость нормализуется по перцентилям, длинная сторона приводится к 320 пикселям. Итоговое решение принимается по объединённой оценке и настроенному порогу; диапазон 96–272 квадратных миллиметра — геометрический ориентир, а не единственное правило гибрида. Расхождение нейросети и измерения сохраняется как пометка. Если нейросеть не загрузилась, остаётся геометрический расчёт с флагом недоступности CNN. Проверки независимы по назначению: в итог можно включить сразу оба нарушения. Масштаб 0,607 миллиметра на пиксель относится к описанному аппарату. По документации отдельная проверка видимости всех обязательных ориентиров позиционирования бедра не подтверждена. Источник: Документация.pdf, с. 6–10; ТЗ, п. 2.3.</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69121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t>Главное ограничение обучения — редкие нарушения. Например, для укладки имеется всего шесть положительных примеров. Поэтому основу составляют анатомические измерения, а ResNet-34 дополняет их там, где важна форма. Три модели с разной инициализацией усредняют ответ. По описанию команды использована проверка на пяти частях: каждый снимок оценивает модель, которая не обучалась на этой части. Снимки одного исследования остаются вместе; до финальной сдачи нужно также подтвердить объединение всех исследований одного пациента.  В оценке качества 249 снимков из 252 уникальных. Причины исключения остальных трёх необходимо зафиксировать.</a:t>
            </a:r>
          </a:p>
          <a:p>
            <a:endParaRPr/>
          </a:p>
          <a:p>
            <a:r>
              <a:rPr/>
              <a:t>Источники: приложенные ТЗ, документация версии 1.1.0 и исходная презентация.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828262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t>Здесь важно разделить качество ранжирования и качество готового решения при выбранном пороге. Например, для оси ROC-AUC равен 0,82, но чувствительность всего 0,30: при этом пороге система пропускает примерно семь из десяти размеченных нарушений оси. В целом чувствительность 0,67 и специфичность 0,75 означают, что сервис пока подходит для поддержки специалиста, а не для самостоятельного допуска снимка. Интервалы ROC-AUC широкие из-за небольшой выборки. Розовые значения относятся к прежней конфигурации с оценкой ROI по длине поля. Синие показывают геометрический вариант с ROI по рисунку 6. Одновременно меняются и модель, и правило ROI, поэтому общую разницу нельзя приписать только нейросети. Рабочая версия перешла на прямые отступы по рисунку 6 ТЗ, после чего полного сопоставимого прогона ещё не было. Поэтому эту таблицу следует воспринимать как результат эксперимента, а актуальные метрики финальной сборки необходимо пересчитать.</a:t>
            </a:r>
          </a:p>
          <a:p>
            <a:endParaRPr/>
          </a:p>
          <a:p>
            <a:r>
              <a:rPr/>
              <a:t>Источники: приложенные ТЗ, документация версии 1.1.0 и исходная презентация.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0486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t>Для ротации AUC растёт от 0,68 у геометрии до 0,80 у нейросети и 0,82 у гибрида. Для посторонних предметов получаются 0,79, 0,83 и 0,85. Это поддерживает идею объединения, но статистическая значимость прироста относительно CNN отдельно не доказана. Сеть полезна в задачах формы, а измерения сохраняют понятное специалисту объяснение. Кривые показывают обмен между найденными нарушениями и ложными тревогами, но для сервиса важно качество конкретного выбранного порога.</a:t>
            </a:r>
          </a:p>
          <a:p>
            <a:endParaRPr/>
          </a:p>
          <a:p>
            <a:r>
              <a:rPr/>
              <a:t>Источники: приложенные ТЗ, документация версии 1.1.0 и исходная презентация.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39729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t>В документации приведён пример: измеренный наклон оси составляет минус 6,58 градуса. Знак задаёт направление, а для контроля используется величина отклонения. В ответе указаны тип нарушения, статус и длительность обработки. Такой результат специалист может сопоставить с разметкой, а разработчик — автоматически прочитать. Для демонстрации мы загружаем архив, открываем подозрительный снимок и показываем, как замечание превращается в строку таблицы и DICOM SR. Затем проверяем случай с несколькими нарушениями и повреждённый файл. Веб-интерфейс, локальный контейнер и пакетный API используют один конвейер. Интеграция с PACS требует отдельного роутера; выдача SR сама по себе ещё не доказывает готовый обмен с архивом. Снимки для демонстрации следует взять из разрешённого организатором набора.</a:t>
            </a:r>
          </a:p>
          <a:p>
            <a:endParaRPr/>
          </a:p>
          <a:p>
            <a:r>
              <a:rPr/>
              <a:t>Источники: приложенные ТЗ, документация версии 1.1.0 и исходная презентация.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16136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t>По материалам у нас есть содержательно проработанный локальный прототип с понятной архитектурой и контрактом результатов. Следующий шаг — зафиксировать одну сдаваемую конфигурацию, включить обязательные проверки и повторить оценку именно этой версии. Нужны также согласованные правила Th12 и позиционирования бедра, проверка разметки либо письменное уточнение организаторов по её отсутствию во входных данных. Измерения сейчас привязаны к одному аппарату, поэтому новый аппарат требует проверки масштаба и отдельной валидации. Пилот начинаем параллельно с врачом: считаем найденные нарушения, ложные тревоги, время контроля и повторные исследования. Только после этого оцениваем, можно ли использовать подсказку непосредственно у аппарата. Больше данных поможет качеству, но не заменит исправление контрактов и комплектности поставки.</a:t>
            </a:r>
          </a:p>
          <a:p>
            <a:endParaRPr/>
          </a:p>
          <a:p>
            <a:r>
              <a:rPr/>
              <a:t>Источники: приложенные ТЗ, документация версии 1.1.0 и исходная презентация.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137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99010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ый слайд">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Рисунок 10">
            <a:extLst>
              <a:ext uri="{FF2B5EF4-FFF2-40B4-BE49-F238E27FC236}">
                <a16:creationId xmlns:a16="http://schemas.microsoft.com/office/drawing/2014/main" id="{DB9898DE-D265-4051-B751-CA3C0058CECA}"/>
              </a:ext>
            </a:extLst>
          </p:cNvPr>
          <p:cNvSpPr>
            <a:spLocks noGrp="1"/>
          </p:cNvSpPr>
          <p:nvPr>
            <p:ph type="pic" sz="quarter" idx="10" hasCustomPrompt="1"/>
          </p:nvPr>
        </p:nvSpPr>
        <p:spPr>
          <a:xfrm>
            <a:off x="6792000" y="395288"/>
            <a:ext cx="5400000" cy="5400000"/>
          </a:xfrm>
        </p:spPr>
        <p:txBody>
          <a:bodyPr anchor="ctr" anchorCtr="0"/>
          <a:lstStyle>
            <a:lvl1pPr>
              <a:defRPr/>
            </a:lvl1pPr>
          </a:lstStyle>
          <a:p>
            <a:r>
              <a:rPr lang="ru-RU" dirty="0"/>
              <a:t>Иконка задачи</a:t>
            </a:r>
          </a:p>
        </p:txBody>
      </p:sp>
      <p:sp>
        <p:nvSpPr>
          <p:cNvPr id="2" name="Заголовок 1">
            <a:extLst>
              <a:ext uri="{FF2B5EF4-FFF2-40B4-BE49-F238E27FC236}">
                <a16:creationId xmlns:a16="http://schemas.microsoft.com/office/drawing/2014/main" id="{BDEF1F2D-30AB-40F9-9975-F952E50B7FCA}"/>
              </a:ext>
            </a:extLst>
          </p:cNvPr>
          <p:cNvSpPr>
            <a:spLocks noGrp="1"/>
          </p:cNvSpPr>
          <p:nvPr>
            <p:ph type="ctrTitle" hasCustomPrompt="1"/>
          </p:nvPr>
        </p:nvSpPr>
        <p:spPr>
          <a:xfrm>
            <a:off x="0" y="4323440"/>
            <a:ext cx="8930641" cy="827011"/>
          </a:xfrm>
          <a:noFill/>
        </p:spPr>
        <p:txBody>
          <a:bodyPr anchor="ctr" anchorCtr="0"/>
          <a:lstStyle>
            <a:lvl1pPr marL="0" indent="712788" algn="l">
              <a:defRPr sz="2800">
                <a:solidFill>
                  <a:schemeClr val="bg1">
                    <a:lumMod val="95000"/>
                  </a:schemeClr>
                </a:solidFill>
              </a:defRPr>
            </a:lvl1pPr>
          </a:lstStyle>
          <a:p>
            <a:r>
              <a:rPr lang="ru-RU" dirty="0"/>
              <a:t>НАЗВАНИЕ КОМАНДЫ</a:t>
            </a:r>
          </a:p>
        </p:txBody>
      </p:sp>
      <p:sp>
        <p:nvSpPr>
          <p:cNvPr id="42" name="Рисунок 41">
            <a:extLst>
              <a:ext uri="{FF2B5EF4-FFF2-40B4-BE49-F238E27FC236}">
                <a16:creationId xmlns:a16="http://schemas.microsoft.com/office/drawing/2014/main" id="{37DC0E9B-2679-408D-851C-F21F4ACC673A}"/>
              </a:ext>
            </a:extLst>
          </p:cNvPr>
          <p:cNvSpPr>
            <a:spLocks noGrp="1"/>
          </p:cNvSpPr>
          <p:nvPr>
            <p:ph type="pic" sz="quarter" idx="11" hasCustomPrompt="1"/>
          </p:nvPr>
        </p:nvSpPr>
        <p:spPr>
          <a:xfrm>
            <a:off x="802640" y="2911980"/>
            <a:ext cx="3386773" cy="1082589"/>
          </a:xfrm>
        </p:spPr>
        <p:txBody>
          <a:bodyPr anchor="ctr" anchorCtr="0"/>
          <a:lstStyle>
            <a:lvl1pPr>
              <a:defRPr/>
            </a:lvl1pPr>
          </a:lstStyle>
          <a:p>
            <a:r>
              <a:rPr lang="ru-RU" dirty="0"/>
              <a:t>Логотип/логотипы постановщика задачи</a:t>
            </a:r>
          </a:p>
        </p:txBody>
      </p:sp>
      <p:sp>
        <p:nvSpPr>
          <p:cNvPr id="5" name="Текст 4">
            <a:extLst>
              <a:ext uri="{FF2B5EF4-FFF2-40B4-BE49-F238E27FC236}">
                <a16:creationId xmlns:a16="http://schemas.microsoft.com/office/drawing/2014/main" id="{93F843A1-4640-4AAD-9DA4-206FA9FF2A48}"/>
              </a:ext>
            </a:extLst>
          </p:cNvPr>
          <p:cNvSpPr>
            <a:spLocks noGrp="1"/>
          </p:cNvSpPr>
          <p:nvPr>
            <p:ph type="body" sz="quarter" idx="12" hasCustomPrompt="1"/>
          </p:nvPr>
        </p:nvSpPr>
        <p:spPr>
          <a:xfrm>
            <a:off x="0" y="5149851"/>
            <a:ext cx="8930641" cy="757174"/>
          </a:xfrm>
          <a:noFill/>
        </p:spPr>
        <p:txBody>
          <a:bodyPr>
            <a:normAutofit/>
          </a:bodyPr>
          <a:lstStyle>
            <a:lvl1pPr marL="0" indent="712788">
              <a:buNone/>
              <a:defRPr sz="1800"/>
            </a:lvl1pPr>
          </a:lstStyle>
          <a:p>
            <a:r>
              <a:rPr lang="ru-RU" sz="1600" b="0" dirty="0"/>
              <a:t>Номер и название задачи</a:t>
            </a:r>
          </a:p>
        </p:txBody>
      </p:sp>
    </p:spTree>
    <p:extLst>
      <p:ext uri="{BB962C8B-B14F-4D97-AF65-F5344CB8AC3E}">
        <p14:creationId xmlns:p14="http://schemas.microsoft.com/office/powerpoint/2010/main" val="2349769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Описание команды">
    <p:spTree>
      <p:nvGrpSpPr>
        <p:cNvPr id="1" name=""/>
        <p:cNvGrpSpPr/>
        <p:nvPr/>
      </p:nvGrpSpPr>
      <p:grpSpPr>
        <a:xfrm>
          <a:off x="0" y="0"/>
          <a:ext cx="0" cy="0"/>
          <a:chOff x="0" y="0"/>
          <a:chExt cx="0" cy="0"/>
        </a:xfrm>
      </p:grpSpPr>
      <p:sp>
        <p:nvSpPr>
          <p:cNvPr id="11" name="Рисунок 10">
            <a:extLst>
              <a:ext uri="{FF2B5EF4-FFF2-40B4-BE49-F238E27FC236}">
                <a16:creationId xmlns:a16="http://schemas.microsoft.com/office/drawing/2014/main" id="{DB9898DE-D265-4051-B751-CA3C0058CECA}"/>
              </a:ext>
            </a:extLst>
          </p:cNvPr>
          <p:cNvSpPr>
            <a:spLocks noGrp="1"/>
          </p:cNvSpPr>
          <p:nvPr>
            <p:ph type="pic" sz="quarter" idx="10" hasCustomPrompt="1"/>
          </p:nvPr>
        </p:nvSpPr>
        <p:spPr>
          <a:xfrm>
            <a:off x="6894095" y="1044081"/>
            <a:ext cx="4962943" cy="2221824"/>
          </a:xfrm>
        </p:spPr>
        <p:txBody>
          <a:bodyPr anchor="ctr" anchorCtr="0"/>
          <a:lstStyle>
            <a:lvl1pPr>
              <a:defRPr/>
            </a:lvl1pPr>
          </a:lstStyle>
          <a:p>
            <a:r>
              <a:rPr lang="ru-RU" dirty="0"/>
              <a:t>Фото команды</a:t>
            </a:r>
          </a:p>
        </p:txBody>
      </p:sp>
      <p:sp>
        <p:nvSpPr>
          <p:cNvPr id="2" name="Заголовок 1">
            <a:extLst>
              <a:ext uri="{FF2B5EF4-FFF2-40B4-BE49-F238E27FC236}">
                <a16:creationId xmlns:a16="http://schemas.microsoft.com/office/drawing/2014/main" id="{D1CA6654-BEE5-24C9-BC9D-BB6D2E0BEFAC}"/>
              </a:ext>
            </a:extLst>
          </p:cNvPr>
          <p:cNvSpPr>
            <a:spLocks noGrp="1"/>
          </p:cNvSpPr>
          <p:nvPr>
            <p:ph type="title" hasCustomPrompt="1"/>
          </p:nvPr>
        </p:nvSpPr>
        <p:spPr>
          <a:xfrm>
            <a:off x="346075" y="395288"/>
            <a:ext cx="11244772" cy="376138"/>
          </a:xfrm>
          <a:prstGeom prst="rect">
            <a:avLst/>
          </a:prstGeom>
        </p:spPr>
        <p:txBody>
          <a:bodyPr vert="horz" lIns="91440" tIns="45720" rIns="91440" bIns="45720" rtlCol="0" anchor="b" anchorCtr="0">
            <a:noAutofit/>
          </a:bodyPr>
          <a:lstStyle>
            <a:lvl1pPr>
              <a:defRPr/>
            </a:lvl1pPr>
          </a:lstStyle>
          <a:p>
            <a:r>
              <a:rPr lang="ru-RU" dirty="0"/>
              <a:t>КОМАНДА «НАЗВАНИЕ»</a:t>
            </a:r>
          </a:p>
        </p:txBody>
      </p:sp>
    </p:spTree>
    <p:extLst>
      <p:ext uri="{BB962C8B-B14F-4D97-AF65-F5344CB8AC3E}">
        <p14:creationId xmlns:p14="http://schemas.microsoft.com/office/powerpoint/2010/main" val="16629505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Команда">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67EB9651-F031-4963-AFE9-33BCC0E88757}"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45" name="Заголовок 1">
            <a:extLst>
              <a:ext uri="{FF2B5EF4-FFF2-40B4-BE49-F238E27FC236}">
                <a16:creationId xmlns:a16="http://schemas.microsoft.com/office/drawing/2014/main" id="{DD9DB7EE-83C4-47FA-86C2-BDA70A053156}"/>
              </a:ext>
            </a:extLst>
          </p:cNvPr>
          <p:cNvSpPr>
            <a:spLocks noGrp="1"/>
          </p:cNvSpPr>
          <p:nvPr>
            <p:ph type="title" hasCustomPrompt="1"/>
          </p:nvPr>
        </p:nvSpPr>
        <p:spPr>
          <a:xfrm>
            <a:off x="346075" y="395288"/>
            <a:ext cx="11244772" cy="376138"/>
          </a:xfrm>
          <a:prstGeom prst="rect">
            <a:avLst/>
          </a:prstGeom>
        </p:spPr>
        <p:txBody>
          <a:bodyPr vert="horz" lIns="91440" tIns="45720" rIns="91440" bIns="45720" rtlCol="0" anchor="b" anchorCtr="0">
            <a:noAutofit/>
          </a:bodyPr>
          <a:lstStyle>
            <a:lvl1pPr>
              <a:defRPr/>
            </a:lvl1pPr>
          </a:lstStyle>
          <a:p>
            <a:r>
              <a:rPr lang="ru-RU" dirty="0"/>
              <a:t>КОМАНДА «НАЗВАНИЕ»</a:t>
            </a:r>
          </a:p>
        </p:txBody>
      </p:sp>
      <p:sp>
        <p:nvSpPr>
          <p:cNvPr id="47" name="Текст 35">
            <a:extLst>
              <a:ext uri="{FF2B5EF4-FFF2-40B4-BE49-F238E27FC236}">
                <a16:creationId xmlns:a16="http://schemas.microsoft.com/office/drawing/2014/main" id="{FACA3955-006D-424E-AF29-FC0EE3BE8601}"/>
              </a:ext>
            </a:extLst>
          </p:cNvPr>
          <p:cNvSpPr>
            <a:spLocks noGrp="1"/>
          </p:cNvSpPr>
          <p:nvPr>
            <p:ph type="body" sz="quarter" idx="27" hasCustomPrompt="1"/>
          </p:nvPr>
        </p:nvSpPr>
        <p:spPr>
          <a:xfrm>
            <a:off x="806323" y="4192124"/>
            <a:ext cx="1843581" cy="1576498"/>
          </a:xfrm>
          <a:prstGeom prst="rect">
            <a:avLst/>
          </a:prstGeom>
          <a:ln>
            <a:noFill/>
          </a:ln>
        </p:spPr>
        <p:txBody>
          <a:bodyPr>
            <a:normAutofit/>
          </a:bodyPr>
          <a:lstStyle>
            <a:lvl1pPr marL="144688" indent="-144688">
              <a:buClr>
                <a:schemeClr val="accent1"/>
              </a:buClr>
              <a:buFont typeface="Wingdings" pitchFamily="2" charset="2"/>
              <a:buChar char="§"/>
              <a:defRPr sz="1400"/>
            </a:lvl1pPr>
          </a:lstStyle>
          <a:p>
            <a:pPr lvl="0"/>
            <a:r>
              <a:rPr lang="ru-RU" dirty="0"/>
              <a:t>Роль в команде</a:t>
            </a:r>
          </a:p>
          <a:p>
            <a:pPr lvl="0"/>
            <a:r>
              <a:rPr lang="en-US" dirty="0"/>
              <a:t>Telegram</a:t>
            </a:r>
          </a:p>
          <a:p>
            <a:pPr lvl="0"/>
            <a:r>
              <a:rPr lang="ru-RU" dirty="0"/>
              <a:t>Номер</a:t>
            </a:r>
          </a:p>
        </p:txBody>
      </p:sp>
      <p:sp>
        <p:nvSpPr>
          <p:cNvPr id="49" name="Текст 35">
            <a:extLst>
              <a:ext uri="{FF2B5EF4-FFF2-40B4-BE49-F238E27FC236}">
                <a16:creationId xmlns:a16="http://schemas.microsoft.com/office/drawing/2014/main" id="{D134429E-1F41-4952-92F7-E1A3625ABBD9}"/>
              </a:ext>
            </a:extLst>
          </p:cNvPr>
          <p:cNvSpPr>
            <a:spLocks noGrp="1"/>
          </p:cNvSpPr>
          <p:nvPr>
            <p:ph type="body" sz="quarter" idx="33" hasCustomPrompt="1"/>
          </p:nvPr>
        </p:nvSpPr>
        <p:spPr>
          <a:xfrm>
            <a:off x="3014568" y="4192124"/>
            <a:ext cx="1843581" cy="1576498"/>
          </a:xfrm>
          <a:prstGeom prst="rect">
            <a:avLst/>
          </a:prstGeom>
          <a:ln>
            <a:noFill/>
          </a:ln>
        </p:spPr>
        <p:txBody>
          <a:bodyPr>
            <a:normAutofit/>
          </a:bodyPr>
          <a:lstStyle>
            <a:lvl1pPr marL="144688" indent="-144688">
              <a:buClr>
                <a:schemeClr val="accent1"/>
              </a:buClr>
              <a:buFont typeface="Wingdings" pitchFamily="2" charset="2"/>
              <a:buChar char="§"/>
              <a:defRPr sz="1400"/>
            </a:lvl1pPr>
          </a:lstStyle>
          <a:p>
            <a:pPr lvl="0"/>
            <a:r>
              <a:rPr lang="ru-RU" dirty="0"/>
              <a:t>Роль в команде</a:t>
            </a:r>
          </a:p>
          <a:p>
            <a:pPr lvl="0"/>
            <a:r>
              <a:rPr lang="en-US" dirty="0"/>
              <a:t>Telegram</a:t>
            </a:r>
          </a:p>
          <a:p>
            <a:pPr lvl="0"/>
            <a:r>
              <a:rPr lang="ru-RU" dirty="0"/>
              <a:t>Номер</a:t>
            </a:r>
          </a:p>
        </p:txBody>
      </p:sp>
      <p:sp>
        <p:nvSpPr>
          <p:cNvPr id="51" name="Текст 35">
            <a:extLst>
              <a:ext uri="{FF2B5EF4-FFF2-40B4-BE49-F238E27FC236}">
                <a16:creationId xmlns:a16="http://schemas.microsoft.com/office/drawing/2014/main" id="{62B71317-1166-483E-8736-3204197AE648}"/>
              </a:ext>
            </a:extLst>
          </p:cNvPr>
          <p:cNvSpPr>
            <a:spLocks noGrp="1"/>
          </p:cNvSpPr>
          <p:nvPr>
            <p:ph type="body" sz="quarter" idx="35" hasCustomPrompt="1"/>
          </p:nvPr>
        </p:nvSpPr>
        <p:spPr>
          <a:xfrm>
            <a:off x="5191192" y="4192124"/>
            <a:ext cx="1843581" cy="1576498"/>
          </a:xfrm>
          <a:prstGeom prst="rect">
            <a:avLst/>
          </a:prstGeom>
          <a:ln>
            <a:noFill/>
          </a:ln>
        </p:spPr>
        <p:txBody>
          <a:bodyPr>
            <a:normAutofit/>
          </a:bodyPr>
          <a:lstStyle>
            <a:lvl1pPr marL="144688" indent="-144688">
              <a:buClr>
                <a:schemeClr val="accent1"/>
              </a:buClr>
              <a:buFont typeface="Wingdings" pitchFamily="2" charset="2"/>
              <a:buChar char="§"/>
              <a:defRPr sz="1400"/>
            </a:lvl1pPr>
          </a:lstStyle>
          <a:p>
            <a:pPr lvl="0"/>
            <a:r>
              <a:rPr lang="ru-RU" dirty="0"/>
              <a:t>Роль в команде</a:t>
            </a:r>
          </a:p>
          <a:p>
            <a:pPr lvl="0"/>
            <a:r>
              <a:rPr lang="en-US" dirty="0"/>
              <a:t>Telegram</a:t>
            </a:r>
          </a:p>
          <a:p>
            <a:pPr lvl="0"/>
            <a:r>
              <a:rPr lang="ru-RU" dirty="0"/>
              <a:t>Номер</a:t>
            </a:r>
          </a:p>
        </p:txBody>
      </p:sp>
      <p:sp>
        <p:nvSpPr>
          <p:cNvPr id="53" name="Текст 35">
            <a:extLst>
              <a:ext uri="{FF2B5EF4-FFF2-40B4-BE49-F238E27FC236}">
                <a16:creationId xmlns:a16="http://schemas.microsoft.com/office/drawing/2014/main" id="{FE441C73-4DA4-470D-B9C8-52D6075710B5}"/>
              </a:ext>
            </a:extLst>
          </p:cNvPr>
          <p:cNvSpPr>
            <a:spLocks noGrp="1"/>
          </p:cNvSpPr>
          <p:nvPr>
            <p:ph type="body" sz="quarter" idx="37" hasCustomPrompt="1"/>
          </p:nvPr>
        </p:nvSpPr>
        <p:spPr>
          <a:xfrm>
            <a:off x="7366644" y="4192124"/>
            <a:ext cx="1843581" cy="1576498"/>
          </a:xfrm>
          <a:prstGeom prst="rect">
            <a:avLst/>
          </a:prstGeom>
          <a:ln>
            <a:noFill/>
          </a:ln>
        </p:spPr>
        <p:txBody>
          <a:bodyPr>
            <a:normAutofit/>
          </a:bodyPr>
          <a:lstStyle>
            <a:lvl1pPr marL="144688" indent="-144688">
              <a:buClr>
                <a:schemeClr val="accent1"/>
              </a:buClr>
              <a:buFont typeface="Wingdings" pitchFamily="2" charset="2"/>
              <a:buChar char="§"/>
              <a:defRPr sz="1400"/>
            </a:lvl1pPr>
          </a:lstStyle>
          <a:p>
            <a:pPr lvl="0"/>
            <a:r>
              <a:rPr lang="ru-RU" dirty="0"/>
              <a:t>Роль в команде</a:t>
            </a:r>
          </a:p>
          <a:p>
            <a:pPr lvl="0"/>
            <a:r>
              <a:rPr lang="en-US" dirty="0"/>
              <a:t>Telegram</a:t>
            </a:r>
          </a:p>
          <a:p>
            <a:pPr lvl="0"/>
            <a:r>
              <a:rPr lang="ru-RU" dirty="0"/>
              <a:t>Номер</a:t>
            </a:r>
          </a:p>
        </p:txBody>
      </p:sp>
      <p:sp>
        <p:nvSpPr>
          <p:cNvPr id="55" name="Текст 35">
            <a:extLst>
              <a:ext uri="{FF2B5EF4-FFF2-40B4-BE49-F238E27FC236}">
                <a16:creationId xmlns:a16="http://schemas.microsoft.com/office/drawing/2014/main" id="{8792BADF-06A6-41F5-BB39-A425B78E145D}"/>
              </a:ext>
            </a:extLst>
          </p:cNvPr>
          <p:cNvSpPr>
            <a:spLocks noGrp="1"/>
          </p:cNvSpPr>
          <p:nvPr>
            <p:ph type="body" sz="quarter" idx="39" hasCustomPrompt="1"/>
          </p:nvPr>
        </p:nvSpPr>
        <p:spPr>
          <a:xfrm>
            <a:off x="9542096" y="4192124"/>
            <a:ext cx="1843581" cy="1576498"/>
          </a:xfrm>
          <a:prstGeom prst="rect">
            <a:avLst/>
          </a:prstGeom>
          <a:ln>
            <a:noFill/>
          </a:ln>
        </p:spPr>
        <p:txBody>
          <a:bodyPr>
            <a:normAutofit/>
          </a:bodyPr>
          <a:lstStyle>
            <a:lvl1pPr marL="144688" indent="-144688">
              <a:buClr>
                <a:schemeClr val="accent1"/>
              </a:buClr>
              <a:buFont typeface="Wingdings" pitchFamily="2" charset="2"/>
              <a:buChar char="§"/>
              <a:defRPr sz="1400"/>
            </a:lvl1pPr>
          </a:lstStyle>
          <a:p>
            <a:pPr lvl="0"/>
            <a:r>
              <a:rPr lang="ru-RU" dirty="0"/>
              <a:t>Роль в команде</a:t>
            </a:r>
          </a:p>
          <a:p>
            <a:pPr lvl="0"/>
            <a:r>
              <a:rPr lang="en-US" dirty="0"/>
              <a:t>Telegram</a:t>
            </a:r>
          </a:p>
          <a:p>
            <a:pPr lvl="0"/>
            <a:r>
              <a:rPr lang="ru-RU" dirty="0"/>
              <a:t>Номер</a:t>
            </a:r>
          </a:p>
        </p:txBody>
      </p:sp>
    </p:spTree>
    <p:extLst>
      <p:ext uri="{BB962C8B-B14F-4D97-AF65-F5344CB8AC3E}">
        <p14:creationId xmlns:p14="http://schemas.microsoft.com/office/powerpoint/2010/main" val="21874350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Пустой с заголовком">
    <p:spTree>
      <p:nvGrpSpPr>
        <p:cNvPr id="1" name=""/>
        <p:cNvGrpSpPr/>
        <p:nvPr/>
      </p:nvGrpSpPr>
      <p:grpSpPr>
        <a:xfrm>
          <a:off x="0" y="0"/>
          <a:ext cx="0" cy="0"/>
          <a:chOff x="0" y="0"/>
          <a:chExt cx="0" cy="0"/>
        </a:xfrm>
      </p:grpSpPr>
      <p:sp>
        <p:nvSpPr>
          <p:cNvPr id="9" name="Дата 3">
            <a:extLst>
              <a:ext uri="{FF2B5EF4-FFF2-40B4-BE49-F238E27FC236}">
                <a16:creationId xmlns:a16="http://schemas.microsoft.com/office/drawing/2014/main" id="{1BE2B7EA-895D-4C57-B021-3ADF48C59837}"/>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1021F813-DBA1-42EC-A748-A9CC16659E6B}" type="datetime1">
              <a:rPr lang="ru-RU" smtClean="0"/>
              <a:t>23.10.2026</a:t>
            </a:fld>
            <a:endParaRPr lang="ru-RU"/>
          </a:p>
        </p:txBody>
      </p:sp>
      <p:sp>
        <p:nvSpPr>
          <p:cNvPr id="10" name="Нижний колонтитул 4">
            <a:extLst>
              <a:ext uri="{FF2B5EF4-FFF2-40B4-BE49-F238E27FC236}">
                <a16:creationId xmlns:a16="http://schemas.microsoft.com/office/drawing/2014/main" id="{8A502BD2-9512-4029-B654-E898F0583F06}"/>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11" name="Номер слайда 5">
            <a:extLst>
              <a:ext uri="{FF2B5EF4-FFF2-40B4-BE49-F238E27FC236}">
                <a16:creationId xmlns:a16="http://schemas.microsoft.com/office/drawing/2014/main" id="{E6724899-9B39-4945-8292-0304D1DFF6A6}"/>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Tree>
    <p:extLst>
      <p:ext uri="{BB962C8B-B14F-4D97-AF65-F5344CB8AC3E}">
        <p14:creationId xmlns:p14="http://schemas.microsoft.com/office/powerpoint/2010/main" val="10664328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Заголовок и объект">
    <p:spTree>
      <p:nvGrpSpPr>
        <p:cNvPr id="1" name=""/>
        <p:cNvGrpSpPr/>
        <p:nvPr/>
      </p:nvGrpSpPr>
      <p:grpSpPr>
        <a:xfrm>
          <a:off x="0" y="0"/>
          <a:ext cx="0" cy="0"/>
          <a:chOff x="0" y="0"/>
          <a:chExt cx="0" cy="0"/>
        </a:xfrm>
      </p:grpSpPr>
      <p:sp>
        <p:nvSpPr>
          <p:cNvPr id="20" name="Текст 2">
            <a:extLst>
              <a:ext uri="{FF2B5EF4-FFF2-40B4-BE49-F238E27FC236}">
                <a16:creationId xmlns:a16="http://schemas.microsoft.com/office/drawing/2014/main" id="{35915C91-9468-44E0-9A6A-47C151E1C596}"/>
              </a:ext>
            </a:extLst>
          </p:cNvPr>
          <p:cNvSpPr>
            <a:spLocks noGrp="1"/>
          </p:cNvSpPr>
          <p:nvPr>
            <p:ph idx="1"/>
          </p:nvPr>
        </p:nvSpPr>
        <p:spPr>
          <a:xfrm>
            <a:off x="315392" y="1016177"/>
            <a:ext cx="11561229" cy="5160793"/>
          </a:xfrm>
          <a:prstGeom prst="rect">
            <a:avLst/>
          </a:prstGeom>
        </p:spPr>
        <p:txBody>
          <a:bodyPr vert="horz" lIns="91440" tIns="45720" rIns="91440" bIns="45720" rtlCol="0">
            <a:normAutofit/>
          </a:bodyPr>
          <a:lstStyle>
            <a:lvl1pPr>
              <a:defRPr>
                <a:solidFill>
                  <a:schemeClr val="bg1">
                    <a:lumMod val="95000"/>
                  </a:schemeClr>
                </a:solidFill>
              </a:defRPr>
            </a:lvl1pPr>
            <a:lvl2pPr>
              <a:defRPr>
                <a:solidFill>
                  <a:schemeClr val="bg1">
                    <a:lumMod val="95000"/>
                  </a:schemeClr>
                </a:solidFill>
              </a:defRPr>
            </a:lvl2pPr>
            <a:lvl3pPr>
              <a:defRPr>
                <a:solidFill>
                  <a:schemeClr val="bg1">
                    <a:lumMod val="95000"/>
                  </a:schemeClr>
                </a:solidFill>
              </a:defRPr>
            </a:lvl3pPr>
            <a:lvl4pPr>
              <a:defRPr>
                <a:solidFill>
                  <a:schemeClr val="bg1">
                    <a:lumMod val="95000"/>
                  </a:schemeClr>
                </a:solidFill>
              </a:defRPr>
            </a:lvl4pPr>
            <a:lvl5pPr>
              <a:defRPr>
                <a:solidFill>
                  <a:schemeClr val="bg1">
                    <a:lumMod val="95000"/>
                  </a:schemeClr>
                </a:solidFill>
              </a:defRPr>
            </a:lvl5p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21" name="Дата 3">
            <a:extLst>
              <a:ext uri="{FF2B5EF4-FFF2-40B4-BE49-F238E27FC236}">
                <a16:creationId xmlns:a16="http://schemas.microsoft.com/office/drawing/2014/main" id="{6043336A-E468-4FC7-B11B-D72F244391A9}"/>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7DE2642A-6018-4CC1-81AB-5FD8D2782D4F}" type="datetime1">
              <a:rPr lang="ru-RU" smtClean="0"/>
              <a:t>23.10.2026</a:t>
            </a:fld>
            <a:endParaRPr lang="ru-RU"/>
          </a:p>
        </p:txBody>
      </p:sp>
      <p:sp>
        <p:nvSpPr>
          <p:cNvPr id="22" name="Нижний колонтитул 4">
            <a:extLst>
              <a:ext uri="{FF2B5EF4-FFF2-40B4-BE49-F238E27FC236}">
                <a16:creationId xmlns:a16="http://schemas.microsoft.com/office/drawing/2014/main" id="{49E78A2F-D265-4D7D-BF63-75BF9ACF92A0}"/>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23" name="Номер слайда 5">
            <a:extLst>
              <a:ext uri="{FF2B5EF4-FFF2-40B4-BE49-F238E27FC236}">
                <a16:creationId xmlns:a16="http://schemas.microsoft.com/office/drawing/2014/main" id="{25A0EB89-1F02-40E6-9D89-EAA34874BF0D}"/>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24" name="Заголовок 1">
            <a:extLst>
              <a:ext uri="{FF2B5EF4-FFF2-40B4-BE49-F238E27FC236}">
                <a16:creationId xmlns:a16="http://schemas.microsoft.com/office/drawing/2014/main" id="{D3BCB09B-B5ED-4308-BCBC-7DB6BF7E0D1C}"/>
              </a:ext>
            </a:extLst>
          </p:cNvPr>
          <p:cNvSpPr>
            <a:spLocks noGrp="1"/>
          </p:cNvSpPr>
          <p:nvPr>
            <p:ph type="title"/>
          </p:nvPr>
        </p:nvSpPr>
        <p:spPr>
          <a:xfrm>
            <a:off x="346075" y="421226"/>
            <a:ext cx="9862734" cy="376138"/>
          </a:xfrm>
          <a:prstGeom prst="rect">
            <a:avLst/>
          </a:prstGeom>
        </p:spPr>
        <p:txBody>
          <a:bodyPr vert="horz" lIns="91440" tIns="45720" rIns="91440" bIns="45720" rtlCol="0" anchor="b" anchorCtr="0">
            <a:noAutofit/>
          </a:bodyPr>
          <a:lstStyle>
            <a:lvl1pPr>
              <a:defRPr>
                <a:solidFill>
                  <a:schemeClr val="bg1">
                    <a:lumMod val="95000"/>
                  </a:schemeClr>
                </a:solidFill>
              </a:defRPr>
            </a:lvl1pPr>
          </a:lstStyle>
          <a:p>
            <a:r>
              <a:rPr lang="ru-RU" dirty="0"/>
              <a:t>ОБРАЗЕЦ ЗАГОЛОВКА</a:t>
            </a:r>
          </a:p>
        </p:txBody>
      </p:sp>
    </p:spTree>
    <p:extLst>
      <p:ext uri="{BB962C8B-B14F-4D97-AF65-F5344CB8AC3E}">
        <p14:creationId xmlns:p14="http://schemas.microsoft.com/office/powerpoint/2010/main" val="32468899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Два объекта">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DE4079CB-26E5-4E7E-8375-84F474844853}"/>
              </a:ext>
            </a:extLst>
          </p:cNvPr>
          <p:cNvSpPr>
            <a:spLocks noGrp="1"/>
          </p:cNvSpPr>
          <p:nvPr>
            <p:ph sz="half" idx="1"/>
          </p:nvPr>
        </p:nvSpPr>
        <p:spPr>
          <a:xfrm>
            <a:off x="315387" y="1016001"/>
            <a:ext cx="5704418" cy="5184774"/>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a:extLst>
              <a:ext uri="{FF2B5EF4-FFF2-40B4-BE49-F238E27FC236}">
                <a16:creationId xmlns:a16="http://schemas.microsoft.com/office/drawing/2014/main" id="{C0B9B70F-56BE-4BFF-9AF1-3E24439A89A7}"/>
              </a:ext>
            </a:extLst>
          </p:cNvPr>
          <p:cNvSpPr>
            <a:spLocks noGrp="1"/>
          </p:cNvSpPr>
          <p:nvPr>
            <p:ph sz="half" idx="2"/>
          </p:nvPr>
        </p:nvSpPr>
        <p:spPr>
          <a:xfrm>
            <a:off x="6172206" y="1016001"/>
            <a:ext cx="5670473" cy="51847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14" name="Дата 3">
            <a:extLst>
              <a:ext uri="{FF2B5EF4-FFF2-40B4-BE49-F238E27FC236}">
                <a16:creationId xmlns:a16="http://schemas.microsoft.com/office/drawing/2014/main" id="{A4424B46-3BA8-41B1-9808-8558C0F0E6E4}"/>
              </a:ext>
            </a:extLst>
          </p:cNvPr>
          <p:cNvSpPr>
            <a:spLocks noGrp="1"/>
          </p:cNvSpPr>
          <p:nvPr>
            <p:ph type="dt" sz="half" idx="10"/>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43014BBE-C503-4380-A869-5EE8294FE947}" type="datetime1">
              <a:rPr lang="ru-RU" smtClean="0"/>
              <a:t>23.10.2026</a:t>
            </a:fld>
            <a:endParaRPr lang="ru-RU"/>
          </a:p>
        </p:txBody>
      </p:sp>
      <p:sp>
        <p:nvSpPr>
          <p:cNvPr id="15" name="Нижний колонтитул 4">
            <a:extLst>
              <a:ext uri="{FF2B5EF4-FFF2-40B4-BE49-F238E27FC236}">
                <a16:creationId xmlns:a16="http://schemas.microsoft.com/office/drawing/2014/main" id="{4D73747B-1894-47A4-9E8B-797D1562EA76}"/>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16" name="Номер слайда 5">
            <a:extLst>
              <a:ext uri="{FF2B5EF4-FFF2-40B4-BE49-F238E27FC236}">
                <a16:creationId xmlns:a16="http://schemas.microsoft.com/office/drawing/2014/main" id="{0C3B5973-5E99-43F7-82C6-8E450D7A9851}"/>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7" name="Заголовок 1">
            <a:extLst>
              <a:ext uri="{FF2B5EF4-FFF2-40B4-BE49-F238E27FC236}">
                <a16:creationId xmlns:a16="http://schemas.microsoft.com/office/drawing/2014/main" id="{96698D82-4C1C-4876-84CF-285AAC9104D9}"/>
              </a:ext>
            </a:extLst>
          </p:cNvPr>
          <p:cNvSpPr>
            <a:spLocks noGrp="1"/>
          </p:cNvSpPr>
          <p:nvPr>
            <p:ph type="title"/>
          </p:nvPr>
        </p:nvSpPr>
        <p:spPr>
          <a:xfrm>
            <a:off x="346075"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Tree>
    <p:extLst>
      <p:ext uri="{BB962C8B-B14F-4D97-AF65-F5344CB8AC3E}">
        <p14:creationId xmlns:p14="http://schemas.microsoft.com/office/powerpoint/2010/main" val="2158693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Сравнение">
    <p:spTree>
      <p:nvGrpSpPr>
        <p:cNvPr id="1" name=""/>
        <p:cNvGrpSpPr/>
        <p:nvPr/>
      </p:nvGrpSpPr>
      <p:grpSpPr>
        <a:xfrm>
          <a:off x="0" y="0"/>
          <a:ext cx="0" cy="0"/>
          <a:chOff x="0" y="0"/>
          <a:chExt cx="0" cy="0"/>
        </a:xfrm>
      </p:grpSpPr>
      <p:sp>
        <p:nvSpPr>
          <p:cNvPr id="3" name="Текст 2">
            <a:extLst>
              <a:ext uri="{FF2B5EF4-FFF2-40B4-BE49-F238E27FC236}">
                <a16:creationId xmlns:a16="http://schemas.microsoft.com/office/drawing/2014/main" id="{D286EEAA-87D1-47A5-B9C0-E5BAD703F03A}"/>
              </a:ext>
            </a:extLst>
          </p:cNvPr>
          <p:cNvSpPr>
            <a:spLocks noGrp="1"/>
          </p:cNvSpPr>
          <p:nvPr>
            <p:ph type="body" idx="1"/>
          </p:nvPr>
        </p:nvSpPr>
        <p:spPr>
          <a:xfrm>
            <a:off x="315386" y="1015427"/>
            <a:ext cx="5682193" cy="365125"/>
          </a:xfrm>
        </p:spPr>
        <p:txBody>
          <a:bodyPr anchor="b">
            <a:normAutofit/>
          </a:bodyPr>
          <a:lstStyle>
            <a:lvl1pPr marL="0" indent="0">
              <a:buNone/>
              <a:defRPr sz="1400" b="1"/>
            </a:lvl1pPr>
            <a:lvl2pPr marL="289378" indent="0">
              <a:buNone/>
              <a:defRPr sz="1266" b="1"/>
            </a:lvl2pPr>
            <a:lvl3pPr marL="578755" indent="0">
              <a:buNone/>
              <a:defRPr sz="1141" b="1"/>
            </a:lvl3pPr>
            <a:lvl4pPr marL="868132" indent="0">
              <a:buNone/>
              <a:defRPr sz="1013" b="1"/>
            </a:lvl4pPr>
            <a:lvl5pPr marL="1157510" indent="0">
              <a:buNone/>
              <a:defRPr sz="1013" b="1"/>
            </a:lvl5pPr>
            <a:lvl6pPr marL="1446887" indent="0">
              <a:buNone/>
              <a:defRPr sz="1013" b="1"/>
            </a:lvl6pPr>
            <a:lvl7pPr marL="1736266" indent="0">
              <a:buNone/>
              <a:defRPr sz="1013" b="1"/>
            </a:lvl7pPr>
            <a:lvl8pPr marL="2025644" indent="0">
              <a:buNone/>
              <a:defRPr sz="1013" b="1"/>
            </a:lvl8pPr>
            <a:lvl9pPr marL="2315021" indent="0">
              <a:buNone/>
              <a:defRPr sz="1013" b="1"/>
            </a:lvl9pPr>
          </a:lstStyle>
          <a:p>
            <a:pPr lvl="0"/>
            <a:r>
              <a:rPr lang="ru-RU"/>
              <a:t>Образец текста</a:t>
            </a:r>
          </a:p>
        </p:txBody>
      </p:sp>
      <p:sp>
        <p:nvSpPr>
          <p:cNvPr id="4" name="Объект 3">
            <a:extLst>
              <a:ext uri="{FF2B5EF4-FFF2-40B4-BE49-F238E27FC236}">
                <a16:creationId xmlns:a16="http://schemas.microsoft.com/office/drawing/2014/main" id="{4A2D29F1-B583-4C98-B07B-171DC3552B42}"/>
              </a:ext>
            </a:extLst>
          </p:cNvPr>
          <p:cNvSpPr>
            <a:spLocks noGrp="1"/>
          </p:cNvSpPr>
          <p:nvPr>
            <p:ph sz="half" idx="2"/>
          </p:nvPr>
        </p:nvSpPr>
        <p:spPr>
          <a:xfrm>
            <a:off x="349334" y="1598615"/>
            <a:ext cx="5648250" cy="460216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RU" dirty="0"/>
          </a:p>
        </p:txBody>
      </p:sp>
      <p:sp>
        <p:nvSpPr>
          <p:cNvPr id="5" name="Текст 4">
            <a:extLst>
              <a:ext uri="{FF2B5EF4-FFF2-40B4-BE49-F238E27FC236}">
                <a16:creationId xmlns:a16="http://schemas.microsoft.com/office/drawing/2014/main" id="{DE6D3064-465D-4982-AF9F-41FF98FCBF98}"/>
              </a:ext>
            </a:extLst>
          </p:cNvPr>
          <p:cNvSpPr>
            <a:spLocks noGrp="1"/>
          </p:cNvSpPr>
          <p:nvPr>
            <p:ph type="body" sz="quarter" idx="3"/>
          </p:nvPr>
        </p:nvSpPr>
        <p:spPr>
          <a:xfrm>
            <a:off x="6172205" y="1015427"/>
            <a:ext cx="5684841" cy="365125"/>
          </a:xfrm>
        </p:spPr>
        <p:txBody>
          <a:bodyPr anchor="b">
            <a:normAutofit/>
          </a:bodyPr>
          <a:lstStyle>
            <a:lvl1pPr marL="0" indent="0">
              <a:buNone/>
              <a:defRPr sz="1400" b="1"/>
            </a:lvl1pPr>
            <a:lvl2pPr marL="289378" indent="0">
              <a:buNone/>
              <a:defRPr sz="1266" b="1"/>
            </a:lvl2pPr>
            <a:lvl3pPr marL="578755" indent="0">
              <a:buNone/>
              <a:defRPr sz="1141" b="1"/>
            </a:lvl3pPr>
            <a:lvl4pPr marL="868132" indent="0">
              <a:buNone/>
              <a:defRPr sz="1013" b="1"/>
            </a:lvl4pPr>
            <a:lvl5pPr marL="1157510" indent="0">
              <a:buNone/>
              <a:defRPr sz="1013" b="1"/>
            </a:lvl5pPr>
            <a:lvl6pPr marL="1446887" indent="0">
              <a:buNone/>
              <a:defRPr sz="1013" b="1"/>
            </a:lvl6pPr>
            <a:lvl7pPr marL="1736266" indent="0">
              <a:buNone/>
              <a:defRPr sz="1013" b="1"/>
            </a:lvl7pPr>
            <a:lvl8pPr marL="2025644" indent="0">
              <a:buNone/>
              <a:defRPr sz="1013" b="1"/>
            </a:lvl8pPr>
            <a:lvl9pPr marL="2315021" indent="0">
              <a:buNone/>
              <a:defRPr sz="1013" b="1"/>
            </a:lvl9pPr>
          </a:lstStyle>
          <a:p>
            <a:pPr lvl="0"/>
            <a:r>
              <a:rPr lang="ru-RU"/>
              <a:t>Образец текста</a:t>
            </a:r>
          </a:p>
        </p:txBody>
      </p:sp>
      <p:sp>
        <p:nvSpPr>
          <p:cNvPr id="6" name="Объект 5">
            <a:extLst>
              <a:ext uri="{FF2B5EF4-FFF2-40B4-BE49-F238E27FC236}">
                <a16:creationId xmlns:a16="http://schemas.microsoft.com/office/drawing/2014/main" id="{960E92CA-C4D7-4946-B437-9FCD4AA3134C}"/>
              </a:ext>
            </a:extLst>
          </p:cNvPr>
          <p:cNvSpPr>
            <a:spLocks noGrp="1"/>
          </p:cNvSpPr>
          <p:nvPr>
            <p:ph sz="quarter" idx="4"/>
          </p:nvPr>
        </p:nvSpPr>
        <p:spPr>
          <a:xfrm>
            <a:off x="6172202" y="1598615"/>
            <a:ext cx="5670473" cy="460216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2" name="Дата 3">
            <a:extLst>
              <a:ext uri="{FF2B5EF4-FFF2-40B4-BE49-F238E27FC236}">
                <a16:creationId xmlns:a16="http://schemas.microsoft.com/office/drawing/2014/main" id="{50BC46DB-57AA-4551-8F67-742F842E120D}"/>
              </a:ext>
            </a:extLst>
          </p:cNvPr>
          <p:cNvSpPr>
            <a:spLocks noGrp="1"/>
          </p:cNvSpPr>
          <p:nvPr>
            <p:ph type="dt" sz="half" idx="10"/>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0D568497-304A-497F-ADAE-97D3CF462C1C}" type="datetime1">
              <a:rPr lang="ru-RU" smtClean="0"/>
              <a:t>23.10.2026</a:t>
            </a:fld>
            <a:endParaRPr lang="ru-RU"/>
          </a:p>
        </p:txBody>
      </p:sp>
      <p:sp>
        <p:nvSpPr>
          <p:cNvPr id="13" name="Нижний колонтитул 4">
            <a:extLst>
              <a:ext uri="{FF2B5EF4-FFF2-40B4-BE49-F238E27FC236}">
                <a16:creationId xmlns:a16="http://schemas.microsoft.com/office/drawing/2014/main" id="{F2048DE5-D653-4BDE-8495-A22EF4A50AE4}"/>
              </a:ext>
            </a:extLst>
          </p:cNvPr>
          <p:cNvSpPr>
            <a:spLocks noGrp="1"/>
          </p:cNvSpPr>
          <p:nvPr>
            <p:ph type="ftr" sz="quarter" idx="11"/>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14" name="Номер слайда 5">
            <a:extLst>
              <a:ext uri="{FF2B5EF4-FFF2-40B4-BE49-F238E27FC236}">
                <a16:creationId xmlns:a16="http://schemas.microsoft.com/office/drawing/2014/main" id="{E0E8C4D1-B7B4-4A6B-87A1-354341CD6A0F}"/>
              </a:ext>
            </a:extLst>
          </p:cNvPr>
          <p:cNvSpPr>
            <a:spLocks noGrp="1"/>
          </p:cNvSpPr>
          <p:nvPr>
            <p:ph type="sldNum" sz="quarter" idx="12"/>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5" name="Заголовок 1">
            <a:extLst>
              <a:ext uri="{FF2B5EF4-FFF2-40B4-BE49-F238E27FC236}">
                <a16:creationId xmlns:a16="http://schemas.microsoft.com/office/drawing/2014/main" id="{B533CD5F-4B3E-426C-9977-6EFBE36EEA5D}"/>
              </a:ext>
            </a:extLst>
          </p:cNvPr>
          <p:cNvSpPr>
            <a:spLocks noGrp="1"/>
          </p:cNvSpPr>
          <p:nvPr>
            <p:ph type="title"/>
          </p:nvPr>
        </p:nvSpPr>
        <p:spPr>
          <a:xfrm>
            <a:off x="349334"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Tree>
    <p:extLst>
      <p:ext uri="{BB962C8B-B14F-4D97-AF65-F5344CB8AC3E}">
        <p14:creationId xmlns:p14="http://schemas.microsoft.com/office/powerpoint/2010/main" val="14494714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92CB240C-04A3-49D4-83F9-87A9C6C414DC}"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Tree>
    <p:extLst>
      <p:ext uri="{BB962C8B-B14F-4D97-AF65-F5344CB8AC3E}">
        <p14:creationId xmlns:p14="http://schemas.microsoft.com/office/powerpoint/2010/main" val="855138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8799615-B88F-452A-A6CA-6793B831650C}"/>
              </a:ext>
            </a:extLst>
          </p:cNvPr>
          <p:cNvSpPr>
            <a:spLocks noGrp="1"/>
          </p:cNvSpPr>
          <p:nvPr>
            <p:ph type="title" hasCustomPrompt="1"/>
          </p:nvPr>
        </p:nvSpPr>
        <p:spPr>
          <a:xfrm>
            <a:off x="334966" y="1015999"/>
            <a:ext cx="4437062" cy="1213417"/>
          </a:xfrm>
        </p:spPr>
        <p:txBody>
          <a:bodyPr anchor="b"/>
          <a:lstStyle>
            <a:lvl1pPr>
              <a:defRPr sz="2400"/>
            </a:lvl1pPr>
          </a:lstStyle>
          <a:p>
            <a:r>
              <a:rPr lang="ru-RU" dirty="0"/>
              <a:t>ОБРАЗЕЦ ЗАГОЛОВКА</a:t>
            </a:r>
          </a:p>
        </p:txBody>
      </p:sp>
      <p:sp>
        <p:nvSpPr>
          <p:cNvPr id="3" name="Объект 2">
            <a:extLst>
              <a:ext uri="{FF2B5EF4-FFF2-40B4-BE49-F238E27FC236}">
                <a16:creationId xmlns:a16="http://schemas.microsoft.com/office/drawing/2014/main" id="{5B30D2CC-2D7F-43FF-B9B4-355F7E464306}"/>
              </a:ext>
            </a:extLst>
          </p:cNvPr>
          <p:cNvSpPr>
            <a:spLocks noGrp="1"/>
          </p:cNvSpPr>
          <p:nvPr>
            <p:ph idx="1"/>
          </p:nvPr>
        </p:nvSpPr>
        <p:spPr>
          <a:xfrm>
            <a:off x="5183194" y="1015999"/>
            <a:ext cx="6673847" cy="5049521"/>
          </a:xfrm>
        </p:spPr>
        <p:txBody>
          <a:bodyPr>
            <a:normAutofit/>
          </a:bodyPr>
          <a:lstStyle>
            <a:lvl1pPr>
              <a:defRPr sz="1773"/>
            </a:lvl1pPr>
            <a:lvl2pPr>
              <a:defRPr sz="1520"/>
            </a:lvl2pPr>
            <a:lvl3pPr>
              <a:defRPr sz="1266"/>
            </a:lvl3pPr>
            <a:lvl4pPr>
              <a:defRPr sz="1141"/>
            </a:lvl4pPr>
            <a:lvl5pPr>
              <a:defRPr sz="1141"/>
            </a:lvl5pPr>
            <a:lvl6pPr>
              <a:defRPr sz="1266"/>
            </a:lvl6pPr>
            <a:lvl7pPr>
              <a:defRPr sz="1266"/>
            </a:lvl7pPr>
            <a:lvl8pPr>
              <a:defRPr sz="1266"/>
            </a:lvl8pPr>
            <a:lvl9pPr>
              <a:defRPr sz="1266"/>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a:extLst>
              <a:ext uri="{FF2B5EF4-FFF2-40B4-BE49-F238E27FC236}">
                <a16:creationId xmlns:a16="http://schemas.microsoft.com/office/drawing/2014/main" id="{23E8D86B-609C-423A-9220-D7DC81877B7C}"/>
              </a:ext>
            </a:extLst>
          </p:cNvPr>
          <p:cNvSpPr>
            <a:spLocks noGrp="1"/>
          </p:cNvSpPr>
          <p:nvPr>
            <p:ph type="body" sz="half" idx="2"/>
          </p:nvPr>
        </p:nvSpPr>
        <p:spPr>
          <a:xfrm>
            <a:off x="334966" y="2428239"/>
            <a:ext cx="4437062" cy="3637281"/>
          </a:xfrm>
        </p:spPr>
        <p:txBody>
          <a:bodyPr>
            <a:normAutofit/>
          </a:bodyPr>
          <a:lstStyle>
            <a:lvl1pPr marL="0" indent="0">
              <a:buNone/>
              <a:defRPr sz="1400"/>
            </a:lvl1pPr>
            <a:lvl2pPr marL="289378" indent="0">
              <a:buNone/>
              <a:defRPr sz="886"/>
            </a:lvl2pPr>
            <a:lvl3pPr marL="578755" indent="0">
              <a:buNone/>
              <a:defRPr sz="760"/>
            </a:lvl3pPr>
            <a:lvl4pPr marL="868132" indent="0">
              <a:buNone/>
              <a:defRPr sz="631"/>
            </a:lvl4pPr>
            <a:lvl5pPr marL="1157510" indent="0">
              <a:buNone/>
              <a:defRPr sz="631"/>
            </a:lvl5pPr>
            <a:lvl6pPr marL="1446887" indent="0">
              <a:buNone/>
              <a:defRPr sz="631"/>
            </a:lvl6pPr>
            <a:lvl7pPr marL="1736266" indent="0">
              <a:buNone/>
              <a:defRPr sz="631"/>
            </a:lvl7pPr>
            <a:lvl8pPr marL="2025644" indent="0">
              <a:buNone/>
              <a:defRPr sz="631"/>
            </a:lvl8pPr>
            <a:lvl9pPr marL="2315021" indent="0">
              <a:buNone/>
              <a:defRPr sz="631"/>
            </a:lvl9pPr>
          </a:lstStyle>
          <a:p>
            <a:pPr lvl="0"/>
            <a:r>
              <a:rPr lang="ru-RU"/>
              <a:t>Образец текста</a:t>
            </a:r>
          </a:p>
        </p:txBody>
      </p:sp>
      <p:sp>
        <p:nvSpPr>
          <p:cNvPr id="8" name="Дата 3">
            <a:extLst>
              <a:ext uri="{FF2B5EF4-FFF2-40B4-BE49-F238E27FC236}">
                <a16:creationId xmlns:a16="http://schemas.microsoft.com/office/drawing/2014/main" id="{3D3B951D-08AE-4736-8D36-4EB9974DAC44}"/>
              </a:ext>
            </a:extLst>
          </p:cNvPr>
          <p:cNvSpPr>
            <a:spLocks noGrp="1"/>
          </p:cNvSpPr>
          <p:nvPr>
            <p:ph type="dt" sz="half" idx="10"/>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DE74468B-3512-454B-AB51-7AE95604D39E}" type="datetime1">
              <a:rPr lang="ru-RU" smtClean="0"/>
              <a:t>23.10.2026</a:t>
            </a:fld>
            <a:endParaRPr lang="ru-RU"/>
          </a:p>
        </p:txBody>
      </p:sp>
      <p:sp>
        <p:nvSpPr>
          <p:cNvPr id="9" name="Нижний колонтитул 4">
            <a:extLst>
              <a:ext uri="{FF2B5EF4-FFF2-40B4-BE49-F238E27FC236}">
                <a16:creationId xmlns:a16="http://schemas.microsoft.com/office/drawing/2014/main" id="{D1D906C7-232A-4192-A02B-35F764700239}"/>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10" name="Номер слайда 5">
            <a:extLst>
              <a:ext uri="{FF2B5EF4-FFF2-40B4-BE49-F238E27FC236}">
                <a16:creationId xmlns:a16="http://schemas.microsoft.com/office/drawing/2014/main" id="{0E0F42FE-1DE2-4412-B92B-28748FBE7FCD}"/>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Tree>
    <p:extLst>
      <p:ext uri="{BB962C8B-B14F-4D97-AF65-F5344CB8AC3E}">
        <p14:creationId xmlns:p14="http://schemas.microsoft.com/office/powerpoint/2010/main" val="14558501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Рисунок с подписью">
    <p:spTree>
      <p:nvGrpSpPr>
        <p:cNvPr id="1" name=""/>
        <p:cNvGrpSpPr/>
        <p:nvPr/>
      </p:nvGrpSpPr>
      <p:grpSpPr>
        <a:xfrm>
          <a:off x="0" y="0"/>
          <a:ext cx="0" cy="0"/>
          <a:chOff x="0" y="0"/>
          <a:chExt cx="0" cy="0"/>
        </a:xfrm>
      </p:grpSpPr>
      <p:sp>
        <p:nvSpPr>
          <p:cNvPr id="5" name="Дата 4">
            <a:extLst>
              <a:ext uri="{FF2B5EF4-FFF2-40B4-BE49-F238E27FC236}">
                <a16:creationId xmlns:a16="http://schemas.microsoft.com/office/drawing/2014/main" id="{6492DF34-242F-4712-ACC0-85E96FE0065D}"/>
              </a:ext>
            </a:extLst>
          </p:cNvPr>
          <p:cNvSpPr>
            <a:spLocks noGrp="1"/>
          </p:cNvSpPr>
          <p:nvPr>
            <p:ph type="dt" sz="half" idx="10"/>
          </p:nvPr>
        </p:nvSpPr>
        <p:spPr/>
        <p:txBody>
          <a:bodyPr/>
          <a:lstStyle/>
          <a:p>
            <a:fld id="{ABAB2196-A440-4E25-B9FF-D0ADB01B1A15}" type="datetime1">
              <a:rPr lang="ru-RU" smtClean="0"/>
              <a:t>23.10.2026</a:t>
            </a:fld>
            <a:endParaRPr lang="ru-RU"/>
          </a:p>
        </p:txBody>
      </p:sp>
      <p:sp>
        <p:nvSpPr>
          <p:cNvPr id="6" name="Нижний колонтитул 5">
            <a:extLst>
              <a:ext uri="{FF2B5EF4-FFF2-40B4-BE49-F238E27FC236}">
                <a16:creationId xmlns:a16="http://schemas.microsoft.com/office/drawing/2014/main" id="{A5BFC209-E220-4DB1-9582-A06EDB706695}"/>
              </a:ext>
            </a:extLst>
          </p:cNvPr>
          <p:cNvSpPr>
            <a:spLocks noGrp="1"/>
          </p:cNvSpPr>
          <p:nvPr>
            <p:ph type="ftr" sz="quarter" idx="11"/>
          </p:nvPr>
        </p:nvSpPr>
        <p:spPr/>
        <p:txBody>
          <a:bodyPr/>
          <a:lstStyle/>
          <a:p>
            <a:endParaRPr lang="ru-RU"/>
          </a:p>
        </p:txBody>
      </p:sp>
      <p:sp>
        <p:nvSpPr>
          <p:cNvPr id="11" name="Заголовок 1">
            <a:extLst>
              <a:ext uri="{FF2B5EF4-FFF2-40B4-BE49-F238E27FC236}">
                <a16:creationId xmlns:a16="http://schemas.microsoft.com/office/drawing/2014/main" id="{F045645C-2F92-4AF1-B96A-C79DEB76E78C}"/>
              </a:ext>
            </a:extLst>
          </p:cNvPr>
          <p:cNvSpPr>
            <a:spLocks noGrp="1"/>
          </p:cNvSpPr>
          <p:nvPr>
            <p:ph type="ctrTitle" hasCustomPrompt="1"/>
          </p:nvPr>
        </p:nvSpPr>
        <p:spPr>
          <a:xfrm>
            <a:off x="802640" y="3922529"/>
            <a:ext cx="5293359" cy="1654542"/>
          </a:xfrm>
        </p:spPr>
        <p:txBody>
          <a:bodyPr anchor="ctr" anchorCtr="0"/>
          <a:lstStyle>
            <a:lvl1pPr algn="l">
              <a:defRPr sz="2800">
                <a:solidFill>
                  <a:schemeClr val="bg1">
                    <a:lumMod val="95000"/>
                  </a:schemeClr>
                </a:solidFill>
              </a:defRPr>
            </a:lvl1pPr>
          </a:lstStyle>
          <a:p>
            <a:r>
              <a:rPr lang="ru-RU" dirty="0"/>
              <a:t>ОБРАЗЕЦ ЗАГОЛОВКА</a:t>
            </a:r>
          </a:p>
        </p:txBody>
      </p:sp>
      <p:sp>
        <p:nvSpPr>
          <p:cNvPr id="18" name="Номер слайда 5">
            <a:extLst>
              <a:ext uri="{FF2B5EF4-FFF2-40B4-BE49-F238E27FC236}">
                <a16:creationId xmlns:a16="http://schemas.microsoft.com/office/drawing/2014/main" id="{424E19F6-1411-4AFE-9677-D4180DA214C9}"/>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Tree>
    <p:extLst>
      <p:ext uri="{BB962C8B-B14F-4D97-AF65-F5344CB8AC3E}">
        <p14:creationId xmlns:p14="http://schemas.microsoft.com/office/powerpoint/2010/main" val="1405715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Содержание_1">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C7BAE699-64F9-49EF-B784-2DEF2B221955}"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1" name="Текст 6">
            <a:extLst>
              <a:ext uri="{FF2B5EF4-FFF2-40B4-BE49-F238E27FC236}">
                <a16:creationId xmlns:a16="http://schemas.microsoft.com/office/drawing/2014/main" id="{A8E19DA3-4B31-4259-B9A7-5F7A2E642854}"/>
              </a:ext>
            </a:extLst>
          </p:cNvPr>
          <p:cNvSpPr>
            <a:spLocks noGrp="1"/>
          </p:cNvSpPr>
          <p:nvPr>
            <p:ph type="body" sz="quarter" idx="37" hasCustomPrompt="1"/>
          </p:nvPr>
        </p:nvSpPr>
        <p:spPr>
          <a:xfrm>
            <a:off x="1873541" y="1222713"/>
            <a:ext cx="3866856" cy="423628"/>
          </a:xfrm>
        </p:spPr>
        <p:txBody>
          <a:bodyPr>
            <a:noAutofit/>
          </a:bodyPr>
          <a:lstStyle>
            <a:lvl1pPr marL="0" indent="0">
              <a:buNone/>
              <a:defRPr sz="1600" b="1">
                <a:solidFill>
                  <a:schemeClr val="accent2"/>
                </a:solidFill>
              </a:defRPr>
            </a:lvl1pPr>
          </a:lstStyle>
          <a:p>
            <a:pPr lvl="0"/>
            <a:r>
              <a:rPr lang="ru-RU" dirty="0"/>
              <a:t>Заголовок</a:t>
            </a:r>
          </a:p>
        </p:txBody>
      </p:sp>
      <p:sp>
        <p:nvSpPr>
          <p:cNvPr id="12" name="Текст 9">
            <a:extLst>
              <a:ext uri="{FF2B5EF4-FFF2-40B4-BE49-F238E27FC236}">
                <a16:creationId xmlns:a16="http://schemas.microsoft.com/office/drawing/2014/main" id="{42FEA996-0F55-4FCB-8FCC-C78FEA766CFA}"/>
              </a:ext>
            </a:extLst>
          </p:cNvPr>
          <p:cNvSpPr>
            <a:spLocks noGrp="1"/>
          </p:cNvSpPr>
          <p:nvPr>
            <p:ph type="body" sz="quarter" idx="38" hasCustomPrompt="1"/>
          </p:nvPr>
        </p:nvSpPr>
        <p:spPr>
          <a:xfrm>
            <a:off x="1873544" y="1790324"/>
            <a:ext cx="3866856" cy="672075"/>
          </a:xfrm>
        </p:spPr>
        <p:txBody>
          <a:bodyPr>
            <a:normAutofit/>
          </a:bodyPr>
          <a:lstStyle>
            <a:lvl2pPr>
              <a:defRPr sz="1400"/>
            </a:lvl2pPr>
          </a:lstStyle>
          <a:p>
            <a:pPr lvl="1"/>
            <a:r>
              <a:rPr lang="ru-RU" dirty="0"/>
              <a:t>Описание</a:t>
            </a:r>
          </a:p>
        </p:txBody>
      </p:sp>
      <p:sp>
        <p:nvSpPr>
          <p:cNvPr id="13" name="Текст 6">
            <a:extLst>
              <a:ext uri="{FF2B5EF4-FFF2-40B4-BE49-F238E27FC236}">
                <a16:creationId xmlns:a16="http://schemas.microsoft.com/office/drawing/2014/main" id="{C4D8DFD8-867D-4062-800E-27B73FA83BFA}"/>
              </a:ext>
            </a:extLst>
          </p:cNvPr>
          <p:cNvSpPr>
            <a:spLocks noGrp="1"/>
          </p:cNvSpPr>
          <p:nvPr>
            <p:ph type="body" sz="quarter" idx="39" hasCustomPrompt="1"/>
          </p:nvPr>
        </p:nvSpPr>
        <p:spPr>
          <a:xfrm>
            <a:off x="1854185" y="2826697"/>
            <a:ext cx="3866856" cy="403756"/>
          </a:xfrm>
        </p:spPr>
        <p:txBody>
          <a:bodyPr>
            <a:noAutofit/>
          </a:bodyPr>
          <a:lstStyle>
            <a:lvl1pPr marL="0" indent="0">
              <a:buNone/>
              <a:defRPr sz="1600" b="1">
                <a:solidFill>
                  <a:schemeClr val="accent2"/>
                </a:solidFill>
              </a:defRPr>
            </a:lvl1pPr>
          </a:lstStyle>
          <a:p>
            <a:pPr lvl="0"/>
            <a:r>
              <a:rPr lang="ru-RU" dirty="0"/>
              <a:t>Заголовок</a:t>
            </a:r>
          </a:p>
        </p:txBody>
      </p:sp>
      <p:sp>
        <p:nvSpPr>
          <p:cNvPr id="14" name="Текст 9">
            <a:extLst>
              <a:ext uri="{FF2B5EF4-FFF2-40B4-BE49-F238E27FC236}">
                <a16:creationId xmlns:a16="http://schemas.microsoft.com/office/drawing/2014/main" id="{01B4FB59-79EB-42C6-8468-505204DD843D}"/>
              </a:ext>
            </a:extLst>
          </p:cNvPr>
          <p:cNvSpPr>
            <a:spLocks noGrp="1"/>
          </p:cNvSpPr>
          <p:nvPr>
            <p:ph type="body" sz="quarter" idx="40" hasCustomPrompt="1"/>
          </p:nvPr>
        </p:nvSpPr>
        <p:spPr>
          <a:xfrm>
            <a:off x="1854185" y="3374436"/>
            <a:ext cx="3866856" cy="672075"/>
          </a:xfrm>
        </p:spPr>
        <p:txBody>
          <a:bodyPr>
            <a:normAutofit/>
          </a:bodyPr>
          <a:lstStyle>
            <a:lvl2pPr>
              <a:defRPr sz="1400"/>
            </a:lvl2pPr>
          </a:lstStyle>
          <a:p>
            <a:pPr lvl="1"/>
            <a:r>
              <a:rPr lang="ru-RU" dirty="0"/>
              <a:t>Описание</a:t>
            </a:r>
          </a:p>
        </p:txBody>
      </p:sp>
      <p:sp>
        <p:nvSpPr>
          <p:cNvPr id="15" name="Текст 6">
            <a:extLst>
              <a:ext uri="{FF2B5EF4-FFF2-40B4-BE49-F238E27FC236}">
                <a16:creationId xmlns:a16="http://schemas.microsoft.com/office/drawing/2014/main" id="{2DD2E24E-A578-41A0-8812-3CEB5EB7DE20}"/>
              </a:ext>
            </a:extLst>
          </p:cNvPr>
          <p:cNvSpPr>
            <a:spLocks noGrp="1"/>
          </p:cNvSpPr>
          <p:nvPr>
            <p:ph type="body" sz="quarter" idx="41" hasCustomPrompt="1"/>
          </p:nvPr>
        </p:nvSpPr>
        <p:spPr>
          <a:xfrm>
            <a:off x="1854185" y="4410809"/>
            <a:ext cx="3866856" cy="403913"/>
          </a:xfrm>
        </p:spPr>
        <p:txBody>
          <a:bodyPr>
            <a:noAutofit/>
          </a:bodyPr>
          <a:lstStyle>
            <a:lvl1pPr marL="0" indent="0">
              <a:buNone/>
              <a:defRPr sz="1600" b="1">
                <a:solidFill>
                  <a:schemeClr val="accent2"/>
                </a:solidFill>
              </a:defRPr>
            </a:lvl1pPr>
          </a:lstStyle>
          <a:p>
            <a:pPr lvl="0"/>
            <a:r>
              <a:rPr lang="ru-RU" dirty="0"/>
              <a:t>Заголовок</a:t>
            </a:r>
          </a:p>
        </p:txBody>
      </p:sp>
      <p:sp>
        <p:nvSpPr>
          <p:cNvPr id="16" name="Текст 9">
            <a:extLst>
              <a:ext uri="{FF2B5EF4-FFF2-40B4-BE49-F238E27FC236}">
                <a16:creationId xmlns:a16="http://schemas.microsoft.com/office/drawing/2014/main" id="{29120726-8DD9-4194-A282-2630D18F49EA}"/>
              </a:ext>
            </a:extLst>
          </p:cNvPr>
          <p:cNvSpPr>
            <a:spLocks noGrp="1"/>
          </p:cNvSpPr>
          <p:nvPr>
            <p:ph type="body" sz="quarter" idx="42" hasCustomPrompt="1"/>
          </p:nvPr>
        </p:nvSpPr>
        <p:spPr>
          <a:xfrm>
            <a:off x="1854185" y="4958548"/>
            <a:ext cx="3866856" cy="672075"/>
          </a:xfrm>
        </p:spPr>
        <p:txBody>
          <a:bodyPr>
            <a:normAutofit/>
          </a:bodyPr>
          <a:lstStyle>
            <a:lvl2pPr>
              <a:defRPr sz="1400"/>
            </a:lvl2pPr>
          </a:lstStyle>
          <a:p>
            <a:pPr lvl="1"/>
            <a:r>
              <a:rPr lang="ru-RU" dirty="0"/>
              <a:t>Описание</a:t>
            </a:r>
          </a:p>
        </p:txBody>
      </p:sp>
      <p:sp>
        <p:nvSpPr>
          <p:cNvPr id="20" name="Текст 6">
            <a:extLst>
              <a:ext uri="{FF2B5EF4-FFF2-40B4-BE49-F238E27FC236}">
                <a16:creationId xmlns:a16="http://schemas.microsoft.com/office/drawing/2014/main" id="{F30BC2DD-F35E-474E-A833-EA478E7F80B7}"/>
              </a:ext>
            </a:extLst>
          </p:cNvPr>
          <p:cNvSpPr>
            <a:spLocks noGrp="1"/>
          </p:cNvSpPr>
          <p:nvPr>
            <p:ph type="body" sz="quarter" idx="43" hasCustomPrompt="1"/>
          </p:nvPr>
        </p:nvSpPr>
        <p:spPr>
          <a:xfrm>
            <a:off x="7546648" y="1222713"/>
            <a:ext cx="3866856" cy="423628"/>
          </a:xfrm>
        </p:spPr>
        <p:txBody>
          <a:bodyPr>
            <a:noAutofit/>
          </a:bodyPr>
          <a:lstStyle>
            <a:lvl1pPr marL="0" indent="0">
              <a:buNone/>
              <a:defRPr sz="1600" b="1">
                <a:solidFill>
                  <a:schemeClr val="accent2"/>
                </a:solidFill>
              </a:defRPr>
            </a:lvl1pPr>
          </a:lstStyle>
          <a:p>
            <a:pPr lvl="0"/>
            <a:r>
              <a:rPr lang="ru-RU" dirty="0"/>
              <a:t>Заголовок</a:t>
            </a:r>
          </a:p>
        </p:txBody>
      </p:sp>
      <p:sp>
        <p:nvSpPr>
          <p:cNvPr id="21" name="Текст 9">
            <a:extLst>
              <a:ext uri="{FF2B5EF4-FFF2-40B4-BE49-F238E27FC236}">
                <a16:creationId xmlns:a16="http://schemas.microsoft.com/office/drawing/2014/main" id="{7124A073-4FEB-4F54-A9B4-6797D7B46CC3}"/>
              </a:ext>
            </a:extLst>
          </p:cNvPr>
          <p:cNvSpPr>
            <a:spLocks noGrp="1"/>
          </p:cNvSpPr>
          <p:nvPr>
            <p:ph type="body" sz="quarter" idx="44" hasCustomPrompt="1"/>
          </p:nvPr>
        </p:nvSpPr>
        <p:spPr>
          <a:xfrm>
            <a:off x="7546651" y="1790324"/>
            <a:ext cx="3866856" cy="672075"/>
          </a:xfrm>
        </p:spPr>
        <p:txBody>
          <a:bodyPr>
            <a:normAutofit/>
          </a:bodyPr>
          <a:lstStyle>
            <a:lvl2pPr>
              <a:defRPr sz="1400"/>
            </a:lvl2pPr>
          </a:lstStyle>
          <a:p>
            <a:pPr lvl="1"/>
            <a:r>
              <a:rPr lang="ru-RU" dirty="0"/>
              <a:t>Описание</a:t>
            </a:r>
          </a:p>
        </p:txBody>
      </p:sp>
      <p:sp>
        <p:nvSpPr>
          <p:cNvPr id="22" name="Текст 6">
            <a:extLst>
              <a:ext uri="{FF2B5EF4-FFF2-40B4-BE49-F238E27FC236}">
                <a16:creationId xmlns:a16="http://schemas.microsoft.com/office/drawing/2014/main" id="{17FB4F65-9ABC-4376-8283-0F33F9BB91D6}"/>
              </a:ext>
            </a:extLst>
          </p:cNvPr>
          <p:cNvSpPr>
            <a:spLocks noGrp="1"/>
          </p:cNvSpPr>
          <p:nvPr>
            <p:ph type="body" sz="quarter" idx="45" hasCustomPrompt="1"/>
          </p:nvPr>
        </p:nvSpPr>
        <p:spPr>
          <a:xfrm>
            <a:off x="7527292" y="2826697"/>
            <a:ext cx="3866856" cy="403756"/>
          </a:xfrm>
        </p:spPr>
        <p:txBody>
          <a:bodyPr>
            <a:noAutofit/>
          </a:bodyPr>
          <a:lstStyle>
            <a:lvl1pPr marL="0" indent="0">
              <a:buNone/>
              <a:defRPr sz="1600" b="1">
                <a:solidFill>
                  <a:schemeClr val="accent2"/>
                </a:solidFill>
              </a:defRPr>
            </a:lvl1pPr>
          </a:lstStyle>
          <a:p>
            <a:pPr lvl="0"/>
            <a:r>
              <a:rPr lang="ru-RU" dirty="0"/>
              <a:t>Заголовок</a:t>
            </a:r>
          </a:p>
        </p:txBody>
      </p:sp>
      <p:sp>
        <p:nvSpPr>
          <p:cNvPr id="23" name="Текст 9">
            <a:extLst>
              <a:ext uri="{FF2B5EF4-FFF2-40B4-BE49-F238E27FC236}">
                <a16:creationId xmlns:a16="http://schemas.microsoft.com/office/drawing/2014/main" id="{C2E3AAAD-E9EB-4A42-ADAF-EDA850F01ED1}"/>
              </a:ext>
            </a:extLst>
          </p:cNvPr>
          <p:cNvSpPr>
            <a:spLocks noGrp="1"/>
          </p:cNvSpPr>
          <p:nvPr>
            <p:ph type="body" sz="quarter" idx="46" hasCustomPrompt="1"/>
          </p:nvPr>
        </p:nvSpPr>
        <p:spPr>
          <a:xfrm>
            <a:off x="7527292" y="3374436"/>
            <a:ext cx="3866856" cy="672075"/>
          </a:xfrm>
        </p:spPr>
        <p:txBody>
          <a:bodyPr>
            <a:normAutofit/>
          </a:bodyPr>
          <a:lstStyle>
            <a:lvl2pPr>
              <a:defRPr sz="1400"/>
            </a:lvl2pPr>
          </a:lstStyle>
          <a:p>
            <a:pPr lvl="1"/>
            <a:r>
              <a:rPr lang="ru-RU" dirty="0"/>
              <a:t>Описание</a:t>
            </a:r>
          </a:p>
        </p:txBody>
      </p:sp>
      <p:sp>
        <p:nvSpPr>
          <p:cNvPr id="24" name="Текст 6">
            <a:extLst>
              <a:ext uri="{FF2B5EF4-FFF2-40B4-BE49-F238E27FC236}">
                <a16:creationId xmlns:a16="http://schemas.microsoft.com/office/drawing/2014/main" id="{835470A4-56EB-4A53-A875-42155372D2DA}"/>
              </a:ext>
            </a:extLst>
          </p:cNvPr>
          <p:cNvSpPr>
            <a:spLocks noGrp="1"/>
          </p:cNvSpPr>
          <p:nvPr>
            <p:ph type="body" sz="quarter" idx="47" hasCustomPrompt="1"/>
          </p:nvPr>
        </p:nvSpPr>
        <p:spPr>
          <a:xfrm>
            <a:off x="7527292" y="4410809"/>
            <a:ext cx="3866856" cy="403913"/>
          </a:xfrm>
        </p:spPr>
        <p:txBody>
          <a:bodyPr>
            <a:noAutofit/>
          </a:bodyPr>
          <a:lstStyle>
            <a:lvl1pPr marL="0" indent="0">
              <a:buNone/>
              <a:defRPr sz="1600" b="1">
                <a:solidFill>
                  <a:schemeClr val="accent2"/>
                </a:solidFill>
              </a:defRPr>
            </a:lvl1pPr>
          </a:lstStyle>
          <a:p>
            <a:pPr lvl="0"/>
            <a:r>
              <a:rPr lang="ru-RU" dirty="0"/>
              <a:t>Заголовок</a:t>
            </a:r>
          </a:p>
        </p:txBody>
      </p:sp>
      <p:sp>
        <p:nvSpPr>
          <p:cNvPr id="25" name="Текст 9">
            <a:extLst>
              <a:ext uri="{FF2B5EF4-FFF2-40B4-BE49-F238E27FC236}">
                <a16:creationId xmlns:a16="http://schemas.microsoft.com/office/drawing/2014/main" id="{ED3CC4C2-7EF9-4A4B-BDD1-B16EF36B84C3}"/>
              </a:ext>
            </a:extLst>
          </p:cNvPr>
          <p:cNvSpPr>
            <a:spLocks noGrp="1"/>
          </p:cNvSpPr>
          <p:nvPr>
            <p:ph type="body" sz="quarter" idx="48" hasCustomPrompt="1"/>
          </p:nvPr>
        </p:nvSpPr>
        <p:spPr>
          <a:xfrm>
            <a:off x="7527292" y="4958548"/>
            <a:ext cx="3866856" cy="672075"/>
          </a:xfrm>
        </p:spPr>
        <p:txBody>
          <a:bodyPr>
            <a:normAutofit/>
          </a:bodyPr>
          <a:lstStyle>
            <a:lvl2pPr>
              <a:defRPr sz="1400"/>
            </a:lvl2pPr>
          </a:lstStyle>
          <a:p>
            <a:pPr lvl="1"/>
            <a:r>
              <a:rPr lang="ru-RU" dirty="0"/>
              <a:t>Описание</a:t>
            </a:r>
          </a:p>
        </p:txBody>
      </p:sp>
      <p:sp>
        <p:nvSpPr>
          <p:cNvPr id="26" name="Заголовок 1">
            <a:extLst>
              <a:ext uri="{FF2B5EF4-FFF2-40B4-BE49-F238E27FC236}">
                <a16:creationId xmlns:a16="http://schemas.microsoft.com/office/drawing/2014/main" id="{55CB4C33-0A35-4822-B0EF-4E754699A138}"/>
              </a:ext>
            </a:extLst>
          </p:cNvPr>
          <p:cNvSpPr>
            <a:spLocks noGrp="1"/>
          </p:cNvSpPr>
          <p:nvPr>
            <p:ph type="title"/>
          </p:nvPr>
        </p:nvSpPr>
        <p:spPr>
          <a:xfrm>
            <a:off x="346075"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27" name="Текст 6">
            <a:extLst>
              <a:ext uri="{FF2B5EF4-FFF2-40B4-BE49-F238E27FC236}">
                <a16:creationId xmlns:a16="http://schemas.microsoft.com/office/drawing/2014/main" id="{53CEA4EC-5717-426C-A1A1-534D0A055245}"/>
              </a:ext>
            </a:extLst>
          </p:cNvPr>
          <p:cNvSpPr>
            <a:spLocks noGrp="1"/>
          </p:cNvSpPr>
          <p:nvPr>
            <p:ph type="body" sz="quarter" idx="49" hasCustomPrompt="1"/>
          </p:nvPr>
        </p:nvSpPr>
        <p:spPr>
          <a:xfrm>
            <a:off x="778493" y="1187988"/>
            <a:ext cx="771003" cy="423628"/>
          </a:xfrm>
        </p:spPr>
        <p:txBody>
          <a:bodyPr>
            <a:noAutofit/>
          </a:bodyPr>
          <a:lstStyle>
            <a:lvl1pPr marL="0" indent="0">
              <a:buNone/>
              <a:defRPr sz="2800" b="0">
                <a:solidFill>
                  <a:schemeClr val="accent2"/>
                </a:solidFill>
              </a:defRPr>
            </a:lvl1pPr>
          </a:lstStyle>
          <a:p>
            <a:pPr lvl="0"/>
            <a:r>
              <a:rPr lang="ru-RU" dirty="0"/>
              <a:t>01</a:t>
            </a:r>
          </a:p>
        </p:txBody>
      </p:sp>
      <p:sp>
        <p:nvSpPr>
          <p:cNvPr id="28" name="Текст 6">
            <a:extLst>
              <a:ext uri="{FF2B5EF4-FFF2-40B4-BE49-F238E27FC236}">
                <a16:creationId xmlns:a16="http://schemas.microsoft.com/office/drawing/2014/main" id="{ECD22E46-ECAB-4A6C-9243-E1661118B477}"/>
              </a:ext>
            </a:extLst>
          </p:cNvPr>
          <p:cNvSpPr>
            <a:spLocks noGrp="1"/>
          </p:cNvSpPr>
          <p:nvPr>
            <p:ph type="body" sz="quarter" idx="50" hasCustomPrompt="1"/>
          </p:nvPr>
        </p:nvSpPr>
        <p:spPr>
          <a:xfrm>
            <a:off x="759137" y="2791972"/>
            <a:ext cx="771003" cy="403756"/>
          </a:xfrm>
        </p:spPr>
        <p:txBody>
          <a:bodyPr>
            <a:noAutofit/>
          </a:bodyPr>
          <a:lstStyle>
            <a:lvl1pPr marL="0" indent="0">
              <a:buNone/>
              <a:defRPr sz="2800" b="0">
                <a:solidFill>
                  <a:schemeClr val="accent2"/>
                </a:solidFill>
              </a:defRPr>
            </a:lvl1pPr>
          </a:lstStyle>
          <a:p>
            <a:pPr lvl="0"/>
            <a:r>
              <a:rPr lang="ru-RU" dirty="0"/>
              <a:t>02</a:t>
            </a:r>
          </a:p>
        </p:txBody>
      </p:sp>
      <p:sp>
        <p:nvSpPr>
          <p:cNvPr id="29" name="Текст 6">
            <a:extLst>
              <a:ext uri="{FF2B5EF4-FFF2-40B4-BE49-F238E27FC236}">
                <a16:creationId xmlns:a16="http://schemas.microsoft.com/office/drawing/2014/main" id="{A3CA815C-23B0-4736-B973-0A405AFC5D08}"/>
              </a:ext>
            </a:extLst>
          </p:cNvPr>
          <p:cNvSpPr>
            <a:spLocks noGrp="1"/>
          </p:cNvSpPr>
          <p:nvPr>
            <p:ph type="body" sz="quarter" idx="51" hasCustomPrompt="1"/>
          </p:nvPr>
        </p:nvSpPr>
        <p:spPr>
          <a:xfrm>
            <a:off x="759137" y="4376084"/>
            <a:ext cx="771003" cy="403913"/>
          </a:xfrm>
        </p:spPr>
        <p:txBody>
          <a:bodyPr>
            <a:noAutofit/>
          </a:bodyPr>
          <a:lstStyle>
            <a:lvl1pPr marL="0" indent="0">
              <a:buNone/>
              <a:defRPr sz="2800" b="0">
                <a:solidFill>
                  <a:schemeClr val="accent2"/>
                </a:solidFill>
              </a:defRPr>
            </a:lvl1pPr>
          </a:lstStyle>
          <a:p>
            <a:pPr lvl="0"/>
            <a:r>
              <a:rPr lang="ru-RU" dirty="0"/>
              <a:t>03</a:t>
            </a:r>
          </a:p>
        </p:txBody>
      </p:sp>
      <p:sp>
        <p:nvSpPr>
          <p:cNvPr id="30" name="Текст 6">
            <a:extLst>
              <a:ext uri="{FF2B5EF4-FFF2-40B4-BE49-F238E27FC236}">
                <a16:creationId xmlns:a16="http://schemas.microsoft.com/office/drawing/2014/main" id="{0C64CE05-E630-4FDE-B773-3165E579B3B6}"/>
              </a:ext>
            </a:extLst>
          </p:cNvPr>
          <p:cNvSpPr>
            <a:spLocks noGrp="1"/>
          </p:cNvSpPr>
          <p:nvPr>
            <p:ph type="body" sz="quarter" idx="52" hasCustomPrompt="1"/>
          </p:nvPr>
        </p:nvSpPr>
        <p:spPr>
          <a:xfrm>
            <a:off x="6451600" y="1187988"/>
            <a:ext cx="771003" cy="423628"/>
          </a:xfrm>
        </p:spPr>
        <p:txBody>
          <a:bodyPr>
            <a:noAutofit/>
          </a:bodyPr>
          <a:lstStyle>
            <a:lvl1pPr marL="0" indent="0">
              <a:buNone/>
              <a:defRPr sz="2800" b="0">
                <a:solidFill>
                  <a:schemeClr val="accent2"/>
                </a:solidFill>
              </a:defRPr>
            </a:lvl1pPr>
          </a:lstStyle>
          <a:p>
            <a:pPr lvl="0"/>
            <a:r>
              <a:rPr lang="ru-RU" dirty="0"/>
              <a:t>04</a:t>
            </a:r>
          </a:p>
        </p:txBody>
      </p:sp>
      <p:sp>
        <p:nvSpPr>
          <p:cNvPr id="31" name="Текст 6">
            <a:extLst>
              <a:ext uri="{FF2B5EF4-FFF2-40B4-BE49-F238E27FC236}">
                <a16:creationId xmlns:a16="http://schemas.microsoft.com/office/drawing/2014/main" id="{52DBB510-86A6-45BB-B6E1-54FE5A86B490}"/>
              </a:ext>
            </a:extLst>
          </p:cNvPr>
          <p:cNvSpPr>
            <a:spLocks noGrp="1"/>
          </p:cNvSpPr>
          <p:nvPr>
            <p:ph type="body" sz="quarter" idx="53" hasCustomPrompt="1"/>
          </p:nvPr>
        </p:nvSpPr>
        <p:spPr>
          <a:xfrm>
            <a:off x="6432244" y="2791972"/>
            <a:ext cx="771003" cy="403756"/>
          </a:xfrm>
        </p:spPr>
        <p:txBody>
          <a:bodyPr>
            <a:noAutofit/>
          </a:bodyPr>
          <a:lstStyle>
            <a:lvl1pPr marL="0" indent="0">
              <a:buNone/>
              <a:defRPr sz="2800" b="0">
                <a:solidFill>
                  <a:schemeClr val="accent2"/>
                </a:solidFill>
              </a:defRPr>
            </a:lvl1pPr>
          </a:lstStyle>
          <a:p>
            <a:pPr lvl="0"/>
            <a:r>
              <a:rPr lang="ru-RU" dirty="0"/>
              <a:t>05</a:t>
            </a:r>
          </a:p>
        </p:txBody>
      </p:sp>
      <p:sp>
        <p:nvSpPr>
          <p:cNvPr id="32" name="Текст 6">
            <a:extLst>
              <a:ext uri="{FF2B5EF4-FFF2-40B4-BE49-F238E27FC236}">
                <a16:creationId xmlns:a16="http://schemas.microsoft.com/office/drawing/2014/main" id="{CA530A5B-20B1-4742-8CF2-55C8F5CC1E91}"/>
              </a:ext>
            </a:extLst>
          </p:cNvPr>
          <p:cNvSpPr>
            <a:spLocks noGrp="1"/>
          </p:cNvSpPr>
          <p:nvPr>
            <p:ph type="body" sz="quarter" idx="54" hasCustomPrompt="1"/>
          </p:nvPr>
        </p:nvSpPr>
        <p:spPr>
          <a:xfrm>
            <a:off x="6432244" y="4376084"/>
            <a:ext cx="771003" cy="403913"/>
          </a:xfrm>
        </p:spPr>
        <p:txBody>
          <a:bodyPr>
            <a:noAutofit/>
          </a:bodyPr>
          <a:lstStyle>
            <a:lvl1pPr marL="0" indent="0">
              <a:buNone/>
              <a:defRPr sz="2800" b="0">
                <a:solidFill>
                  <a:schemeClr val="accent2"/>
                </a:solidFill>
              </a:defRPr>
            </a:lvl1pPr>
          </a:lstStyle>
          <a:p>
            <a:pPr lvl="0"/>
            <a:r>
              <a:rPr lang="ru-RU" dirty="0"/>
              <a:t>06</a:t>
            </a:r>
          </a:p>
        </p:txBody>
      </p:sp>
    </p:spTree>
    <p:extLst>
      <p:ext uri="{BB962C8B-B14F-4D97-AF65-F5344CB8AC3E}">
        <p14:creationId xmlns:p14="http://schemas.microsoft.com/office/powerpoint/2010/main" val="41888580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Фотографии">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CAFA80CC-940E-479C-90C0-76DA923785E9}"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26" name="Заголовок 1">
            <a:extLst>
              <a:ext uri="{FF2B5EF4-FFF2-40B4-BE49-F238E27FC236}">
                <a16:creationId xmlns:a16="http://schemas.microsoft.com/office/drawing/2014/main" id="{55CB4C33-0A35-4822-B0EF-4E754699A138}"/>
              </a:ext>
            </a:extLst>
          </p:cNvPr>
          <p:cNvSpPr>
            <a:spLocks noGrp="1"/>
          </p:cNvSpPr>
          <p:nvPr>
            <p:ph type="title"/>
          </p:nvPr>
        </p:nvSpPr>
        <p:spPr>
          <a:xfrm>
            <a:off x="372682"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27" name="Рисунок 7">
            <a:extLst>
              <a:ext uri="{FF2B5EF4-FFF2-40B4-BE49-F238E27FC236}">
                <a16:creationId xmlns:a16="http://schemas.microsoft.com/office/drawing/2014/main" id="{7F6989B1-EABA-40DD-BFD6-7E0075CDDEE8}"/>
              </a:ext>
            </a:extLst>
          </p:cNvPr>
          <p:cNvSpPr>
            <a:spLocks noGrp="1"/>
          </p:cNvSpPr>
          <p:nvPr>
            <p:ph type="pic" sz="quarter" idx="10"/>
          </p:nvPr>
        </p:nvSpPr>
        <p:spPr>
          <a:xfrm>
            <a:off x="7440147" y="1016001"/>
            <a:ext cx="4405777" cy="3078479"/>
          </a:xfrm>
        </p:spPr>
        <p:txBody>
          <a:bodyPr/>
          <a:lstStyle/>
          <a:p>
            <a:endParaRPr lang="ru-RU"/>
          </a:p>
        </p:txBody>
      </p:sp>
      <p:sp>
        <p:nvSpPr>
          <p:cNvPr id="28" name="Рисунок 9">
            <a:extLst>
              <a:ext uri="{FF2B5EF4-FFF2-40B4-BE49-F238E27FC236}">
                <a16:creationId xmlns:a16="http://schemas.microsoft.com/office/drawing/2014/main" id="{C157B27F-5477-43C4-BE9E-F7CF2A081F1A}"/>
              </a:ext>
            </a:extLst>
          </p:cNvPr>
          <p:cNvSpPr>
            <a:spLocks noGrp="1"/>
          </p:cNvSpPr>
          <p:nvPr>
            <p:ph type="pic" sz="quarter" idx="11"/>
          </p:nvPr>
        </p:nvSpPr>
        <p:spPr>
          <a:xfrm>
            <a:off x="7440149" y="4389108"/>
            <a:ext cx="4405775" cy="1811668"/>
          </a:xfrm>
        </p:spPr>
        <p:txBody>
          <a:bodyPr/>
          <a:lstStyle/>
          <a:p>
            <a:endParaRPr lang="ru-RU" dirty="0"/>
          </a:p>
        </p:txBody>
      </p:sp>
      <p:sp>
        <p:nvSpPr>
          <p:cNvPr id="29" name="Рисунок 11">
            <a:extLst>
              <a:ext uri="{FF2B5EF4-FFF2-40B4-BE49-F238E27FC236}">
                <a16:creationId xmlns:a16="http://schemas.microsoft.com/office/drawing/2014/main" id="{3E695B26-F7D2-4380-AAA1-0FB24A689AAD}"/>
              </a:ext>
            </a:extLst>
          </p:cNvPr>
          <p:cNvSpPr>
            <a:spLocks noGrp="1"/>
          </p:cNvSpPr>
          <p:nvPr>
            <p:ph type="pic" sz="quarter" idx="12"/>
          </p:nvPr>
        </p:nvSpPr>
        <p:spPr>
          <a:xfrm>
            <a:off x="346075" y="3223948"/>
            <a:ext cx="6806142" cy="2976827"/>
          </a:xfrm>
        </p:spPr>
        <p:txBody>
          <a:bodyPr/>
          <a:lstStyle/>
          <a:p>
            <a:endParaRPr lang="ru-RU"/>
          </a:p>
        </p:txBody>
      </p:sp>
      <p:sp>
        <p:nvSpPr>
          <p:cNvPr id="30" name="Текст 15">
            <a:extLst>
              <a:ext uri="{FF2B5EF4-FFF2-40B4-BE49-F238E27FC236}">
                <a16:creationId xmlns:a16="http://schemas.microsoft.com/office/drawing/2014/main" id="{7EA2CF14-9D94-4B6F-AAA7-0B38CBB654CE}"/>
              </a:ext>
            </a:extLst>
          </p:cNvPr>
          <p:cNvSpPr>
            <a:spLocks noGrp="1"/>
          </p:cNvSpPr>
          <p:nvPr>
            <p:ph type="body" sz="quarter" idx="14"/>
          </p:nvPr>
        </p:nvSpPr>
        <p:spPr>
          <a:xfrm>
            <a:off x="346075" y="1016001"/>
            <a:ext cx="6806142" cy="2029882"/>
          </a:xfrm>
        </p:spPr>
        <p:txBody>
          <a:bodyPr>
            <a:normAutofit/>
          </a:bodyPr>
          <a:lstStyle>
            <a:lvl1pPr>
              <a:defRPr sz="1400"/>
            </a:lvl1pPr>
          </a:lstStyle>
          <a:p>
            <a:pPr lvl="0"/>
            <a:r>
              <a:rPr lang="ru-RU" dirty="0"/>
              <a:t>Образец текста</a:t>
            </a:r>
          </a:p>
        </p:txBody>
      </p:sp>
    </p:spTree>
    <p:extLst>
      <p:ext uri="{BB962C8B-B14F-4D97-AF65-F5344CB8AC3E}">
        <p14:creationId xmlns:p14="http://schemas.microsoft.com/office/powerpoint/2010/main" val="15360169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Пункты">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82A4DA7B-A7D8-4443-AD1C-4C7CDC678488}"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26" name="Заголовок 1">
            <a:extLst>
              <a:ext uri="{FF2B5EF4-FFF2-40B4-BE49-F238E27FC236}">
                <a16:creationId xmlns:a16="http://schemas.microsoft.com/office/drawing/2014/main" id="{55CB4C33-0A35-4822-B0EF-4E754699A138}"/>
              </a:ext>
            </a:extLst>
          </p:cNvPr>
          <p:cNvSpPr>
            <a:spLocks noGrp="1"/>
          </p:cNvSpPr>
          <p:nvPr>
            <p:ph type="title"/>
          </p:nvPr>
        </p:nvSpPr>
        <p:spPr>
          <a:xfrm>
            <a:off x="361107"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23" name="Текст 101">
            <a:extLst>
              <a:ext uri="{FF2B5EF4-FFF2-40B4-BE49-F238E27FC236}">
                <a16:creationId xmlns:a16="http://schemas.microsoft.com/office/drawing/2014/main" id="{B61EFF39-7063-4F67-A1C0-B9D05F3602E3}"/>
              </a:ext>
            </a:extLst>
          </p:cNvPr>
          <p:cNvSpPr>
            <a:spLocks noGrp="1"/>
          </p:cNvSpPr>
          <p:nvPr>
            <p:ph type="body" sz="quarter" idx="14" hasCustomPrompt="1"/>
          </p:nvPr>
        </p:nvSpPr>
        <p:spPr>
          <a:xfrm>
            <a:off x="1994303" y="2973742"/>
            <a:ext cx="2190810" cy="910516"/>
          </a:xfrm>
        </p:spPr>
        <p:txBody>
          <a:bodyPr/>
          <a:lstStyle>
            <a:lvl1pPr marL="0" indent="0" algn="ctr">
              <a:buNone/>
              <a:defRPr lang="ru-RU" dirty="0"/>
            </a:lvl1pPr>
          </a:lstStyle>
          <a:p>
            <a:pPr lvl="0"/>
            <a:r>
              <a:rPr lang="ru-RU" dirty="0"/>
              <a:t>Текст</a:t>
            </a:r>
          </a:p>
        </p:txBody>
      </p:sp>
      <p:sp>
        <p:nvSpPr>
          <p:cNvPr id="75" name="Текст 74">
            <a:extLst>
              <a:ext uri="{FF2B5EF4-FFF2-40B4-BE49-F238E27FC236}">
                <a16:creationId xmlns:a16="http://schemas.microsoft.com/office/drawing/2014/main" id="{A0F2F041-BB01-463D-9CD2-6A231D592408}"/>
              </a:ext>
            </a:extLst>
          </p:cNvPr>
          <p:cNvSpPr>
            <a:spLocks noGrp="1"/>
          </p:cNvSpPr>
          <p:nvPr>
            <p:ph type="body" sz="quarter" idx="15"/>
          </p:nvPr>
        </p:nvSpPr>
        <p:spPr>
          <a:xfrm>
            <a:off x="6662924" y="1588128"/>
            <a:ext cx="4902200" cy="712587"/>
          </a:xfrm>
        </p:spPr>
        <p:txBody>
          <a:bodyPr/>
          <a:lstStyle>
            <a:lvl1pPr marL="0" indent="0">
              <a:buNone/>
              <a:defRPr/>
            </a:lvl1pPr>
          </a:lstStyle>
          <a:p>
            <a:pPr lvl="0"/>
            <a:r>
              <a:rPr lang="ru-RU" dirty="0"/>
              <a:t>Образец текста</a:t>
            </a:r>
          </a:p>
        </p:txBody>
      </p:sp>
      <p:sp>
        <p:nvSpPr>
          <p:cNvPr id="76" name="Текст 74">
            <a:extLst>
              <a:ext uri="{FF2B5EF4-FFF2-40B4-BE49-F238E27FC236}">
                <a16:creationId xmlns:a16="http://schemas.microsoft.com/office/drawing/2014/main" id="{58BDD636-A558-406A-A768-05FF3D12BD86}"/>
              </a:ext>
            </a:extLst>
          </p:cNvPr>
          <p:cNvSpPr>
            <a:spLocks noGrp="1"/>
          </p:cNvSpPr>
          <p:nvPr>
            <p:ph type="body" sz="quarter" idx="16"/>
          </p:nvPr>
        </p:nvSpPr>
        <p:spPr>
          <a:xfrm>
            <a:off x="6662924" y="2445138"/>
            <a:ext cx="4902200" cy="712587"/>
          </a:xfrm>
        </p:spPr>
        <p:txBody>
          <a:bodyPr/>
          <a:lstStyle>
            <a:lvl1pPr marL="0" indent="0">
              <a:buNone/>
              <a:defRPr/>
            </a:lvl1pPr>
          </a:lstStyle>
          <a:p>
            <a:pPr lvl="0"/>
            <a:r>
              <a:rPr lang="ru-RU" dirty="0"/>
              <a:t>Образец текста</a:t>
            </a:r>
          </a:p>
        </p:txBody>
      </p:sp>
      <p:sp>
        <p:nvSpPr>
          <p:cNvPr id="77" name="Текст 74">
            <a:extLst>
              <a:ext uri="{FF2B5EF4-FFF2-40B4-BE49-F238E27FC236}">
                <a16:creationId xmlns:a16="http://schemas.microsoft.com/office/drawing/2014/main" id="{53EE4994-79EE-43D0-B40B-E2DE25879B80}"/>
              </a:ext>
            </a:extLst>
          </p:cNvPr>
          <p:cNvSpPr>
            <a:spLocks noGrp="1"/>
          </p:cNvSpPr>
          <p:nvPr>
            <p:ph type="body" sz="quarter" idx="17"/>
          </p:nvPr>
        </p:nvSpPr>
        <p:spPr>
          <a:xfrm>
            <a:off x="6662924" y="3302147"/>
            <a:ext cx="4902200" cy="712587"/>
          </a:xfrm>
        </p:spPr>
        <p:txBody>
          <a:bodyPr/>
          <a:lstStyle>
            <a:lvl1pPr marL="0" indent="0">
              <a:buNone/>
              <a:defRPr/>
            </a:lvl1pPr>
          </a:lstStyle>
          <a:p>
            <a:pPr lvl="0"/>
            <a:r>
              <a:rPr lang="ru-RU" dirty="0"/>
              <a:t>Образец текста</a:t>
            </a:r>
          </a:p>
        </p:txBody>
      </p:sp>
      <p:sp>
        <p:nvSpPr>
          <p:cNvPr id="78" name="Текст 74">
            <a:extLst>
              <a:ext uri="{FF2B5EF4-FFF2-40B4-BE49-F238E27FC236}">
                <a16:creationId xmlns:a16="http://schemas.microsoft.com/office/drawing/2014/main" id="{4CD31D83-EE69-46A0-B5B2-B2969969DCFB}"/>
              </a:ext>
            </a:extLst>
          </p:cNvPr>
          <p:cNvSpPr>
            <a:spLocks noGrp="1"/>
          </p:cNvSpPr>
          <p:nvPr>
            <p:ph type="body" sz="quarter" idx="18"/>
          </p:nvPr>
        </p:nvSpPr>
        <p:spPr>
          <a:xfrm>
            <a:off x="6662924" y="4159156"/>
            <a:ext cx="4902200" cy="712587"/>
          </a:xfrm>
        </p:spPr>
        <p:txBody>
          <a:bodyPr/>
          <a:lstStyle>
            <a:lvl1pPr marL="0" indent="0">
              <a:buNone/>
              <a:defRPr/>
            </a:lvl1pPr>
          </a:lstStyle>
          <a:p>
            <a:pPr lvl="0"/>
            <a:r>
              <a:rPr lang="ru-RU" dirty="0"/>
              <a:t>Образец текста</a:t>
            </a:r>
          </a:p>
        </p:txBody>
      </p:sp>
      <p:sp>
        <p:nvSpPr>
          <p:cNvPr id="79" name="Текст 74">
            <a:extLst>
              <a:ext uri="{FF2B5EF4-FFF2-40B4-BE49-F238E27FC236}">
                <a16:creationId xmlns:a16="http://schemas.microsoft.com/office/drawing/2014/main" id="{BFB2A4EF-E632-42AC-82F0-453D4A95A9E4}"/>
              </a:ext>
            </a:extLst>
          </p:cNvPr>
          <p:cNvSpPr>
            <a:spLocks noGrp="1"/>
          </p:cNvSpPr>
          <p:nvPr>
            <p:ph type="body" sz="quarter" idx="19"/>
          </p:nvPr>
        </p:nvSpPr>
        <p:spPr>
          <a:xfrm>
            <a:off x="6662924" y="5016166"/>
            <a:ext cx="4902200" cy="712587"/>
          </a:xfrm>
        </p:spPr>
        <p:txBody>
          <a:bodyPr/>
          <a:lstStyle>
            <a:lvl1pPr marL="0" indent="0">
              <a:buNone/>
              <a:defRPr/>
            </a:lvl1pPr>
          </a:lstStyle>
          <a:p>
            <a:pPr lvl="0"/>
            <a:r>
              <a:rPr lang="ru-RU" dirty="0"/>
              <a:t>Образец текста</a:t>
            </a:r>
          </a:p>
        </p:txBody>
      </p:sp>
    </p:spTree>
    <p:extLst>
      <p:ext uri="{BB962C8B-B14F-4D97-AF65-F5344CB8AC3E}">
        <p14:creationId xmlns:p14="http://schemas.microsoft.com/office/powerpoint/2010/main" val="13761097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Статистика">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44E505DF-C567-47F2-9374-60838F800101}"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26" name="Заголовок 1">
            <a:extLst>
              <a:ext uri="{FF2B5EF4-FFF2-40B4-BE49-F238E27FC236}">
                <a16:creationId xmlns:a16="http://schemas.microsoft.com/office/drawing/2014/main" id="{55CB4C33-0A35-4822-B0EF-4E754699A138}"/>
              </a:ext>
            </a:extLst>
          </p:cNvPr>
          <p:cNvSpPr>
            <a:spLocks noGrp="1"/>
          </p:cNvSpPr>
          <p:nvPr>
            <p:ph type="title"/>
          </p:nvPr>
        </p:nvSpPr>
        <p:spPr>
          <a:xfrm>
            <a:off x="361107"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11" name="Текст 35">
            <a:extLst>
              <a:ext uri="{FF2B5EF4-FFF2-40B4-BE49-F238E27FC236}">
                <a16:creationId xmlns:a16="http://schemas.microsoft.com/office/drawing/2014/main" id="{B1350734-1D64-4861-9813-14C6593B8523}"/>
              </a:ext>
            </a:extLst>
          </p:cNvPr>
          <p:cNvSpPr>
            <a:spLocks noGrp="1"/>
          </p:cNvSpPr>
          <p:nvPr>
            <p:ph type="body" sz="quarter" idx="21"/>
          </p:nvPr>
        </p:nvSpPr>
        <p:spPr>
          <a:xfrm>
            <a:off x="6683077" y="1026867"/>
            <a:ext cx="4790314" cy="1615356"/>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r>
              <a:rPr lang="ru-RU" dirty="0"/>
              <a:t>Образец текста</a:t>
            </a:r>
          </a:p>
        </p:txBody>
      </p:sp>
      <p:sp>
        <p:nvSpPr>
          <p:cNvPr id="12" name="Текст 35">
            <a:extLst>
              <a:ext uri="{FF2B5EF4-FFF2-40B4-BE49-F238E27FC236}">
                <a16:creationId xmlns:a16="http://schemas.microsoft.com/office/drawing/2014/main" id="{010826A5-76AC-452C-9459-7CC1CCF22ED5}"/>
              </a:ext>
            </a:extLst>
          </p:cNvPr>
          <p:cNvSpPr>
            <a:spLocks noGrp="1"/>
          </p:cNvSpPr>
          <p:nvPr>
            <p:ph type="body" sz="quarter" idx="18"/>
          </p:nvPr>
        </p:nvSpPr>
        <p:spPr>
          <a:xfrm>
            <a:off x="6683077" y="1626932"/>
            <a:ext cx="4790314" cy="1015291"/>
          </a:xfrm>
          <a:prstGeom prst="rect">
            <a:avLst/>
          </a:prstGeom>
        </p:spPr>
        <p:txBody>
          <a:bodyPr>
            <a:normAutofit/>
          </a:bodyPr>
          <a:lstStyle>
            <a:lvl1pPr>
              <a:defRPr sz="1400"/>
            </a:lvl1pPr>
          </a:lstStyle>
          <a:p>
            <a:pPr lvl="0"/>
            <a:r>
              <a:rPr lang="ru-RU" dirty="0"/>
              <a:t>Образец текста</a:t>
            </a:r>
          </a:p>
        </p:txBody>
      </p:sp>
      <p:sp>
        <p:nvSpPr>
          <p:cNvPr id="14" name="Текст 35">
            <a:extLst>
              <a:ext uri="{FF2B5EF4-FFF2-40B4-BE49-F238E27FC236}">
                <a16:creationId xmlns:a16="http://schemas.microsoft.com/office/drawing/2014/main" id="{C694E912-AC3F-437A-90AD-A48291DCE9BD}"/>
              </a:ext>
            </a:extLst>
          </p:cNvPr>
          <p:cNvSpPr>
            <a:spLocks noGrp="1"/>
          </p:cNvSpPr>
          <p:nvPr>
            <p:ph type="body" sz="quarter" idx="22"/>
          </p:nvPr>
        </p:nvSpPr>
        <p:spPr>
          <a:xfrm>
            <a:off x="6683077" y="2807582"/>
            <a:ext cx="4790314" cy="1615356"/>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r>
              <a:rPr lang="ru-RU" dirty="0"/>
              <a:t>Образец текста</a:t>
            </a:r>
          </a:p>
        </p:txBody>
      </p:sp>
      <p:sp>
        <p:nvSpPr>
          <p:cNvPr id="15" name="Текст 35">
            <a:extLst>
              <a:ext uri="{FF2B5EF4-FFF2-40B4-BE49-F238E27FC236}">
                <a16:creationId xmlns:a16="http://schemas.microsoft.com/office/drawing/2014/main" id="{DE78EAF0-6854-4E73-A48A-917C1A86C3F4}"/>
              </a:ext>
            </a:extLst>
          </p:cNvPr>
          <p:cNvSpPr>
            <a:spLocks noGrp="1"/>
          </p:cNvSpPr>
          <p:nvPr>
            <p:ph type="body" sz="quarter" idx="23"/>
          </p:nvPr>
        </p:nvSpPr>
        <p:spPr>
          <a:xfrm>
            <a:off x="6683077" y="3407647"/>
            <a:ext cx="4790314" cy="1015291"/>
          </a:xfrm>
          <a:prstGeom prst="rect">
            <a:avLst/>
          </a:prstGeom>
        </p:spPr>
        <p:txBody>
          <a:bodyPr>
            <a:normAutofit/>
          </a:bodyPr>
          <a:lstStyle>
            <a:lvl1pPr>
              <a:defRPr sz="1400"/>
            </a:lvl1pPr>
          </a:lstStyle>
          <a:p>
            <a:pPr lvl="0"/>
            <a:r>
              <a:rPr lang="ru-RU" dirty="0"/>
              <a:t>Образец текста</a:t>
            </a:r>
          </a:p>
        </p:txBody>
      </p:sp>
      <p:sp>
        <p:nvSpPr>
          <p:cNvPr id="16" name="Текст 35">
            <a:extLst>
              <a:ext uri="{FF2B5EF4-FFF2-40B4-BE49-F238E27FC236}">
                <a16:creationId xmlns:a16="http://schemas.microsoft.com/office/drawing/2014/main" id="{72D68DD9-6181-4C35-909B-154E5E309C97}"/>
              </a:ext>
            </a:extLst>
          </p:cNvPr>
          <p:cNvSpPr>
            <a:spLocks noGrp="1"/>
          </p:cNvSpPr>
          <p:nvPr>
            <p:ph type="body" sz="quarter" idx="24"/>
          </p:nvPr>
        </p:nvSpPr>
        <p:spPr>
          <a:xfrm>
            <a:off x="6683077" y="4584029"/>
            <a:ext cx="4790314" cy="1615356"/>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r>
              <a:rPr lang="ru-RU" dirty="0"/>
              <a:t>Образец текста</a:t>
            </a:r>
          </a:p>
        </p:txBody>
      </p:sp>
      <p:sp>
        <p:nvSpPr>
          <p:cNvPr id="17" name="Текст 35">
            <a:extLst>
              <a:ext uri="{FF2B5EF4-FFF2-40B4-BE49-F238E27FC236}">
                <a16:creationId xmlns:a16="http://schemas.microsoft.com/office/drawing/2014/main" id="{7D5E34DD-827F-4597-BFDE-34D8830FB250}"/>
              </a:ext>
            </a:extLst>
          </p:cNvPr>
          <p:cNvSpPr>
            <a:spLocks noGrp="1"/>
          </p:cNvSpPr>
          <p:nvPr>
            <p:ph type="body" sz="quarter" idx="25"/>
          </p:nvPr>
        </p:nvSpPr>
        <p:spPr>
          <a:xfrm>
            <a:off x="6683077" y="5184094"/>
            <a:ext cx="4790314" cy="1015291"/>
          </a:xfrm>
          <a:prstGeom prst="rect">
            <a:avLst/>
          </a:prstGeom>
        </p:spPr>
        <p:txBody>
          <a:bodyPr>
            <a:normAutofit/>
          </a:bodyPr>
          <a:lstStyle>
            <a:lvl1pPr>
              <a:defRPr sz="1400"/>
            </a:lvl1pPr>
          </a:lstStyle>
          <a:p>
            <a:pPr lvl="0"/>
            <a:r>
              <a:rPr lang="ru-RU" dirty="0"/>
              <a:t>Образец текста</a:t>
            </a:r>
          </a:p>
        </p:txBody>
      </p:sp>
    </p:spTree>
    <p:extLst>
      <p:ext uri="{BB962C8B-B14F-4D97-AF65-F5344CB8AC3E}">
        <p14:creationId xmlns:p14="http://schemas.microsoft.com/office/powerpoint/2010/main" val="26699485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Статистика">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2938A0C3-5C2F-47B8-B008-79A49A1195BA}"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26" name="Заголовок 1">
            <a:extLst>
              <a:ext uri="{FF2B5EF4-FFF2-40B4-BE49-F238E27FC236}">
                <a16:creationId xmlns:a16="http://schemas.microsoft.com/office/drawing/2014/main" id="{55CB4C33-0A35-4822-B0EF-4E754699A138}"/>
              </a:ext>
            </a:extLst>
          </p:cNvPr>
          <p:cNvSpPr>
            <a:spLocks noGrp="1"/>
          </p:cNvSpPr>
          <p:nvPr>
            <p:ph type="title"/>
          </p:nvPr>
        </p:nvSpPr>
        <p:spPr>
          <a:xfrm>
            <a:off x="349532"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11" name="Текст 35">
            <a:extLst>
              <a:ext uri="{FF2B5EF4-FFF2-40B4-BE49-F238E27FC236}">
                <a16:creationId xmlns:a16="http://schemas.microsoft.com/office/drawing/2014/main" id="{B1350734-1D64-4861-9813-14C6593B8523}"/>
              </a:ext>
            </a:extLst>
          </p:cNvPr>
          <p:cNvSpPr>
            <a:spLocks noGrp="1"/>
          </p:cNvSpPr>
          <p:nvPr>
            <p:ph type="body" sz="quarter" idx="21"/>
          </p:nvPr>
        </p:nvSpPr>
        <p:spPr>
          <a:xfrm>
            <a:off x="6683077" y="1016000"/>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1"/>
                </a:solidFill>
              </a:defRPr>
            </a:lvl1pPr>
          </a:lstStyle>
          <a:p>
            <a:pPr lvl="0"/>
            <a:r>
              <a:rPr lang="ru-RU" dirty="0"/>
              <a:t>Образец текста</a:t>
            </a:r>
          </a:p>
        </p:txBody>
      </p:sp>
      <p:sp>
        <p:nvSpPr>
          <p:cNvPr id="12" name="Текст 35">
            <a:extLst>
              <a:ext uri="{FF2B5EF4-FFF2-40B4-BE49-F238E27FC236}">
                <a16:creationId xmlns:a16="http://schemas.microsoft.com/office/drawing/2014/main" id="{010826A5-76AC-452C-9459-7CC1CCF22ED5}"/>
              </a:ext>
            </a:extLst>
          </p:cNvPr>
          <p:cNvSpPr>
            <a:spLocks noGrp="1"/>
          </p:cNvSpPr>
          <p:nvPr>
            <p:ph type="body" sz="quarter" idx="18"/>
          </p:nvPr>
        </p:nvSpPr>
        <p:spPr>
          <a:xfrm>
            <a:off x="6683077" y="1395537"/>
            <a:ext cx="4790314" cy="642164"/>
          </a:xfrm>
          <a:prstGeom prst="rect">
            <a:avLst/>
          </a:prstGeom>
        </p:spPr>
        <p:txBody>
          <a:bodyPr>
            <a:normAutofit/>
          </a:bodyPr>
          <a:lstStyle>
            <a:lvl1pPr>
              <a:defRPr sz="1400"/>
            </a:lvl1pPr>
          </a:lstStyle>
          <a:p>
            <a:pPr lvl="0"/>
            <a:r>
              <a:rPr lang="ru-RU" dirty="0"/>
              <a:t>Образец текста</a:t>
            </a:r>
          </a:p>
        </p:txBody>
      </p:sp>
      <p:sp>
        <p:nvSpPr>
          <p:cNvPr id="14" name="Текст 35">
            <a:extLst>
              <a:ext uri="{FF2B5EF4-FFF2-40B4-BE49-F238E27FC236}">
                <a16:creationId xmlns:a16="http://schemas.microsoft.com/office/drawing/2014/main" id="{C694E912-AC3F-437A-90AD-A48291DCE9BD}"/>
              </a:ext>
            </a:extLst>
          </p:cNvPr>
          <p:cNvSpPr>
            <a:spLocks noGrp="1"/>
          </p:cNvSpPr>
          <p:nvPr>
            <p:ph type="body" sz="quarter" idx="22"/>
          </p:nvPr>
        </p:nvSpPr>
        <p:spPr>
          <a:xfrm>
            <a:off x="6683077" y="2284561"/>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5">
                    <a:lumMod val="60000"/>
                    <a:lumOff val="40000"/>
                  </a:schemeClr>
                </a:solidFill>
              </a:defRPr>
            </a:lvl1pPr>
          </a:lstStyle>
          <a:p>
            <a:pPr lvl="0"/>
            <a:r>
              <a:rPr lang="ru-RU" dirty="0"/>
              <a:t>Образец текста</a:t>
            </a:r>
          </a:p>
        </p:txBody>
      </p:sp>
      <p:sp>
        <p:nvSpPr>
          <p:cNvPr id="15" name="Текст 35">
            <a:extLst>
              <a:ext uri="{FF2B5EF4-FFF2-40B4-BE49-F238E27FC236}">
                <a16:creationId xmlns:a16="http://schemas.microsoft.com/office/drawing/2014/main" id="{DE78EAF0-6854-4E73-A48A-917C1A86C3F4}"/>
              </a:ext>
            </a:extLst>
          </p:cNvPr>
          <p:cNvSpPr>
            <a:spLocks noGrp="1"/>
          </p:cNvSpPr>
          <p:nvPr>
            <p:ph type="body" sz="quarter" idx="23"/>
          </p:nvPr>
        </p:nvSpPr>
        <p:spPr>
          <a:xfrm>
            <a:off x="6683077" y="2664098"/>
            <a:ext cx="4790314" cy="642164"/>
          </a:xfrm>
          <a:prstGeom prst="rect">
            <a:avLst/>
          </a:prstGeom>
        </p:spPr>
        <p:txBody>
          <a:bodyPr>
            <a:normAutofit/>
          </a:bodyPr>
          <a:lstStyle>
            <a:lvl1pPr>
              <a:defRPr sz="1400"/>
            </a:lvl1pPr>
          </a:lstStyle>
          <a:p>
            <a:pPr lvl="0"/>
            <a:r>
              <a:rPr lang="ru-RU" dirty="0"/>
              <a:t>Образец текста</a:t>
            </a:r>
          </a:p>
        </p:txBody>
      </p:sp>
      <p:sp>
        <p:nvSpPr>
          <p:cNvPr id="16" name="Текст 35">
            <a:extLst>
              <a:ext uri="{FF2B5EF4-FFF2-40B4-BE49-F238E27FC236}">
                <a16:creationId xmlns:a16="http://schemas.microsoft.com/office/drawing/2014/main" id="{72D68DD9-6181-4C35-909B-154E5E309C97}"/>
              </a:ext>
            </a:extLst>
          </p:cNvPr>
          <p:cNvSpPr>
            <a:spLocks noGrp="1"/>
          </p:cNvSpPr>
          <p:nvPr>
            <p:ph type="body" sz="quarter" idx="24"/>
          </p:nvPr>
        </p:nvSpPr>
        <p:spPr>
          <a:xfrm>
            <a:off x="6683077" y="3553122"/>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4"/>
                </a:solidFill>
              </a:defRPr>
            </a:lvl1pPr>
          </a:lstStyle>
          <a:p>
            <a:pPr lvl="0"/>
            <a:r>
              <a:rPr lang="ru-RU" dirty="0"/>
              <a:t>Образец текста</a:t>
            </a:r>
          </a:p>
        </p:txBody>
      </p:sp>
      <p:sp>
        <p:nvSpPr>
          <p:cNvPr id="17" name="Текст 35">
            <a:extLst>
              <a:ext uri="{FF2B5EF4-FFF2-40B4-BE49-F238E27FC236}">
                <a16:creationId xmlns:a16="http://schemas.microsoft.com/office/drawing/2014/main" id="{7D5E34DD-827F-4597-BFDE-34D8830FB250}"/>
              </a:ext>
            </a:extLst>
          </p:cNvPr>
          <p:cNvSpPr>
            <a:spLocks noGrp="1"/>
          </p:cNvSpPr>
          <p:nvPr>
            <p:ph type="body" sz="quarter" idx="25"/>
          </p:nvPr>
        </p:nvSpPr>
        <p:spPr>
          <a:xfrm>
            <a:off x="6683077" y="3932659"/>
            <a:ext cx="4790314" cy="642164"/>
          </a:xfrm>
          <a:prstGeom prst="rect">
            <a:avLst/>
          </a:prstGeom>
        </p:spPr>
        <p:txBody>
          <a:bodyPr>
            <a:normAutofit/>
          </a:bodyPr>
          <a:lstStyle>
            <a:lvl1pPr>
              <a:defRPr sz="1400"/>
            </a:lvl1pPr>
          </a:lstStyle>
          <a:p>
            <a:pPr lvl="0"/>
            <a:r>
              <a:rPr lang="ru-RU" dirty="0"/>
              <a:t>Образец текста</a:t>
            </a:r>
          </a:p>
        </p:txBody>
      </p:sp>
      <p:sp>
        <p:nvSpPr>
          <p:cNvPr id="18" name="Текст 35">
            <a:extLst>
              <a:ext uri="{FF2B5EF4-FFF2-40B4-BE49-F238E27FC236}">
                <a16:creationId xmlns:a16="http://schemas.microsoft.com/office/drawing/2014/main" id="{6305AE9F-2B19-4EA1-A48B-435746C35E60}"/>
              </a:ext>
            </a:extLst>
          </p:cNvPr>
          <p:cNvSpPr>
            <a:spLocks noGrp="1"/>
          </p:cNvSpPr>
          <p:nvPr>
            <p:ph type="body" sz="quarter" idx="26"/>
          </p:nvPr>
        </p:nvSpPr>
        <p:spPr>
          <a:xfrm>
            <a:off x="6683077" y="4821684"/>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r>
              <a:rPr lang="ru-RU" dirty="0"/>
              <a:t>Образец текста</a:t>
            </a:r>
          </a:p>
        </p:txBody>
      </p:sp>
      <p:sp>
        <p:nvSpPr>
          <p:cNvPr id="19" name="Текст 35">
            <a:extLst>
              <a:ext uri="{FF2B5EF4-FFF2-40B4-BE49-F238E27FC236}">
                <a16:creationId xmlns:a16="http://schemas.microsoft.com/office/drawing/2014/main" id="{CF9D9CFB-62B9-4CE0-8770-0CB398D99F7E}"/>
              </a:ext>
            </a:extLst>
          </p:cNvPr>
          <p:cNvSpPr>
            <a:spLocks noGrp="1"/>
          </p:cNvSpPr>
          <p:nvPr>
            <p:ph type="body" sz="quarter" idx="27"/>
          </p:nvPr>
        </p:nvSpPr>
        <p:spPr>
          <a:xfrm>
            <a:off x="6683077" y="5201221"/>
            <a:ext cx="4790314" cy="642164"/>
          </a:xfrm>
          <a:prstGeom prst="rect">
            <a:avLst/>
          </a:prstGeom>
        </p:spPr>
        <p:txBody>
          <a:bodyPr>
            <a:normAutofit/>
          </a:bodyPr>
          <a:lstStyle>
            <a:lvl1pPr>
              <a:defRPr sz="1400"/>
            </a:lvl1pPr>
          </a:lstStyle>
          <a:p>
            <a:pPr lvl="0"/>
            <a:r>
              <a:rPr lang="ru-RU" dirty="0"/>
              <a:t>Образец текста</a:t>
            </a:r>
          </a:p>
        </p:txBody>
      </p:sp>
    </p:spTree>
    <p:extLst>
      <p:ext uri="{BB962C8B-B14F-4D97-AF65-F5344CB8AC3E}">
        <p14:creationId xmlns:p14="http://schemas.microsoft.com/office/powerpoint/2010/main" val="1016386434"/>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Статистика">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BF4F29EB-DFD0-428E-8E89-ED117A3553E3}"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26" name="Заголовок 1">
            <a:extLst>
              <a:ext uri="{FF2B5EF4-FFF2-40B4-BE49-F238E27FC236}">
                <a16:creationId xmlns:a16="http://schemas.microsoft.com/office/drawing/2014/main" id="{55CB4C33-0A35-4822-B0EF-4E754699A138}"/>
              </a:ext>
            </a:extLst>
          </p:cNvPr>
          <p:cNvSpPr>
            <a:spLocks noGrp="1"/>
          </p:cNvSpPr>
          <p:nvPr>
            <p:ph type="title"/>
          </p:nvPr>
        </p:nvSpPr>
        <p:spPr>
          <a:xfrm>
            <a:off x="367721"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11" name="Текст 35">
            <a:extLst>
              <a:ext uri="{FF2B5EF4-FFF2-40B4-BE49-F238E27FC236}">
                <a16:creationId xmlns:a16="http://schemas.microsoft.com/office/drawing/2014/main" id="{B1350734-1D64-4861-9813-14C6593B8523}"/>
              </a:ext>
            </a:extLst>
          </p:cNvPr>
          <p:cNvSpPr>
            <a:spLocks noGrp="1"/>
          </p:cNvSpPr>
          <p:nvPr>
            <p:ph type="body" sz="quarter" idx="21"/>
          </p:nvPr>
        </p:nvSpPr>
        <p:spPr>
          <a:xfrm>
            <a:off x="6683077" y="1016000"/>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1"/>
                </a:solidFill>
              </a:defRPr>
            </a:lvl1pPr>
          </a:lstStyle>
          <a:p>
            <a:pPr lvl="0"/>
            <a:r>
              <a:rPr lang="ru-RU" dirty="0"/>
              <a:t>Образец текста</a:t>
            </a:r>
          </a:p>
        </p:txBody>
      </p:sp>
      <p:sp>
        <p:nvSpPr>
          <p:cNvPr id="12" name="Текст 35">
            <a:extLst>
              <a:ext uri="{FF2B5EF4-FFF2-40B4-BE49-F238E27FC236}">
                <a16:creationId xmlns:a16="http://schemas.microsoft.com/office/drawing/2014/main" id="{010826A5-76AC-452C-9459-7CC1CCF22ED5}"/>
              </a:ext>
            </a:extLst>
          </p:cNvPr>
          <p:cNvSpPr>
            <a:spLocks noGrp="1"/>
          </p:cNvSpPr>
          <p:nvPr>
            <p:ph type="body" sz="quarter" idx="18"/>
          </p:nvPr>
        </p:nvSpPr>
        <p:spPr>
          <a:xfrm>
            <a:off x="6683077" y="1395537"/>
            <a:ext cx="4790314" cy="642164"/>
          </a:xfrm>
          <a:prstGeom prst="rect">
            <a:avLst/>
          </a:prstGeom>
        </p:spPr>
        <p:txBody>
          <a:bodyPr>
            <a:normAutofit/>
          </a:bodyPr>
          <a:lstStyle>
            <a:lvl1pPr>
              <a:defRPr sz="1400"/>
            </a:lvl1pPr>
          </a:lstStyle>
          <a:p>
            <a:pPr lvl="0"/>
            <a:r>
              <a:rPr lang="ru-RU" dirty="0"/>
              <a:t>Образец текста</a:t>
            </a:r>
          </a:p>
        </p:txBody>
      </p:sp>
      <p:sp>
        <p:nvSpPr>
          <p:cNvPr id="14" name="Текст 35">
            <a:extLst>
              <a:ext uri="{FF2B5EF4-FFF2-40B4-BE49-F238E27FC236}">
                <a16:creationId xmlns:a16="http://schemas.microsoft.com/office/drawing/2014/main" id="{C694E912-AC3F-437A-90AD-A48291DCE9BD}"/>
              </a:ext>
            </a:extLst>
          </p:cNvPr>
          <p:cNvSpPr>
            <a:spLocks noGrp="1"/>
          </p:cNvSpPr>
          <p:nvPr>
            <p:ph type="body" sz="quarter" idx="22"/>
          </p:nvPr>
        </p:nvSpPr>
        <p:spPr>
          <a:xfrm>
            <a:off x="6683077" y="2284561"/>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5">
                    <a:lumMod val="60000"/>
                    <a:lumOff val="40000"/>
                  </a:schemeClr>
                </a:solidFill>
              </a:defRPr>
            </a:lvl1pPr>
          </a:lstStyle>
          <a:p>
            <a:pPr lvl="0"/>
            <a:r>
              <a:rPr lang="ru-RU" dirty="0"/>
              <a:t>Образец текста</a:t>
            </a:r>
          </a:p>
        </p:txBody>
      </p:sp>
      <p:sp>
        <p:nvSpPr>
          <p:cNvPr id="15" name="Текст 35">
            <a:extLst>
              <a:ext uri="{FF2B5EF4-FFF2-40B4-BE49-F238E27FC236}">
                <a16:creationId xmlns:a16="http://schemas.microsoft.com/office/drawing/2014/main" id="{DE78EAF0-6854-4E73-A48A-917C1A86C3F4}"/>
              </a:ext>
            </a:extLst>
          </p:cNvPr>
          <p:cNvSpPr>
            <a:spLocks noGrp="1"/>
          </p:cNvSpPr>
          <p:nvPr>
            <p:ph type="body" sz="quarter" idx="23"/>
          </p:nvPr>
        </p:nvSpPr>
        <p:spPr>
          <a:xfrm>
            <a:off x="6683077" y="2664098"/>
            <a:ext cx="4790314" cy="642164"/>
          </a:xfrm>
          <a:prstGeom prst="rect">
            <a:avLst/>
          </a:prstGeom>
        </p:spPr>
        <p:txBody>
          <a:bodyPr>
            <a:normAutofit/>
          </a:bodyPr>
          <a:lstStyle>
            <a:lvl1pPr>
              <a:defRPr sz="1400"/>
            </a:lvl1pPr>
          </a:lstStyle>
          <a:p>
            <a:pPr lvl="0"/>
            <a:r>
              <a:rPr lang="ru-RU" dirty="0"/>
              <a:t>Образец текста</a:t>
            </a:r>
          </a:p>
        </p:txBody>
      </p:sp>
      <p:sp>
        <p:nvSpPr>
          <p:cNvPr id="16" name="Текст 35">
            <a:extLst>
              <a:ext uri="{FF2B5EF4-FFF2-40B4-BE49-F238E27FC236}">
                <a16:creationId xmlns:a16="http://schemas.microsoft.com/office/drawing/2014/main" id="{72D68DD9-6181-4C35-909B-154E5E309C97}"/>
              </a:ext>
            </a:extLst>
          </p:cNvPr>
          <p:cNvSpPr>
            <a:spLocks noGrp="1"/>
          </p:cNvSpPr>
          <p:nvPr>
            <p:ph type="body" sz="quarter" idx="24"/>
          </p:nvPr>
        </p:nvSpPr>
        <p:spPr>
          <a:xfrm>
            <a:off x="6683077" y="3553122"/>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4"/>
                </a:solidFill>
              </a:defRPr>
            </a:lvl1pPr>
          </a:lstStyle>
          <a:p>
            <a:pPr lvl="0"/>
            <a:r>
              <a:rPr lang="ru-RU" dirty="0"/>
              <a:t>Образец текста</a:t>
            </a:r>
          </a:p>
        </p:txBody>
      </p:sp>
      <p:sp>
        <p:nvSpPr>
          <p:cNvPr id="17" name="Текст 35">
            <a:extLst>
              <a:ext uri="{FF2B5EF4-FFF2-40B4-BE49-F238E27FC236}">
                <a16:creationId xmlns:a16="http://schemas.microsoft.com/office/drawing/2014/main" id="{7D5E34DD-827F-4597-BFDE-34D8830FB250}"/>
              </a:ext>
            </a:extLst>
          </p:cNvPr>
          <p:cNvSpPr>
            <a:spLocks noGrp="1"/>
          </p:cNvSpPr>
          <p:nvPr>
            <p:ph type="body" sz="quarter" idx="25"/>
          </p:nvPr>
        </p:nvSpPr>
        <p:spPr>
          <a:xfrm>
            <a:off x="6683077" y="3932659"/>
            <a:ext cx="4790314" cy="642164"/>
          </a:xfrm>
          <a:prstGeom prst="rect">
            <a:avLst/>
          </a:prstGeom>
        </p:spPr>
        <p:txBody>
          <a:bodyPr>
            <a:normAutofit/>
          </a:bodyPr>
          <a:lstStyle>
            <a:lvl1pPr>
              <a:defRPr sz="1400"/>
            </a:lvl1pPr>
          </a:lstStyle>
          <a:p>
            <a:pPr lvl="0"/>
            <a:r>
              <a:rPr lang="ru-RU" dirty="0"/>
              <a:t>Образец текста</a:t>
            </a:r>
          </a:p>
        </p:txBody>
      </p:sp>
      <p:sp>
        <p:nvSpPr>
          <p:cNvPr id="18" name="Текст 35">
            <a:extLst>
              <a:ext uri="{FF2B5EF4-FFF2-40B4-BE49-F238E27FC236}">
                <a16:creationId xmlns:a16="http://schemas.microsoft.com/office/drawing/2014/main" id="{6305AE9F-2B19-4EA1-A48B-435746C35E60}"/>
              </a:ext>
            </a:extLst>
          </p:cNvPr>
          <p:cNvSpPr>
            <a:spLocks noGrp="1"/>
          </p:cNvSpPr>
          <p:nvPr>
            <p:ph type="body" sz="quarter" idx="26"/>
          </p:nvPr>
        </p:nvSpPr>
        <p:spPr>
          <a:xfrm>
            <a:off x="6683077" y="4821684"/>
            <a:ext cx="4790314" cy="1021701"/>
          </a:xfrm>
          <a:prstGeom prst="roundRect">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800" b="1">
                <a:solidFill>
                  <a:schemeClr val="accent2"/>
                </a:solidFill>
              </a:defRPr>
            </a:lvl1pPr>
          </a:lstStyle>
          <a:p>
            <a:pPr lvl="0"/>
            <a:r>
              <a:rPr lang="ru-RU" dirty="0"/>
              <a:t>Образец текста</a:t>
            </a:r>
          </a:p>
        </p:txBody>
      </p:sp>
      <p:sp>
        <p:nvSpPr>
          <p:cNvPr id="19" name="Текст 35">
            <a:extLst>
              <a:ext uri="{FF2B5EF4-FFF2-40B4-BE49-F238E27FC236}">
                <a16:creationId xmlns:a16="http://schemas.microsoft.com/office/drawing/2014/main" id="{CF9D9CFB-62B9-4CE0-8770-0CB398D99F7E}"/>
              </a:ext>
            </a:extLst>
          </p:cNvPr>
          <p:cNvSpPr>
            <a:spLocks noGrp="1"/>
          </p:cNvSpPr>
          <p:nvPr>
            <p:ph type="body" sz="quarter" idx="27"/>
          </p:nvPr>
        </p:nvSpPr>
        <p:spPr>
          <a:xfrm>
            <a:off x="6683077" y="5201221"/>
            <a:ext cx="4790314" cy="642164"/>
          </a:xfrm>
          <a:prstGeom prst="rect">
            <a:avLst/>
          </a:prstGeom>
        </p:spPr>
        <p:txBody>
          <a:bodyPr>
            <a:normAutofit/>
          </a:bodyPr>
          <a:lstStyle>
            <a:lvl1pPr>
              <a:defRPr sz="1400"/>
            </a:lvl1pPr>
          </a:lstStyle>
          <a:p>
            <a:pPr lvl="0"/>
            <a:r>
              <a:rPr lang="ru-RU" dirty="0"/>
              <a:t>Образец текста</a:t>
            </a:r>
          </a:p>
        </p:txBody>
      </p:sp>
    </p:spTree>
    <p:extLst>
      <p:ext uri="{BB962C8B-B14F-4D97-AF65-F5344CB8AC3E}">
        <p14:creationId xmlns:p14="http://schemas.microsoft.com/office/powerpoint/2010/main" val="338058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Стадии">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D52F0272-0FEA-44CE-966E-3D169B2F53D4}"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8" name="Текст 35">
            <a:extLst>
              <a:ext uri="{FF2B5EF4-FFF2-40B4-BE49-F238E27FC236}">
                <a16:creationId xmlns:a16="http://schemas.microsoft.com/office/drawing/2014/main" id="{BE583EE3-33C6-4FCC-9F56-28AB0B4FCAD9}"/>
              </a:ext>
            </a:extLst>
          </p:cNvPr>
          <p:cNvSpPr>
            <a:spLocks noGrp="1"/>
          </p:cNvSpPr>
          <p:nvPr>
            <p:ph type="body" sz="quarter" idx="26"/>
          </p:nvPr>
        </p:nvSpPr>
        <p:spPr>
          <a:xfrm>
            <a:off x="346075" y="1024937"/>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r>
              <a:rPr lang="ru-RU" dirty="0"/>
              <a:t>Образец текста</a:t>
            </a:r>
          </a:p>
        </p:txBody>
      </p:sp>
      <p:sp>
        <p:nvSpPr>
          <p:cNvPr id="9" name="Текст 35">
            <a:extLst>
              <a:ext uri="{FF2B5EF4-FFF2-40B4-BE49-F238E27FC236}">
                <a16:creationId xmlns:a16="http://schemas.microsoft.com/office/drawing/2014/main" id="{AFEBE25F-FFFE-4B9D-94E7-7A69C7B0D747}"/>
              </a:ext>
            </a:extLst>
          </p:cNvPr>
          <p:cNvSpPr>
            <a:spLocks noGrp="1"/>
          </p:cNvSpPr>
          <p:nvPr>
            <p:ph type="body" sz="quarter" idx="27"/>
          </p:nvPr>
        </p:nvSpPr>
        <p:spPr>
          <a:xfrm>
            <a:off x="346075" y="1380939"/>
            <a:ext cx="2526079" cy="1120685"/>
          </a:xfrm>
          <a:prstGeom prst="rect">
            <a:avLst/>
          </a:prstGeom>
        </p:spPr>
        <p:txBody>
          <a:bodyPr>
            <a:normAutofit/>
          </a:bodyPr>
          <a:lstStyle>
            <a:lvl1pPr>
              <a:defRPr sz="1400"/>
            </a:lvl1pPr>
          </a:lstStyle>
          <a:p>
            <a:pPr lvl="0"/>
            <a:r>
              <a:rPr lang="ru-RU" dirty="0"/>
              <a:t>Образец текста</a:t>
            </a:r>
          </a:p>
        </p:txBody>
      </p:sp>
      <p:sp>
        <p:nvSpPr>
          <p:cNvPr id="72" name="Текст 35">
            <a:extLst>
              <a:ext uri="{FF2B5EF4-FFF2-40B4-BE49-F238E27FC236}">
                <a16:creationId xmlns:a16="http://schemas.microsoft.com/office/drawing/2014/main" id="{3E63DE62-DFB7-44A9-A85D-B687FAE797DC}"/>
              </a:ext>
            </a:extLst>
          </p:cNvPr>
          <p:cNvSpPr>
            <a:spLocks noGrp="1"/>
          </p:cNvSpPr>
          <p:nvPr>
            <p:ph type="body" sz="quarter" idx="28"/>
          </p:nvPr>
        </p:nvSpPr>
        <p:spPr>
          <a:xfrm>
            <a:off x="4832960" y="1024937"/>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r>
              <a:rPr lang="ru-RU" dirty="0"/>
              <a:t>Образец текста</a:t>
            </a:r>
          </a:p>
        </p:txBody>
      </p:sp>
      <p:sp>
        <p:nvSpPr>
          <p:cNvPr id="73" name="Текст 35">
            <a:extLst>
              <a:ext uri="{FF2B5EF4-FFF2-40B4-BE49-F238E27FC236}">
                <a16:creationId xmlns:a16="http://schemas.microsoft.com/office/drawing/2014/main" id="{65791B9B-D32F-4C66-AD0A-B1F3CB6B2B21}"/>
              </a:ext>
            </a:extLst>
          </p:cNvPr>
          <p:cNvSpPr>
            <a:spLocks noGrp="1"/>
          </p:cNvSpPr>
          <p:nvPr>
            <p:ph type="body" sz="quarter" idx="29"/>
          </p:nvPr>
        </p:nvSpPr>
        <p:spPr>
          <a:xfrm>
            <a:off x="4832960" y="1380939"/>
            <a:ext cx="2526079" cy="1120685"/>
          </a:xfrm>
          <a:prstGeom prst="rect">
            <a:avLst/>
          </a:prstGeom>
        </p:spPr>
        <p:txBody>
          <a:bodyPr>
            <a:normAutofit/>
          </a:bodyPr>
          <a:lstStyle>
            <a:lvl1pPr>
              <a:defRPr sz="1400"/>
            </a:lvl1pPr>
          </a:lstStyle>
          <a:p>
            <a:pPr lvl="0"/>
            <a:r>
              <a:rPr lang="ru-RU" dirty="0"/>
              <a:t>Образец текста</a:t>
            </a:r>
          </a:p>
        </p:txBody>
      </p:sp>
      <p:sp>
        <p:nvSpPr>
          <p:cNvPr id="74" name="Текст 35">
            <a:extLst>
              <a:ext uri="{FF2B5EF4-FFF2-40B4-BE49-F238E27FC236}">
                <a16:creationId xmlns:a16="http://schemas.microsoft.com/office/drawing/2014/main" id="{3052024B-27A5-4D0B-A7E7-5161FB0ED379}"/>
              </a:ext>
            </a:extLst>
          </p:cNvPr>
          <p:cNvSpPr>
            <a:spLocks noGrp="1"/>
          </p:cNvSpPr>
          <p:nvPr>
            <p:ph type="body" sz="quarter" idx="30"/>
          </p:nvPr>
        </p:nvSpPr>
        <p:spPr>
          <a:xfrm>
            <a:off x="9330862" y="1024937"/>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r>
              <a:rPr lang="ru-RU" dirty="0"/>
              <a:t>Образец текста</a:t>
            </a:r>
          </a:p>
        </p:txBody>
      </p:sp>
      <p:sp>
        <p:nvSpPr>
          <p:cNvPr id="75" name="Текст 35">
            <a:extLst>
              <a:ext uri="{FF2B5EF4-FFF2-40B4-BE49-F238E27FC236}">
                <a16:creationId xmlns:a16="http://schemas.microsoft.com/office/drawing/2014/main" id="{9DFC47B0-ECC1-49CE-99A3-DC05480669A7}"/>
              </a:ext>
            </a:extLst>
          </p:cNvPr>
          <p:cNvSpPr>
            <a:spLocks noGrp="1"/>
          </p:cNvSpPr>
          <p:nvPr>
            <p:ph type="body" sz="quarter" idx="31"/>
          </p:nvPr>
        </p:nvSpPr>
        <p:spPr>
          <a:xfrm>
            <a:off x="9330862" y="1380939"/>
            <a:ext cx="2526079" cy="1120685"/>
          </a:xfrm>
          <a:prstGeom prst="rect">
            <a:avLst/>
          </a:prstGeom>
        </p:spPr>
        <p:txBody>
          <a:bodyPr>
            <a:normAutofit/>
          </a:bodyPr>
          <a:lstStyle>
            <a:lvl1pPr>
              <a:defRPr sz="1400"/>
            </a:lvl1pPr>
          </a:lstStyle>
          <a:p>
            <a:pPr lvl="0"/>
            <a:r>
              <a:rPr lang="ru-RU" dirty="0"/>
              <a:t>Образец текста</a:t>
            </a:r>
          </a:p>
        </p:txBody>
      </p:sp>
      <p:sp>
        <p:nvSpPr>
          <p:cNvPr id="76" name="Текст 35">
            <a:extLst>
              <a:ext uri="{FF2B5EF4-FFF2-40B4-BE49-F238E27FC236}">
                <a16:creationId xmlns:a16="http://schemas.microsoft.com/office/drawing/2014/main" id="{3B86BD35-3919-4E07-B138-AAF7CFF7DF02}"/>
              </a:ext>
            </a:extLst>
          </p:cNvPr>
          <p:cNvSpPr>
            <a:spLocks noGrp="1"/>
          </p:cNvSpPr>
          <p:nvPr>
            <p:ph type="body" sz="quarter" idx="32"/>
          </p:nvPr>
        </p:nvSpPr>
        <p:spPr>
          <a:xfrm>
            <a:off x="2593517" y="4358152"/>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r>
              <a:rPr lang="ru-RU" dirty="0"/>
              <a:t>Образец текста</a:t>
            </a:r>
          </a:p>
        </p:txBody>
      </p:sp>
      <p:sp>
        <p:nvSpPr>
          <p:cNvPr id="77" name="Текст 35">
            <a:extLst>
              <a:ext uri="{FF2B5EF4-FFF2-40B4-BE49-F238E27FC236}">
                <a16:creationId xmlns:a16="http://schemas.microsoft.com/office/drawing/2014/main" id="{10D94F19-5929-4A71-8C96-769ED6DD0BAE}"/>
              </a:ext>
            </a:extLst>
          </p:cNvPr>
          <p:cNvSpPr>
            <a:spLocks noGrp="1"/>
          </p:cNvSpPr>
          <p:nvPr>
            <p:ph type="body" sz="quarter" idx="33"/>
          </p:nvPr>
        </p:nvSpPr>
        <p:spPr>
          <a:xfrm>
            <a:off x="2593517" y="4714154"/>
            <a:ext cx="2526079" cy="1120685"/>
          </a:xfrm>
          <a:prstGeom prst="rect">
            <a:avLst/>
          </a:prstGeom>
        </p:spPr>
        <p:txBody>
          <a:bodyPr>
            <a:normAutofit/>
          </a:bodyPr>
          <a:lstStyle>
            <a:lvl1pPr>
              <a:defRPr sz="1400"/>
            </a:lvl1pPr>
          </a:lstStyle>
          <a:p>
            <a:pPr lvl="0"/>
            <a:r>
              <a:rPr lang="ru-RU" dirty="0"/>
              <a:t>Образец текста</a:t>
            </a:r>
          </a:p>
        </p:txBody>
      </p:sp>
      <p:sp>
        <p:nvSpPr>
          <p:cNvPr id="78" name="Текст 35">
            <a:extLst>
              <a:ext uri="{FF2B5EF4-FFF2-40B4-BE49-F238E27FC236}">
                <a16:creationId xmlns:a16="http://schemas.microsoft.com/office/drawing/2014/main" id="{D84303F2-08F5-497F-BC9B-59F70995863F}"/>
              </a:ext>
            </a:extLst>
          </p:cNvPr>
          <p:cNvSpPr>
            <a:spLocks noGrp="1"/>
          </p:cNvSpPr>
          <p:nvPr>
            <p:ph type="body" sz="quarter" idx="34"/>
          </p:nvPr>
        </p:nvSpPr>
        <p:spPr>
          <a:xfrm>
            <a:off x="7080402" y="4358152"/>
            <a:ext cx="2526079" cy="1476687"/>
          </a:xfrm>
          <a:prstGeom prst="roundRect">
            <a:avLst>
              <a:gd name="adj" fmla="val 15887"/>
            </a:avLst>
          </a:prstGeom>
          <a:gradFill>
            <a:gsLst>
              <a:gs pos="0">
                <a:schemeClr val="accent1">
                  <a:lumMod val="5000"/>
                  <a:lumOff val="95000"/>
                  <a:alpha val="20000"/>
                </a:schemeClr>
              </a:gs>
              <a:gs pos="100000">
                <a:schemeClr val="bg1">
                  <a:alpha val="0"/>
                </a:schemeClr>
              </a:gs>
            </a:gsLst>
            <a:lin ang="5400000" scaled="1"/>
          </a:gradFill>
        </p:spPr>
        <p:txBody>
          <a:bodyPr>
            <a:noAutofit/>
          </a:bodyPr>
          <a:lstStyle>
            <a:lvl1pPr>
              <a:defRPr sz="1600" b="1">
                <a:solidFill>
                  <a:schemeClr val="accent2"/>
                </a:solidFill>
              </a:defRPr>
            </a:lvl1pPr>
          </a:lstStyle>
          <a:p>
            <a:pPr lvl="0"/>
            <a:r>
              <a:rPr lang="ru-RU" dirty="0"/>
              <a:t>Образец текста</a:t>
            </a:r>
          </a:p>
        </p:txBody>
      </p:sp>
      <p:sp>
        <p:nvSpPr>
          <p:cNvPr id="79" name="Текст 35">
            <a:extLst>
              <a:ext uri="{FF2B5EF4-FFF2-40B4-BE49-F238E27FC236}">
                <a16:creationId xmlns:a16="http://schemas.microsoft.com/office/drawing/2014/main" id="{EA5C32CD-4539-4313-8B67-943CB8F5EBD9}"/>
              </a:ext>
            </a:extLst>
          </p:cNvPr>
          <p:cNvSpPr>
            <a:spLocks noGrp="1"/>
          </p:cNvSpPr>
          <p:nvPr>
            <p:ph type="body" sz="quarter" idx="35"/>
          </p:nvPr>
        </p:nvSpPr>
        <p:spPr>
          <a:xfrm>
            <a:off x="7080402" y="4714154"/>
            <a:ext cx="2526079" cy="1120685"/>
          </a:xfrm>
          <a:prstGeom prst="rect">
            <a:avLst/>
          </a:prstGeom>
        </p:spPr>
        <p:txBody>
          <a:bodyPr>
            <a:normAutofit/>
          </a:bodyPr>
          <a:lstStyle>
            <a:lvl1pPr>
              <a:defRPr sz="1400"/>
            </a:lvl1pPr>
          </a:lstStyle>
          <a:p>
            <a:pPr lvl="0"/>
            <a:r>
              <a:rPr lang="ru-RU" dirty="0"/>
              <a:t>Образец текста</a:t>
            </a:r>
          </a:p>
        </p:txBody>
      </p:sp>
      <p:sp>
        <p:nvSpPr>
          <p:cNvPr id="100" name="Заголовок 1">
            <a:extLst>
              <a:ext uri="{FF2B5EF4-FFF2-40B4-BE49-F238E27FC236}">
                <a16:creationId xmlns:a16="http://schemas.microsoft.com/office/drawing/2014/main" id="{6641864C-9659-45A2-A61F-BB1A3067B16A}"/>
              </a:ext>
            </a:extLst>
          </p:cNvPr>
          <p:cNvSpPr>
            <a:spLocks noGrp="1"/>
          </p:cNvSpPr>
          <p:nvPr>
            <p:ph type="title"/>
          </p:nvPr>
        </p:nvSpPr>
        <p:spPr>
          <a:xfrm>
            <a:off x="384256"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Tree>
    <p:extLst>
      <p:ext uri="{BB962C8B-B14F-4D97-AF65-F5344CB8AC3E}">
        <p14:creationId xmlns:p14="http://schemas.microsoft.com/office/powerpoint/2010/main" val="35591179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Проблема и решение">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062B0DBE-B5A9-470E-85A9-7CC062D5339A}"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00" name="Заголовок 1">
            <a:extLst>
              <a:ext uri="{FF2B5EF4-FFF2-40B4-BE49-F238E27FC236}">
                <a16:creationId xmlns:a16="http://schemas.microsoft.com/office/drawing/2014/main" id="{6641864C-9659-45A2-A61F-BB1A3067B16A}"/>
              </a:ext>
            </a:extLst>
          </p:cNvPr>
          <p:cNvSpPr>
            <a:spLocks noGrp="1"/>
          </p:cNvSpPr>
          <p:nvPr>
            <p:ph type="title"/>
          </p:nvPr>
        </p:nvSpPr>
        <p:spPr>
          <a:xfrm>
            <a:off x="357650"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130" name="Текст 35">
            <a:extLst>
              <a:ext uri="{FF2B5EF4-FFF2-40B4-BE49-F238E27FC236}">
                <a16:creationId xmlns:a16="http://schemas.microsoft.com/office/drawing/2014/main" id="{2FAEFDC9-8968-4F3D-8F8F-5591D6F30FE0}"/>
              </a:ext>
            </a:extLst>
          </p:cNvPr>
          <p:cNvSpPr>
            <a:spLocks noGrp="1"/>
          </p:cNvSpPr>
          <p:nvPr>
            <p:ph type="body" sz="quarter" idx="26" hasCustomPrompt="1"/>
          </p:nvPr>
        </p:nvSpPr>
        <p:spPr>
          <a:xfrm>
            <a:off x="517027" y="3810175"/>
            <a:ext cx="3264113" cy="2375115"/>
          </a:xfrm>
          <a:prstGeom prst="roundRect">
            <a:avLst>
              <a:gd name="adj" fmla="val 10167"/>
            </a:avLst>
          </a:prstGeom>
          <a:gradFill>
            <a:gsLst>
              <a:gs pos="0">
                <a:schemeClr val="accent1">
                  <a:lumMod val="5000"/>
                  <a:lumOff val="95000"/>
                  <a:alpha val="20000"/>
                </a:schemeClr>
              </a:gs>
              <a:gs pos="49000">
                <a:schemeClr val="bg1">
                  <a:alpha val="0"/>
                </a:schemeClr>
              </a:gs>
            </a:gsLst>
            <a:lin ang="5400000" scaled="1"/>
          </a:gradFill>
        </p:spPr>
        <p:txBody>
          <a:bodyPr>
            <a:noAutofit/>
          </a:bodyPr>
          <a:lstStyle>
            <a:lvl1pPr marL="0" indent="0">
              <a:buNone/>
              <a:defRPr sz="1400" b="0">
                <a:solidFill>
                  <a:schemeClr val="bg1"/>
                </a:solidFill>
              </a:defRPr>
            </a:lvl1pPr>
          </a:lstStyle>
          <a:p>
            <a:pPr lvl="0"/>
            <a:r>
              <a:rPr lang="ru-RU" dirty="0"/>
              <a:t>Описание проблемы </a:t>
            </a:r>
          </a:p>
        </p:txBody>
      </p:sp>
      <p:sp>
        <p:nvSpPr>
          <p:cNvPr id="152" name="Текст 35">
            <a:extLst>
              <a:ext uri="{FF2B5EF4-FFF2-40B4-BE49-F238E27FC236}">
                <a16:creationId xmlns:a16="http://schemas.microsoft.com/office/drawing/2014/main" id="{A7C77525-23F2-401E-A901-0374D8239BBC}"/>
              </a:ext>
            </a:extLst>
          </p:cNvPr>
          <p:cNvSpPr>
            <a:spLocks noGrp="1"/>
          </p:cNvSpPr>
          <p:nvPr>
            <p:ph type="body" sz="quarter" idx="31" hasCustomPrompt="1"/>
          </p:nvPr>
        </p:nvSpPr>
        <p:spPr>
          <a:xfrm>
            <a:off x="4464542" y="3810175"/>
            <a:ext cx="3264113" cy="2375115"/>
          </a:xfrm>
          <a:prstGeom prst="roundRect">
            <a:avLst>
              <a:gd name="adj" fmla="val 10167"/>
            </a:avLst>
          </a:prstGeom>
          <a:gradFill>
            <a:gsLst>
              <a:gs pos="0">
                <a:schemeClr val="accent1">
                  <a:lumMod val="5000"/>
                  <a:lumOff val="95000"/>
                  <a:alpha val="20000"/>
                </a:schemeClr>
              </a:gs>
              <a:gs pos="49000">
                <a:schemeClr val="bg1">
                  <a:alpha val="0"/>
                </a:schemeClr>
              </a:gs>
            </a:gsLst>
            <a:lin ang="5400000" scaled="1"/>
          </a:gradFill>
        </p:spPr>
        <p:txBody>
          <a:bodyPr>
            <a:noAutofit/>
          </a:bodyPr>
          <a:lstStyle>
            <a:lvl1pPr marL="0" indent="0">
              <a:buNone/>
              <a:defRPr sz="1400" b="0">
                <a:solidFill>
                  <a:schemeClr val="bg1"/>
                </a:solidFill>
              </a:defRPr>
            </a:lvl1pPr>
          </a:lstStyle>
          <a:p>
            <a:pPr lvl="0"/>
            <a:r>
              <a:rPr lang="ru-RU" dirty="0"/>
              <a:t>Примеры уже имеющихся способов решения данной проблемы</a:t>
            </a:r>
          </a:p>
        </p:txBody>
      </p:sp>
      <p:sp>
        <p:nvSpPr>
          <p:cNvPr id="153" name="Текст 35">
            <a:extLst>
              <a:ext uri="{FF2B5EF4-FFF2-40B4-BE49-F238E27FC236}">
                <a16:creationId xmlns:a16="http://schemas.microsoft.com/office/drawing/2014/main" id="{D2F4E226-3842-4532-A60F-4E8C02DAD6DC}"/>
              </a:ext>
            </a:extLst>
          </p:cNvPr>
          <p:cNvSpPr>
            <a:spLocks noGrp="1"/>
          </p:cNvSpPr>
          <p:nvPr>
            <p:ph type="body" sz="quarter" idx="32" hasCustomPrompt="1"/>
          </p:nvPr>
        </p:nvSpPr>
        <p:spPr>
          <a:xfrm>
            <a:off x="8385481" y="3810175"/>
            <a:ext cx="3264113" cy="2375115"/>
          </a:xfrm>
          <a:prstGeom prst="roundRect">
            <a:avLst>
              <a:gd name="adj" fmla="val 10167"/>
            </a:avLst>
          </a:prstGeom>
          <a:gradFill>
            <a:gsLst>
              <a:gs pos="0">
                <a:schemeClr val="accent1">
                  <a:lumMod val="5000"/>
                  <a:lumOff val="95000"/>
                  <a:alpha val="20000"/>
                </a:schemeClr>
              </a:gs>
              <a:gs pos="49000">
                <a:schemeClr val="bg1">
                  <a:alpha val="0"/>
                </a:schemeClr>
              </a:gs>
            </a:gsLst>
            <a:lin ang="5400000" scaled="1"/>
          </a:gradFill>
        </p:spPr>
        <p:txBody>
          <a:bodyPr>
            <a:noAutofit/>
          </a:bodyPr>
          <a:lstStyle>
            <a:lvl1pPr marL="0" indent="0">
              <a:buNone/>
              <a:defRPr sz="1400" b="0">
                <a:solidFill>
                  <a:schemeClr val="bg1"/>
                </a:solidFill>
              </a:defRPr>
            </a:lvl1pPr>
          </a:lstStyle>
          <a:p>
            <a:pPr lvl="0"/>
            <a:r>
              <a:rPr lang="ru-RU" dirty="0"/>
              <a:t>Ваше предложение решения данной проблемы</a:t>
            </a:r>
          </a:p>
        </p:txBody>
      </p:sp>
      <p:sp>
        <p:nvSpPr>
          <p:cNvPr id="189" name="Текст 35">
            <a:extLst>
              <a:ext uri="{FF2B5EF4-FFF2-40B4-BE49-F238E27FC236}">
                <a16:creationId xmlns:a16="http://schemas.microsoft.com/office/drawing/2014/main" id="{C44A233F-7BDF-4F40-844F-FC23B1912AA4}"/>
              </a:ext>
            </a:extLst>
          </p:cNvPr>
          <p:cNvSpPr>
            <a:spLocks noGrp="1"/>
          </p:cNvSpPr>
          <p:nvPr>
            <p:ph type="body" sz="quarter" idx="33" hasCustomPrompt="1"/>
          </p:nvPr>
        </p:nvSpPr>
        <p:spPr>
          <a:xfrm>
            <a:off x="517027" y="3252336"/>
            <a:ext cx="3264113" cy="391783"/>
          </a:xfrm>
          <a:prstGeom prst="roundRect">
            <a:avLst>
              <a:gd name="adj" fmla="val 10167"/>
            </a:avLst>
          </a:prstGeom>
          <a:noFill/>
        </p:spPr>
        <p:txBody>
          <a:bodyPr>
            <a:noAutofit/>
          </a:bodyPr>
          <a:lstStyle>
            <a:lvl1pPr marL="0" indent="0" algn="ctr">
              <a:buNone/>
              <a:defRPr sz="1600" b="1">
                <a:solidFill>
                  <a:schemeClr val="accent2"/>
                </a:solidFill>
              </a:defRPr>
            </a:lvl1pPr>
          </a:lstStyle>
          <a:p>
            <a:pPr lvl="0"/>
            <a:r>
              <a:rPr lang="ru-RU" dirty="0"/>
              <a:t>Проблема</a:t>
            </a:r>
          </a:p>
        </p:txBody>
      </p:sp>
      <p:sp>
        <p:nvSpPr>
          <p:cNvPr id="190" name="Текст 35">
            <a:extLst>
              <a:ext uri="{FF2B5EF4-FFF2-40B4-BE49-F238E27FC236}">
                <a16:creationId xmlns:a16="http://schemas.microsoft.com/office/drawing/2014/main" id="{1683ED6E-2444-48B8-A78B-F1EBA53E21C2}"/>
              </a:ext>
            </a:extLst>
          </p:cNvPr>
          <p:cNvSpPr>
            <a:spLocks noGrp="1"/>
          </p:cNvSpPr>
          <p:nvPr>
            <p:ph type="body" sz="quarter" idx="34" hasCustomPrompt="1"/>
          </p:nvPr>
        </p:nvSpPr>
        <p:spPr>
          <a:xfrm>
            <a:off x="4464542" y="3252336"/>
            <a:ext cx="3264113" cy="391783"/>
          </a:xfrm>
          <a:prstGeom prst="roundRect">
            <a:avLst>
              <a:gd name="adj" fmla="val 10167"/>
            </a:avLst>
          </a:prstGeom>
          <a:noFill/>
        </p:spPr>
        <p:txBody>
          <a:bodyPr>
            <a:noAutofit/>
          </a:bodyPr>
          <a:lstStyle>
            <a:lvl1pPr marL="0" indent="0" algn="ctr">
              <a:buNone/>
              <a:defRPr sz="1600" b="1">
                <a:solidFill>
                  <a:schemeClr val="accent2"/>
                </a:solidFill>
              </a:defRPr>
            </a:lvl1pPr>
          </a:lstStyle>
          <a:p>
            <a:pPr lvl="0"/>
            <a:r>
              <a:rPr lang="ru-RU" dirty="0"/>
              <a:t>Альтернативные решения</a:t>
            </a:r>
          </a:p>
        </p:txBody>
      </p:sp>
      <p:sp>
        <p:nvSpPr>
          <p:cNvPr id="191" name="Текст 35">
            <a:extLst>
              <a:ext uri="{FF2B5EF4-FFF2-40B4-BE49-F238E27FC236}">
                <a16:creationId xmlns:a16="http://schemas.microsoft.com/office/drawing/2014/main" id="{B788F042-DAFC-4B5A-B1AA-8ADEFAAA9801}"/>
              </a:ext>
            </a:extLst>
          </p:cNvPr>
          <p:cNvSpPr>
            <a:spLocks noGrp="1"/>
          </p:cNvSpPr>
          <p:nvPr>
            <p:ph type="body" sz="quarter" idx="35" hasCustomPrompt="1"/>
          </p:nvPr>
        </p:nvSpPr>
        <p:spPr>
          <a:xfrm>
            <a:off x="8385481" y="3252336"/>
            <a:ext cx="3264113" cy="391783"/>
          </a:xfrm>
          <a:prstGeom prst="roundRect">
            <a:avLst>
              <a:gd name="adj" fmla="val 10167"/>
            </a:avLst>
          </a:prstGeom>
          <a:noFill/>
        </p:spPr>
        <p:txBody>
          <a:bodyPr>
            <a:noAutofit/>
          </a:bodyPr>
          <a:lstStyle>
            <a:lvl1pPr marL="0" indent="0" algn="ctr">
              <a:buNone/>
              <a:defRPr sz="1600" b="1">
                <a:solidFill>
                  <a:schemeClr val="accent2"/>
                </a:solidFill>
              </a:defRPr>
            </a:lvl1pPr>
          </a:lstStyle>
          <a:p>
            <a:pPr lvl="0"/>
            <a:r>
              <a:rPr lang="ru-RU" dirty="0"/>
              <a:t>Решение</a:t>
            </a:r>
          </a:p>
        </p:txBody>
      </p:sp>
    </p:spTree>
    <p:extLst>
      <p:ext uri="{BB962C8B-B14F-4D97-AF65-F5344CB8AC3E}">
        <p14:creationId xmlns:p14="http://schemas.microsoft.com/office/powerpoint/2010/main" val="8752738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Демо_1">
    <p:spTree>
      <p:nvGrpSpPr>
        <p:cNvPr id="1" name=""/>
        <p:cNvGrpSpPr/>
        <p:nvPr/>
      </p:nvGrpSpPr>
      <p:grpSpPr>
        <a:xfrm>
          <a:off x="0" y="0"/>
          <a:ext cx="0" cy="0"/>
          <a:chOff x="0" y="0"/>
          <a:chExt cx="0" cy="0"/>
        </a:xfrm>
      </p:grpSpPr>
      <p:sp>
        <p:nvSpPr>
          <p:cNvPr id="79" name="Picture Placeholder 1">
            <a:extLst>
              <a:ext uri="{FF2B5EF4-FFF2-40B4-BE49-F238E27FC236}">
                <a16:creationId xmlns:a16="http://schemas.microsoft.com/office/drawing/2014/main" id="{F4BB4485-D5EB-48AD-A465-1B1299C88CD1}"/>
              </a:ext>
            </a:extLst>
          </p:cNvPr>
          <p:cNvSpPr>
            <a:spLocks noGrp="1"/>
          </p:cNvSpPr>
          <p:nvPr>
            <p:ph type="pic" sz="quarter" idx="14"/>
          </p:nvPr>
        </p:nvSpPr>
        <p:spPr>
          <a:xfrm>
            <a:off x="4162940" y="1264478"/>
            <a:ext cx="3866121" cy="2436377"/>
          </a:xfrm>
        </p:spPr>
      </p:sp>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4D396B86-640F-4AD1-BBB2-E085B6CD8771}"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00" name="Заголовок 1">
            <a:extLst>
              <a:ext uri="{FF2B5EF4-FFF2-40B4-BE49-F238E27FC236}">
                <a16:creationId xmlns:a16="http://schemas.microsoft.com/office/drawing/2014/main" id="{6641864C-9659-45A2-A61F-BB1A3067B16A}"/>
              </a:ext>
            </a:extLst>
          </p:cNvPr>
          <p:cNvSpPr>
            <a:spLocks noGrp="1"/>
          </p:cNvSpPr>
          <p:nvPr>
            <p:ph type="title"/>
          </p:nvPr>
        </p:nvSpPr>
        <p:spPr>
          <a:xfrm>
            <a:off x="346075"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8" name="Текст 7">
            <a:extLst>
              <a:ext uri="{FF2B5EF4-FFF2-40B4-BE49-F238E27FC236}">
                <a16:creationId xmlns:a16="http://schemas.microsoft.com/office/drawing/2014/main" id="{8340B20B-0618-415E-8908-3C85578C4D16}"/>
              </a:ext>
            </a:extLst>
          </p:cNvPr>
          <p:cNvSpPr>
            <a:spLocks noGrp="1"/>
          </p:cNvSpPr>
          <p:nvPr>
            <p:ph type="body" sz="quarter" idx="15"/>
          </p:nvPr>
        </p:nvSpPr>
        <p:spPr>
          <a:xfrm>
            <a:off x="346075" y="4656083"/>
            <a:ext cx="3626835" cy="154469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90" name="Текст 7">
            <a:extLst>
              <a:ext uri="{FF2B5EF4-FFF2-40B4-BE49-F238E27FC236}">
                <a16:creationId xmlns:a16="http://schemas.microsoft.com/office/drawing/2014/main" id="{47A76FC9-6FDA-4102-9D33-F9766B07D3E6}"/>
              </a:ext>
            </a:extLst>
          </p:cNvPr>
          <p:cNvSpPr>
            <a:spLocks noGrp="1"/>
          </p:cNvSpPr>
          <p:nvPr>
            <p:ph type="body" sz="quarter" idx="16"/>
          </p:nvPr>
        </p:nvSpPr>
        <p:spPr>
          <a:xfrm>
            <a:off x="4240502" y="4656083"/>
            <a:ext cx="3626835" cy="154469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91" name="Текст 7">
            <a:extLst>
              <a:ext uri="{FF2B5EF4-FFF2-40B4-BE49-F238E27FC236}">
                <a16:creationId xmlns:a16="http://schemas.microsoft.com/office/drawing/2014/main" id="{7C8F4076-BB2C-4FA3-9BAD-5EF87B638D5F}"/>
              </a:ext>
            </a:extLst>
          </p:cNvPr>
          <p:cNvSpPr>
            <a:spLocks noGrp="1"/>
          </p:cNvSpPr>
          <p:nvPr>
            <p:ph type="body" sz="quarter" idx="17"/>
          </p:nvPr>
        </p:nvSpPr>
        <p:spPr>
          <a:xfrm>
            <a:off x="8230203" y="4656083"/>
            <a:ext cx="3626835" cy="154469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4699120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Демо_1">
    <p:spTree>
      <p:nvGrpSpPr>
        <p:cNvPr id="1" name=""/>
        <p:cNvGrpSpPr/>
        <p:nvPr/>
      </p:nvGrpSpPr>
      <p:grpSpPr>
        <a:xfrm>
          <a:off x="0" y="0"/>
          <a:ext cx="0" cy="0"/>
          <a:chOff x="0" y="0"/>
          <a:chExt cx="0" cy="0"/>
        </a:xfrm>
      </p:grpSpPr>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93AF0E63-1EB1-47F5-B09E-CA3E5DE528F3}"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00" name="Заголовок 1">
            <a:extLst>
              <a:ext uri="{FF2B5EF4-FFF2-40B4-BE49-F238E27FC236}">
                <a16:creationId xmlns:a16="http://schemas.microsoft.com/office/drawing/2014/main" id="{6641864C-9659-45A2-A61F-BB1A3067B16A}"/>
              </a:ext>
            </a:extLst>
          </p:cNvPr>
          <p:cNvSpPr>
            <a:spLocks noGrp="1"/>
          </p:cNvSpPr>
          <p:nvPr>
            <p:ph type="title"/>
          </p:nvPr>
        </p:nvSpPr>
        <p:spPr>
          <a:xfrm>
            <a:off x="353289"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8" name="Текст 7">
            <a:extLst>
              <a:ext uri="{FF2B5EF4-FFF2-40B4-BE49-F238E27FC236}">
                <a16:creationId xmlns:a16="http://schemas.microsoft.com/office/drawing/2014/main" id="{8340B20B-0618-415E-8908-3C85578C4D16}"/>
              </a:ext>
            </a:extLst>
          </p:cNvPr>
          <p:cNvSpPr>
            <a:spLocks noGrp="1"/>
          </p:cNvSpPr>
          <p:nvPr>
            <p:ph type="body" sz="quarter" idx="15"/>
          </p:nvPr>
        </p:nvSpPr>
        <p:spPr>
          <a:xfrm>
            <a:off x="1210643" y="4324451"/>
            <a:ext cx="4121687" cy="161226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90" name="Текст 7">
            <a:extLst>
              <a:ext uri="{FF2B5EF4-FFF2-40B4-BE49-F238E27FC236}">
                <a16:creationId xmlns:a16="http://schemas.microsoft.com/office/drawing/2014/main" id="{47A76FC9-6FDA-4102-9D33-F9766B07D3E6}"/>
              </a:ext>
            </a:extLst>
          </p:cNvPr>
          <p:cNvSpPr>
            <a:spLocks noGrp="1"/>
          </p:cNvSpPr>
          <p:nvPr>
            <p:ph type="body" sz="quarter" idx="16"/>
          </p:nvPr>
        </p:nvSpPr>
        <p:spPr>
          <a:xfrm>
            <a:off x="6857950" y="4324451"/>
            <a:ext cx="4121687" cy="161226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9" name="Picture Placeholder 1">
            <a:extLst>
              <a:ext uri="{FF2B5EF4-FFF2-40B4-BE49-F238E27FC236}">
                <a16:creationId xmlns:a16="http://schemas.microsoft.com/office/drawing/2014/main" id="{F4BB4485-D5EB-48AD-A465-1B1299C88CD1}"/>
              </a:ext>
            </a:extLst>
          </p:cNvPr>
          <p:cNvSpPr>
            <a:spLocks noGrp="1"/>
          </p:cNvSpPr>
          <p:nvPr>
            <p:ph type="pic" sz="quarter" idx="14"/>
          </p:nvPr>
        </p:nvSpPr>
        <p:spPr>
          <a:xfrm>
            <a:off x="1210642" y="1577998"/>
            <a:ext cx="4121688" cy="2283975"/>
          </a:xfrm>
        </p:spPr>
      </p:sp>
      <p:sp>
        <p:nvSpPr>
          <p:cNvPr id="123" name="Picture Placeholder 1">
            <a:extLst>
              <a:ext uri="{FF2B5EF4-FFF2-40B4-BE49-F238E27FC236}">
                <a16:creationId xmlns:a16="http://schemas.microsoft.com/office/drawing/2014/main" id="{C7FB8BAF-17B6-40DC-9912-73B3494AC45E}"/>
              </a:ext>
            </a:extLst>
          </p:cNvPr>
          <p:cNvSpPr>
            <a:spLocks noGrp="1"/>
          </p:cNvSpPr>
          <p:nvPr>
            <p:ph type="pic" sz="quarter" idx="18"/>
          </p:nvPr>
        </p:nvSpPr>
        <p:spPr>
          <a:xfrm>
            <a:off x="6855540" y="1577998"/>
            <a:ext cx="4121688" cy="2283975"/>
          </a:xfrm>
        </p:spPr>
      </p:sp>
    </p:spTree>
    <p:extLst>
      <p:ext uri="{BB962C8B-B14F-4D97-AF65-F5344CB8AC3E}">
        <p14:creationId xmlns:p14="http://schemas.microsoft.com/office/powerpoint/2010/main" val="228239539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Демо_1">
    <p:spTree>
      <p:nvGrpSpPr>
        <p:cNvPr id="1" name=""/>
        <p:cNvGrpSpPr/>
        <p:nvPr/>
      </p:nvGrpSpPr>
      <p:grpSpPr>
        <a:xfrm>
          <a:off x="0" y="0"/>
          <a:ext cx="0" cy="0"/>
          <a:chOff x="0" y="0"/>
          <a:chExt cx="0" cy="0"/>
        </a:xfrm>
      </p:grpSpPr>
      <p:sp>
        <p:nvSpPr>
          <p:cNvPr id="125" name="Picture Placeholder 1">
            <a:extLst>
              <a:ext uri="{FF2B5EF4-FFF2-40B4-BE49-F238E27FC236}">
                <a16:creationId xmlns:a16="http://schemas.microsoft.com/office/drawing/2014/main" id="{2E6A2544-8689-48EB-9658-2D1DE4E48784}"/>
              </a:ext>
            </a:extLst>
          </p:cNvPr>
          <p:cNvSpPr>
            <a:spLocks noGrp="1"/>
          </p:cNvSpPr>
          <p:nvPr>
            <p:ph type="pic" sz="quarter" idx="14"/>
          </p:nvPr>
        </p:nvSpPr>
        <p:spPr>
          <a:xfrm>
            <a:off x="5009872" y="1235915"/>
            <a:ext cx="2172255" cy="4602697"/>
          </a:xfrm>
          <a:prstGeom prst="roundRect">
            <a:avLst>
              <a:gd name="adj" fmla="val 12528"/>
            </a:avLst>
          </a:prstGeom>
          <a:noFill/>
        </p:spPr>
      </p:sp>
      <p:sp>
        <p:nvSpPr>
          <p:cNvPr id="130" name="Текст 35">
            <a:extLst>
              <a:ext uri="{FF2B5EF4-FFF2-40B4-BE49-F238E27FC236}">
                <a16:creationId xmlns:a16="http://schemas.microsoft.com/office/drawing/2014/main" id="{34F2EADD-49A3-44E7-AC8B-D07BF1B4F1A8}"/>
              </a:ext>
            </a:extLst>
          </p:cNvPr>
          <p:cNvSpPr>
            <a:spLocks noGrp="1"/>
          </p:cNvSpPr>
          <p:nvPr>
            <p:ph type="body" sz="quarter" idx="21"/>
          </p:nvPr>
        </p:nvSpPr>
        <p:spPr>
          <a:xfrm>
            <a:off x="356349" y="1641283"/>
            <a:ext cx="3812931" cy="1021701"/>
          </a:xfrm>
          <a:prstGeom prst="roundRect">
            <a:avLst/>
          </a:prstGeom>
          <a:gradFill>
            <a:gsLst>
              <a:gs pos="0">
                <a:schemeClr val="accent1">
                  <a:lumMod val="5000"/>
                  <a:lumOff val="95000"/>
                  <a:alpha val="20000"/>
                </a:schemeClr>
              </a:gs>
              <a:gs pos="65000">
                <a:schemeClr val="bg1">
                  <a:alpha val="0"/>
                </a:schemeClr>
              </a:gs>
            </a:gsLst>
            <a:lin ang="5400000" scaled="1"/>
          </a:gradFill>
        </p:spPr>
        <p:txBody>
          <a:bodyPr>
            <a:noAutofit/>
          </a:bodyPr>
          <a:lstStyle>
            <a:lvl1pPr>
              <a:defRPr sz="1800" b="1">
                <a:solidFill>
                  <a:schemeClr val="accent1"/>
                </a:solidFill>
              </a:defRPr>
            </a:lvl1pPr>
          </a:lstStyle>
          <a:p>
            <a:pPr lvl="0"/>
            <a:r>
              <a:rPr lang="ru-RU" dirty="0"/>
              <a:t>Образец текста</a:t>
            </a:r>
          </a:p>
        </p:txBody>
      </p:sp>
      <p:sp>
        <p:nvSpPr>
          <p:cNvPr id="146" name="Текст 35">
            <a:extLst>
              <a:ext uri="{FF2B5EF4-FFF2-40B4-BE49-F238E27FC236}">
                <a16:creationId xmlns:a16="http://schemas.microsoft.com/office/drawing/2014/main" id="{15551546-3EE0-4A54-9DEE-1E9FEBF43B2F}"/>
              </a:ext>
            </a:extLst>
          </p:cNvPr>
          <p:cNvSpPr>
            <a:spLocks noGrp="1"/>
          </p:cNvSpPr>
          <p:nvPr>
            <p:ph type="body" sz="quarter" idx="18"/>
          </p:nvPr>
        </p:nvSpPr>
        <p:spPr>
          <a:xfrm>
            <a:off x="356349" y="2020820"/>
            <a:ext cx="3812931" cy="1290596"/>
          </a:xfrm>
          <a:prstGeom prst="rect">
            <a:avLst/>
          </a:prstGeom>
        </p:spPr>
        <p:txBody>
          <a:bodyPr>
            <a:normAutofit/>
          </a:bodyPr>
          <a:lstStyle>
            <a:lvl1pPr>
              <a:defRPr sz="1400"/>
            </a:lvl1pPr>
          </a:lstStyle>
          <a:p>
            <a:pPr lvl="0"/>
            <a:r>
              <a:rPr lang="ru-RU" dirty="0"/>
              <a:t>Образец текста</a:t>
            </a:r>
          </a:p>
        </p:txBody>
      </p:sp>
      <p:sp>
        <p:nvSpPr>
          <p:cNvPr id="147" name="Текст 35">
            <a:extLst>
              <a:ext uri="{FF2B5EF4-FFF2-40B4-BE49-F238E27FC236}">
                <a16:creationId xmlns:a16="http://schemas.microsoft.com/office/drawing/2014/main" id="{9D9ADB6F-AC53-4034-92EE-80435562B80A}"/>
              </a:ext>
            </a:extLst>
          </p:cNvPr>
          <p:cNvSpPr>
            <a:spLocks noGrp="1"/>
          </p:cNvSpPr>
          <p:nvPr>
            <p:ph type="body" sz="quarter" idx="22"/>
          </p:nvPr>
        </p:nvSpPr>
        <p:spPr>
          <a:xfrm>
            <a:off x="8040021" y="1641283"/>
            <a:ext cx="3812931" cy="1021701"/>
          </a:xfrm>
          <a:prstGeom prst="roundRect">
            <a:avLst/>
          </a:prstGeom>
          <a:gradFill>
            <a:gsLst>
              <a:gs pos="0">
                <a:schemeClr val="accent1">
                  <a:lumMod val="5000"/>
                  <a:lumOff val="95000"/>
                  <a:alpha val="20000"/>
                </a:schemeClr>
              </a:gs>
              <a:gs pos="65000">
                <a:schemeClr val="bg1">
                  <a:alpha val="0"/>
                </a:schemeClr>
              </a:gs>
            </a:gsLst>
            <a:lin ang="5400000" scaled="1"/>
          </a:gradFill>
        </p:spPr>
        <p:txBody>
          <a:bodyPr>
            <a:noAutofit/>
          </a:bodyPr>
          <a:lstStyle>
            <a:lvl1pPr>
              <a:defRPr sz="1800" b="1">
                <a:solidFill>
                  <a:schemeClr val="accent5">
                    <a:lumMod val="20000"/>
                    <a:lumOff val="80000"/>
                  </a:schemeClr>
                </a:solidFill>
              </a:defRPr>
            </a:lvl1pPr>
          </a:lstStyle>
          <a:p>
            <a:pPr lvl="0"/>
            <a:r>
              <a:rPr lang="ru-RU" dirty="0"/>
              <a:t>Образец текста</a:t>
            </a:r>
          </a:p>
        </p:txBody>
      </p:sp>
      <p:sp>
        <p:nvSpPr>
          <p:cNvPr id="148" name="Текст 35">
            <a:extLst>
              <a:ext uri="{FF2B5EF4-FFF2-40B4-BE49-F238E27FC236}">
                <a16:creationId xmlns:a16="http://schemas.microsoft.com/office/drawing/2014/main" id="{EAB22390-1508-4419-B1B3-375A734DF0EE}"/>
              </a:ext>
            </a:extLst>
          </p:cNvPr>
          <p:cNvSpPr>
            <a:spLocks noGrp="1"/>
          </p:cNvSpPr>
          <p:nvPr>
            <p:ph type="body" sz="quarter" idx="23"/>
          </p:nvPr>
        </p:nvSpPr>
        <p:spPr>
          <a:xfrm>
            <a:off x="8040021" y="2020820"/>
            <a:ext cx="3812931" cy="1290596"/>
          </a:xfrm>
          <a:prstGeom prst="rect">
            <a:avLst/>
          </a:prstGeom>
        </p:spPr>
        <p:txBody>
          <a:bodyPr>
            <a:normAutofit/>
          </a:bodyPr>
          <a:lstStyle>
            <a:lvl1pPr>
              <a:defRPr sz="1400"/>
            </a:lvl1pPr>
          </a:lstStyle>
          <a:p>
            <a:pPr lvl="0"/>
            <a:r>
              <a:rPr lang="ru-RU" dirty="0"/>
              <a:t>Образец текста</a:t>
            </a:r>
          </a:p>
        </p:txBody>
      </p:sp>
      <p:sp>
        <p:nvSpPr>
          <p:cNvPr id="149" name="Текст 35">
            <a:extLst>
              <a:ext uri="{FF2B5EF4-FFF2-40B4-BE49-F238E27FC236}">
                <a16:creationId xmlns:a16="http://schemas.microsoft.com/office/drawing/2014/main" id="{FF699DD2-8E32-4C98-8444-90139EB2FDC6}"/>
              </a:ext>
            </a:extLst>
          </p:cNvPr>
          <p:cNvSpPr>
            <a:spLocks noGrp="1"/>
          </p:cNvSpPr>
          <p:nvPr>
            <p:ph type="body" sz="quarter" idx="24"/>
          </p:nvPr>
        </p:nvSpPr>
        <p:spPr>
          <a:xfrm>
            <a:off x="356349" y="3864598"/>
            <a:ext cx="3812931" cy="1021701"/>
          </a:xfrm>
          <a:prstGeom prst="roundRect">
            <a:avLst/>
          </a:prstGeom>
          <a:gradFill>
            <a:gsLst>
              <a:gs pos="0">
                <a:schemeClr val="accent1">
                  <a:lumMod val="5000"/>
                  <a:lumOff val="95000"/>
                  <a:alpha val="20000"/>
                </a:schemeClr>
              </a:gs>
              <a:gs pos="65000">
                <a:schemeClr val="bg1">
                  <a:alpha val="0"/>
                </a:schemeClr>
              </a:gs>
            </a:gsLst>
            <a:lin ang="5400000" scaled="1"/>
          </a:gradFill>
        </p:spPr>
        <p:txBody>
          <a:bodyPr>
            <a:noAutofit/>
          </a:bodyPr>
          <a:lstStyle>
            <a:lvl1pPr>
              <a:defRPr sz="1800" b="1">
                <a:solidFill>
                  <a:schemeClr val="accent4"/>
                </a:solidFill>
              </a:defRPr>
            </a:lvl1pPr>
          </a:lstStyle>
          <a:p>
            <a:pPr lvl="0"/>
            <a:r>
              <a:rPr lang="ru-RU" dirty="0"/>
              <a:t>Образец текста</a:t>
            </a:r>
          </a:p>
        </p:txBody>
      </p:sp>
      <p:sp>
        <p:nvSpPr>
          <p:cNvPr id="150" name="Текст 35">
            <a:extLst>
              <a:ext uri="{FF2B5EF4-FFF2-40B4-BE49-F238E27FC236}">
                <a16:creationId xmlns:a16="http://schemas.microsoft.com/office/drawing/2014/main" id="{6496F1D2-4B4B-412C-B228-1C27099F20D3}"/>
              </a:ext>
            </a:extLst>
          </p:cNvPr>
          <p:cNvSpPr>
            <a:spLocks noGrp="1"/>
          </p:cNvSpPr>
          <p:nvPr>
            <p:ph type="body" sz="quarter" idx="25"/>
          </p:nvPr>
        </p:nvSpPr>
        <p:spPr>
          <a:xfrm>
            <a:off x="356349" y="4244135"/>
            <a:ext cx="3812931" cy="1290596"/>
          </a:xfrm>
          <a:prstGeom prst="rect">
            <a:avLst/>
          </a:prstGeom>
        </p:spPr>
        <p:txBody>
          <a:bodyPr>
            <a:normAutofit/>
          </a:bodyPr>
          <a:lstStyle>
            <a:lvl1pPr>
              <a:defRPr sz="1400"/>
            </a:lvl1pPr>
          </a:lstStyle>
          <a:p>
            <a:pPr lvl="0"/>
            <a:r>
              <a:rPr lang="ru-RU" dirty="0"/>
              <a:t>Образец текста</a:t>
            </a:r>
          </a:p>
        </p:txBody>
      </p:sp>
      <p:sp>
        <p:nvSpPr>
          <p:cNvPr id="151" name="Текст 35">
            <a:extLst>
              <a:ext uri="{FF2B5EF4-FFF2-40B4-BE49-F238E27FC236}">
                <a16:creationId xmlns:a16="http://schemas.microsoft.com/office/drawing/2014/main" id="{55E268D8-B309-4AA0-8E1B-30DF4A867252}"/>
              </a:ext>
            </a:extLst>
          </p:cNvPr>
          <p:cNvSpPr>
            <a:spLocks noGrp="1"/>
          </p:cNvSpPr>
          <p:nvPr>
            <p:ph type="body" sz="quarter" idx="26"/>
          </p:nvPr>
        </p:nvSpPr>
        <p:spPr>
          <a:xfrm>
            <a:off x="8040021" y="3864598"/>
            <a:ext cx="3812931" cy="1021701"/>
          </a:xfrm>
          <a:prstGeom prst="roundRect">
            <a:avLst/>
          </a:prstGeom>
          <a:gradFill>
            <a:gsLst>
              <a:gs pos="0">
                <a:schemeClr val="accent1">
                  <a:lumMod val="5000"/>
                  <a:lumOff val="95000"/>
                  <a:alpha val="20000"/>
                </a:schemeClr>
              </a:gs>
              <a:gs pos="65000">
                <a:schemeClr val="bg1">
                  <a:alpha val="0"/>
                </a:schemeClr>
              </a:gs>
            </a:gsLst>
            <a:lin ang="5400000" scaled="1"/>
          </a:gradFill>
        </p:spPr>
        <p:txBody>
          <a:bodyPr>
            <a:noAutofit/>
          </a:bodyPr>
          <a:lstStyle>
            <a:lvl1pPr>
              <a:defRPr sz="1800" b="1">
                <a:solidFill>
                  <a:schemeClr val="accent2"/>
                </a:solidFill>
              </a:defRPr>
            </a:lvl1pPr>
          </a:lstStyle>
          <a:p>
            <a:pPr lvl="0"/>
            <a:r>
              <a:rPr lang="ru-RU" dirty="0"/>
              <a:t>Образец текста</a:t>
            </a:r>
          </a:p>
        </p:txBody>
      </p:sp>
      <p:sp>
        <p:nvSpPr>
          <p:cNvPr id="152" name="Текст 35">
            <a:extLst>
              <a:ext uri="{FF2B5EF4-FFF2-40B4-BE49-F238E27FC236}">
                <a16:creationId xmlns:a16="http://schemas.microsoft.com/office/drawing/2014/main" id="{E6797EA4-A26A-41BA-A1AB-8E1F9B9574DE}"/>
              </a:ext>
            </a:extLst>
          </p:cNvPr>
          <p:cNvSpPr>
            <a:spLocks noGrp="1"/>
          </p:cNvSpPr>
          <p:nvPr>
            <p:ph type="body" sz="quarter" idx="27"/>
          </p:nvPr>
        </p:nvSpPr>
        <p:spPr>
          <a:xfrm>
            <a:off x="8040021" y="4244135"/>
            <a:ext cx="3812931" cy="1290596"/>
          </a:xfrm>
          <a:prstGeom prst="rect">
            <a:avLst/>
          </a:prstGeom>
        </p:spPr>
        <p:txBody>
          <a:bodyPr>
            <a:normAutofit/>
          </a:bodyPr>
          <a:lstStyle>
            <a:lvl1pPr>
              <a:defRPr sz="1400"/>
            </a:lvl1pPr>
          </a:lstStyle>
          <a:p>
            <a:pPr lvl="0"/>
            <a:r>
              <a:rPr lang="ru-RU" dirty="0"/>
              <a:t>Образец текста</a:t>
            </a:r>
          </a:p>
        </p:txBody>
      </p:sp>
      <p:cxnSp>
        <p:nvCxnSpPr>
          <p:cNvPr id="168" name="Google Shape;2799;p94">
            <a:extLst>
              <a:ext uri="{FF2B5EF4-FFF2-40B4-BE49-F238E27FC236}">
                <a16:creationId xmlns:a16="http://schemas.microsoft.com/office/drawing/2014/main" id="{FA0271FA-A51F-4387-9143-29364B78BFC3}"/>
              </a:ext>
            </a:extLst>
          </p:cNvPr>
          <p:cNvCxnSpPr>
            <a:cxnSpLocks/>
          </p:cNvCxnSpPr>
          <p:nvPr userDrawn="1"/>
        </p:nvCxnSpPr>
        <p:spPr>
          <a:xfrm>
            <a:off x="4244694" y="1870413"/>
            <a:ext cx="686698" cy="0"/>
          </a:xfrm>
          <a:prstGeom prst="straightConnector1">
            <a:avLst/>
          </a:prstGeom>
          <a:noFill/>
          <a:ln w="25400" cap="flat" cmpd="sng">
            <a:solidFill>
              <a:schemeClr val="accent1"/>
            </a:solidFill>
            <a:prstDash val="solid"/>
            <a:round/>
            <a:headEnd type="none" w="med" len="med"/>
            <a:tailEnd type="none" w="med" len="med"/>
          </a:ln>
        </p:spPr>
      </p:cxnSp>
      <p:cxnSp>
        <p:nvCxnSpPr>
          <p:cNvPr id="169" name="Google Shape;2799;p94">
            <a:extLst>
              <a:ext uri="{FF2B5EF4-FFF2-40B4-BE49-F238E27FC236}">
                <a16:creationId xmlns:a16="http://schemas.microsoft.com/office/drawing/2014/main" id="{83B50154-F03F-4297-B4A8-C77D1687B8DA}"/>
              </a:ext>
            </a:extLst>
          </p:cNvPr>
          <p:cNvCxnSpPr>
            <a:cxnSpLocks/>
          </p:cNvCxnSpPr>
          <p:nvPr userDrawn="1"/>
        </p:nvCxnSpPr>
        <p:spPr>
          <a:xfrm>
            <a:off x="4244694" y="4094630"/>
            <a:ext cx="686698" cy="0"/>
          </a:xfrm>
          <a:prstGeom prst="straightConnector1">
            <a:avLst/>
          </a:prstGeom>
          <a:noFill/>
          <a:ln w="25400" cap="flat" cmpd="sng">
            <a:solidFill>
              <a:schemeClr val="accent5"/>
            </a:solidFill>
            <a:prstDash val="solid"/>
            <a:round/>
            <a:headEnd type="none" w="med" len="med"/>
            <a:tailEnd type="none" w="med" len="med"/>
          </a:ln>
        </p:spPr>
      </p:cxnSp>
      <p:cxnSp>
        <p:nvCxnSpPr>
          <p:cNvPr id="170" name="Google Shape;2799;p94">
            <a:extLst>
              <a:ext uri="{FF2B5EF4-FFF2-40B4-BE49-F238E27FC236}">
                <a16:creationId xmlns:a16="http://schemas.microsoft.com/office/drawing/2014/main" id="{89D0D73E-B609-4208-BFA6-94ED3BC232A9}"/>
              </a:ext>
            </a:extLst>
          </p:cNvPr>
          <p:cNvCxnSpPr>
            <a:cxnSpLocks/>
          </p:cNvCxnSpPr>
          <p:nvPr userDrawn="1"/>
        </p:nvCxnSpPr>
        <p:spPr>
          <a:xfrm>
            <a:off x="7250583" y="1870413"/>
            <a:ext cx="686698" cy="0"/>
          </a:xfrm>
          <a:prstGeom prst="straightConnector1">
            <a:avLst/>
          </a:prstGeom>
          <a:noFill/>
          <a:ln w="25400" cap="flat" cmpd="sng">
            <a:solidFill>
              <a:schemeClr val="accent5">
                <a:lumMod val="20000"/>
                <a:lumOff val="80000"/>
              </a:schemeClr>
            </a:solidFill>
            <a:prstDash val="solid"/>
            <a:round/>
            <a:headEnd type="none" w="med" len="med"/>
            <a:tailEnd type="none" w="med" len="med"/>
          </a:ln>
        </p:spPr>
      </p:cxnSp>
      <p:cxnSp>
        <p:nvCxnSpPr>
          <p:cNvPr id="171" name="Google Shape;2799;p94">
            <a:extLst>
              <a:ext uri="{FF2B5EF4-FFF2-40B4-BE49-F238E27FC236}">
                <a16:creationId xmlns:a16="http://schemas.microsoft.com/office/drawing/2014/main" id="{1DD03E5E-FCF0-4EC5-BA97-518950F7A41C}"/>
              </a:ext>
            </a:extLst>
          </p:cNvPr>
          <p:cNvCxnSpPr>
            <a:cxnSpLocks/>
          </p:cNvCxnSpPr>
          <p:nvPr userDrawn="1"/>
        </p:nvCxnSpPr>
        <p:spPr>
          <a:xfrm>
            <a:off x="7250583" y="4094630"/>
            <a:ext cx="686698" cy="0"/>
          </a:xfrm>
          <a:prstGeom prst="straightConnector1">
            <a:avLst/>
          </a:prstGeom>
          <a:noFill/>
          <a:ln w="25400" cap="flat" cmpd="sng">
            <a:solidFill>
              <a:schemeClr val="accent3"/>
            </a:solidFill>
            <a:prstDash val="solid"/>
            <a:round/>
            <a:headEnd type="none" w="med" len="med"/>
            <a:tailEnd type="none" w="med" len="med"/>
          </a:ln>
        </p:spPr>
      </p:cxnSp>
      <p:sp>
        <p:nvSpPr>
          <p:cNvPr id="4" name="Заголовок 3">
            <a:extLst>
              <a:ext uri="{FF2B5EF4-FFF2-40B4-BE49-F238E27FC236}">
                <a16:creationId xmlns:a16="http://schemas.microsoft.com/office/drawing/2014/main" id="{A19765B8-4F24-5E1F-432E-F592BFAF73CE}"/>
              </a:ext>
            </a:extLst>
          </p:cNvPr>
          <p:cNvSpPr>
            <a:spLocks noGrp="1"/>
          </p:cNvSpPr>
          <p:nvPr>
            <p:ph type="title"/>
          </p:nvPr>
        </p:nvSpPr>
        <p:spPr/>
        <p:txBody>
          <a:bodyPr/>
          <a:lstStyle/>
          <a:p>
            <a:r>
              <a:rPr lang="ru-RU"/>
              <a:t>Образец заголовка</a:t>
            </a:r>
          </a:p>
        </p:txBody>
      </p:sp>
      <p:sp>
        <p:nvSpPr>
          <p:cNvPr id="9" name="Дата 8">
            <a:extLst>
              <a:ext uri="{FF2B5EF4-FFF2-40B4-BE49-F238E27FC236}">
                <a16:creationId xmlns:a16="http://schemas.microsoft.com/office/drawing/2014/main" id="{E19B813A-8796-C89A-4669-BFA5CA98F24A}"/>
              </a:ext>
            </a:extLst>
          </p:cNvPr>
          <p:cNvSpPr>
            <a:spLocks noGrp="1"/>
          </p:cNvSpPr>
          <p:nvPr>
            <p:ph type="dt" sz="half" idx="28"/>
          </p:nvPr>
        </p:nvSpPr>
        <p:spPr/>
        <p:txBody>
          <a:bodyPr/>
          <a:lstStyle/>
          <a:p>
            <a:fld id="{9D490EE5-ED7D-46E8-8345-A78A0CB0F4A4}" type="datetime1">
              <a:rPr lang="ru-RU" smtClean="0"/>
              <a:t>23.10.2026</a:t>
            </a:fld>
            <a:endParaRPr lang="ru-RU"/>
          </a:p>
        </p:txBody>
      </p:sp>
      <p:sp>
        <p:nvSpPr>
          <p:cNvPr id="10" name="Нижний колонтитул 9">
            <a:extLst>
              <a:ext uri="{FF2B5EF4-FFF2-40B4-BE49-F238E27FC236}">
                <a16:creationId xmlns:a16="http://schemas.microsoft.com/office/drawing/2014/main" id="{2648A9B9-3888-6E59-EA1C-76276C4EE93D}"/>
              </a:ext>
            </a:extLst>
          </p:cNvPr>
          <p:cNvSpPr>
            <a:spLocks noGrp="1"/>
          </p:cNvSpPr>
          <p:nvPr>
            <p:ph type="ftr" sz="quarter" idx="29"/>
          </p:nvPr>
        </p:nvSpPr>
        <p:spPr/>
        <p:txBody>
          <a:bodyPr/>
          <a:lstStyle/>
          <a:p>
            <a:endParaRPr lang="ru-RU"/>
          </a:p>
        </p:txBody>
      </p:sp>
      <p:sp>
        <p:nvSpPr>
          <p:cNvPr id="11" name="Номер слайда 10">
            <a:extLst>
              <a:ext uri="{FF2B5EF4-FFF2-40B4-BE49-F238E27FC236}">
                <a16:creationId xmlns:a16="http://schemas.microsoft.com/office/drawing/2014/main" id="{0E2B1EF5-F5AA-C72A-5C4D-8EE372388A4E}"/>
              </a:ext>
            </a:extLst>
          </p:cNvPr>
          <p:cNvSpPr>
            <a:spLocks noGrp="1"/>
          </p:cNvSpPr>
          <p:nvPr>
            <p:ph type="sldNum" sz="quarter" idx="30"/>
          </p:nvPr>
        </p:nvSpPr>
        <p:spPr/>
        <p:txBody>
          <a:bodyPr/>
          <a:lstStyle/>
          <a:p>
            <a:fld id="{52DCC5B9-D646-4B76-891F-6FF4E74E9CB4}" type="slidenum">
              <a:rPr lang="ru-RU" smtClean="0"/>
              <a:pPr/>
              <a:t>‹#›</a:t>
            </a:fld>
            <a:endParaRPr lang="ru-RU" dirty="0"/>
          </a:p>
        </p:txBody>
      </p:sp>
    </p:spTree>
    <p:extLst>
      <p:ext uri="{BB962C8B-B14F-4D97-AF65-F5344CB8AC3E}">
        <p14:creationId xmlns:p14="http://schemas.microsoft.com/office/powerpoint/2010/main" val="32464197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Демо_1">
    <p:spTree>
      <p:nvGrpSpPr>
        <p:cNvPr id="1" name=""/>
        <p:cNvGrpSpPr/>
        <p:nvPr/>
      </p:nvGrpSpPr>
      <p:grpSpPr>
        <a:xfrm>
          <a:off x="0" y="0"/>
          <a:ext cx="0" cy="0"/>
          <a:chOff x="0" y="0"/>
          <a:chExt cx="0" cy="0"/>
        </a:xfrm>
      </p:grpSpPr>
      <p:sp>
        <p:nvSpPr>
          <p:cNvPr id="125" name="Picture Placeholder 1">
            <a:extLst>
              <a:ext uri="{FF2B5EF4-FFF2-40B4-BE49-F238E27FC236}">
                <a16:creationId xmlns:a16="http://schemas.microsoft.com/office/drawing/2014/main" id="{2E6A2544-8689-48EB-9658-2D1DE4E48784}"/>
              </a:ext>
            </a:extLst>
          </p:cNvPr>
          <p:cNvSpPr>
            <a:spLocks noGrp="1"/>
          </p:cNvSpPr>
          <p:nvPr>
            <p:ph type="pic" sz="quarter" idx="14"/>
          </p:nvPr>
        </p:nvSpPr>
        <p:spPr>
          <a:xfrm>
            <a:off x="1001460" y="1038224"/>
            <a:ext cx="1726214" cy="3657600"/>
          </a:xfrm>
          <a:prstGeom prst="roundRect">
            <a:avLst>
              <a:gd name="adj" fmla="val 12528"/>
            </a:avLst>
          </a:prstGeom>
          <a:noFill/>
        </p:spPr>
      </p:sp>
      <p:sp>
        <p:nvSpPr>
          <p:cNvPr id="75" name="Picture Placeholder 1">
            <a:extLst>
              <a:ext uri="{FF2B5EF4-FFF2-40B4-BE49-F238E27FC236}">
                <a16:creationId xmlns:a16="http://schemas.microsoft.com/office/drawing/2014/main" id="{5F8A3887-CB84-43EA-BFC4-CD93F421C5F2}"/>
              </a:ext>
            </a:extLst>
          </p:cNvPr>
          <p:cNvSpPr>
            <a:spLocks noGrp="1"/>
          </p:cNvSpPr>
          <p:nvPr>
            <p:ph type="pic" sz="quarter" idx="15"/>
          </p:nvPr>
        </p:nvSpPr>
        <p:spPr>
          <a:xfrm>
            <a:off x="3831097" y="1038224"/>
            <a:ext cx="1726214" cy="3657600"/>
          </a:xfrm>
          <a:prstGeom prst="roundRect">
            <a:avLst>
              <a:gd name="adj" fmla="val 12528"/>
            </a:avLst>
          </a:prstGeom>
          <a:noFill/>
        </p:spPr>
      </p:sp>
      <p:sp>
        <p:nvSpPr>
          <p:cNvPr id="102" name="Picture Placeholder 1">
            <a:extLst>
              <a:ext uri="{FF2B5EF4-FFF2-40B4-BE49-F238E27FC236}">
                <a16:creationId xmlns:a16="http://schemas.microsoft.com/office/drawing/2014/main" id="{E009EEBC-6069-4389-9953-A05FCC07FDF9}"/>
              </a:ext>
            </a:extLst>
          </p:cNvPr>
          <p:cNvSpPr>
            <a:spLocks noGrp="1"/>
          </p:cNvSpPr>
          <p:nvPr>
            <p:ph type="pic" sz="quarter" idx="16"/>
          </p:nvPr>
        </p:nvSpPr>
        <p:spPr>
          <a:xfrm>
            <a:off x="6660734" y="1038224"/>
            <a:ext cx="1726214" cy="3657600"/>
          </a:xfrm>
          <a:prstGeom prst="roundRect">
            <a:avLst>
              <a:gd name="adj" fmla="val 12528"/>
            </a:avLst>
          </a:prstGeom>
          <a:noFill/>
        </p:spPr>
      </p:sp>
      <p:sp>
        <p:nvSpPr>
          <p:cNvPr id="171" name="Picture Placeholder 1">
            <a:extLst>
              <a:ext uri="{FF2B5EF4-FFF2-40B4-BE49-F238E27FC236}">
                <a16:creationId xmlns:a16="http://schemas.microsoft.com/office/drawing/2014/main" id="{16E9D3D5-A966-4770-89F5-48C9F92735FE}"/>
              </a:ext>
            </a:extLst>
          </p:cNvPr>
          <p:cNvSpPr>
            <a:spLocks noGrp="1"/>
          </p:cNvSpPr>
          <p:nvPr>
            <p:ph type="pic" sz="quarter" idx="17"/>
          </p:nvPr>
        </p:nvSpPr>
        <p:spPr>
          <a:xfrm>
            <a:off x="9490368" y="1038224"/>
            <a:ext cx="1726214" cy="3657600"/>
          </a:xfrm>
          <a:prstGeom prst="roundRect">
            <a:avLst>
              <a:gd name="adj" fmla="val 12528"/>
            </a:avLst>
          </a:prstGeom>
          <a:noFill/>
        </p:spPr>
      </p:sp>
      <p:sp>
        <p:nvSpPr>
          <p:cNvPr id="5" name="Дата 3">
            <a:extLst>
              <a:ext uri="{FF2B5EF4-FFF2-40B4-BE49-F238E27FC236}">
                <a16:creationId xmlns:a16="http://schemas.microsoft.com/office/drawing/2014/main" id="{916B7A0B-21BC-45FE-AFF7-52F34B6D0F83}"/>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DC8C16AD-D907-4463-BE30-FCBB33ACAE3F}" type="datetime1">
              <a:rPr lang="ru-RU" smtClean="0"/>
              <a:t>23.10.2026</a:t>
            </a:fld>
            <a:endParaRPr lang="ru-RU"/>
          </a:p>
        </p:txBody>
      </p:sp>
      <p:sp>
        <p:nvSpPr>
          <p:cNvPr id="6" name="Нижний колонтитул 4">
            <a:extLst>
              <a:ext uri="{FF2B5EF4-FFF2-40B4-BE49-F238E27FC236}">
                <a16:creationId xmlns:a16="http://schemas.microsoft.com/office/drawing/2014/main" id="{6D393D3D-D368-4E15-8F2F-7A07229A98A8}"/>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7" name="Номер слайда 5">
            <a:extLst>
              <a:ext uri="{FF2B5EF4-FFF2-40B4-BE49-F238E27FC236}">
                <a16:creationId xmlns:a16="http://schemas.microsoft.com/office/drawing/2014/main" id="{0F5F999C-FF8F-49FD-8575-A50C0300C4F5}"/>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
        <p:nvSpPr>
          <p:cNvPr id="197" name="Текст 7">
            <a:extLst>
              <a:ext uri="{FF2B5EF4-FFF2-40B4-BE49-F238E27FC236}">
                <a16:creationId xmlns:a16="http://schemas.microsoft.com/office/drawing/2014/main" id="{B3D45624-8EA3-4B52-B030-A364BB470CC4}"/>
              </a:ext>
            </a:extLst>
          </p:cNvPr>
          <p:cNvSpPr>
            <a:spLocks noGrp="1"/>
          </p:cNvSpPr>
          <p:nvPr>
            <p:ph type="body" sz="quarter" idx="18"/>
          </p:nvPr>
        </p:nvSpPr>
        <p:spPr>
          <a:xfrm>
            <a:off x="346076" y="4929435"/>
            <a:ext cx="2739248" cy="127134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98" name="Текст 7">
            <a:extLst>
              <a:ext uri="{FF2B5EF4-FFF2-40B4-BE49-F238E27FC236}">
                <a16:creationId xmlns:a16="http://schemas.microsoft.com/office/drawing/2014/main" id="{CA86BD45-703D-484A-9D4A-1FEA90A4808F}"/>
              </a:ext>
            </a:extLst>
          </p:cNvPr>
          <p:cNvSpPr>
            <a:spLocks noGrp="1"/>
          </p:cNvSpPr>
          <p:nvPr>
            <p:ph type="body" sz="quarter" idx="19"/>
          </p:nvPr>
        </p:nvSpPr>
        <p:spPr>
          <a:xfrm>
            <a:off x="3269562" y="4929435"/>
            <a:ext cx="2739248" cy="127134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99" name="Текст 7">
            <a:extLst>
              <a:ext uri="{FF2B5EF4-FFF2-40B4-BE49-F238E27FC236}">
                <a16:creationId xmlns:a16="http://schemas.microsoft.com/office/drawing/2014/main" id="{0FE3D94F-B533-4C0D-9E9B-72F06706305C}"/>
              </a:ext>
            </a:extLst>
          </p:cNvPr>
          <p:cNvSpPr>
            <a:spLocks noGrp="1"/>
          </p:cNvSpPr>
          <p:nvPr>
            <p:ph type="body" sz="quarter" idx="20"/>
          </p:nvPr>
        </p:nvSpPr>
        <p:spPr>
          <a:xfrm>
            <a:off x="6193048" y="4929435"/>
            <a:ext cx="2739248" cy="127134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200" name="Текст 7">
            <a:extLst>
              <a:ext uri="{FF2B5EF4-FFF2-40B4-BE49-F238E27FC236}">
                <a16:creationId xmlns:a16="http://schemas.microsoft.com/office/drawing/2014/main" id="{0C4A1F6E-BDC1-410D-A748-7E90C2221ED1}"/>
              </a:ext>
            </a:extLst>
          </p:cNvPr>
          <p:cNvSpPr>
            <a:spLocks noGrp="1"/>
          </p:cNvSpPr>
          <p:nvPr>
            <p:ph type="body" sz="quarter" idx="21"/>
          </p:nvPr>
        </p:nvSpPr>
        <p:spPr>
          <a:xfrm>
            <a:off x="9116535" y="4929435"/>
            <a:ext cx="2739248" cy="127134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2" name="Заголовок 1">
            <a:extLst>
              <a:ext uri="{FF2B5EF4-FFF2-40B4-BE49-F238E27FC236}">
                <a16:creationId xmlns:a16="http://schemas.microsoft.com/office/drawing/2014/main" id="{D008DEFE-D4AF-4461-AEAA-AABBFA14735A}"/>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32186458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Пустой">
    <p:spTree>
      <p:nvGrpSpPr>
        <p:cNvPr id="1" name=""/>
        <p:cNvGrpSpPr/>
        <p:nvPr/>
      </p:nvGrpSpPr>
      <p:grpSpPr>
        <a:xfrm>
          <a:off x="0" y="0"/>
          <a:ext cx="0" cy="0"/>
          <a:chOff x="0" y="0"/>
          <a:chExt cx="0" cy="0"/>
        </a:xfrm>
      </p:grpSpPr>
    </p:spTree>
    <p:extLst>
      <p:ext uri="{BB962C8B-B14F-4D97-AF65-F5344CB8AC3E}">
        <p14:creationId xmlns:p14="http://schemas.microsoft.com/office/powerpoint/2010/main" val="30176950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 Id="rId2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5">
            <a:lum/>
          </a:blip>
          <a:srcRect/>
          <a:stretch>
            <a:fillRect/>
          </a:stretch>
        </a:blipFill>
        <a:effectLst/>
      </p:bgPr>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2BCE23A-38F1-44E4-8D99-E9CD24A3AF81}"/>
              </a:ext>
            </a:extLst>
          </p:cNvPr>
          <p:cNvSpPr>
            <a:spLocks noGrp="1"/>
          </p:cNvSpPr>
          <p:nvPr>
            <p:ph type="title"/>
          </p:nvPr>
        </p:nvSpPr>
        <p:spPr>
          <a:xfrm>
            <a:off x="346075" y="421226"/>
            <a:ext cx="9862734" cy="376138"/>
          </a:xfrm>
          <a:prstGeom prst="rect">
            <a:avLst/>
          </a:prstGeom>
        </p:spPr>
        <p:txBody>
          <a:bodyPr vert="horz" lIns="91440" tIns="45720" rIns="91440" bIns="45720" rtlCol="0" anchor="b" anchorCtr="0">
            <a:noAutofit/>
          </a:bodyPr>
          <a:lstStyle/>
          <a:p>
            <a:r>
              <a:rPr lang="ru-RU" dirty="0"/>
              <a:t>ОБРАЗЕЦ ЗАГОЛОВКА</a:t>
            </a:r>
          </a:p>
        </p:txBody>
      </p:sp>
      <p:sp>
        <p:nvSpPr>
          <p:cNvPr id="3" name="Текст 2">
            <a:extLst>
              <a:ext uri="{FF2B5EF4-FFF2-40B4-BE49-F238E27FC236}">
                <a16:creationId xmlns:a16="http://schemas.microsoft.com/office/drawing/2014/main" id="{36EAD268-7E0C-4473-BF2C-A75921B98BC7}"/>
              </a:ext>
            </a:extLst>
          </p:cNvPr>
          <p:cNvSpPr>
            <a:spLocks noGrp="1"/>
          </p:cNvSpPr>
          <p:nvPr>
            <p:ph type="body" idx="1"/>
          </p:nvPr>
        </p:nvSpPr>
        <p:spPr>
          <a:xfrm>
            <a:off x="315392" y="1016177"/>
            <a:ext cx="11561229" cy="5160793"/>
          </a:xfrm>
          <a:prstGeom prst="rect">
            <a:avLst/>
          </a:prstGeom>
        </p:spPr>
        <p:txBody>
          <a:bodyPr vert="horz" lIns="91440" tIns="45720" rIns="91440" bIns="45720" rtlCol="0">
            <a:normAutofit/>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4" name="Дата 3">
            <a:extLst>
              <a:ext uri="{FF2B5EF4-FFF2-40B4-BE49-F238E27FC236}">
                <a16:creationId xmlns:a16="http://schemas.microsoft.com/office/drawing/2014/main" id="{D905FB47-C828-44E8-81A6-7D70F28691C7}"/>
              </a:ext>
            </a:extLst>
          </p:cNvPr>
          <p:cNvSpPr>
            <a:spLocks noGrp="1"/>
          </p:cNvSpPr>
          <p:nvPr>
            <p:ph type="dt" sz="half" idx="2"/>
          </p:nvPr>
        </p:nvSpPr>
        <p:spPr>
          <a:xfrm>
            <a:off x="306390" y="6356362"/>
            <a:ext cx="1047663" cy="365125"/>
          </a:xfrm>
          <a:prstGeom prst="rect">
            <a:avLst/>
          </a:prstGeom>
        </p:spPr>
        <p:txBody>
          <a:bodyPr vert="horz" lIns="91440" tIns="45720" rIns="91440" bIns="45720" rtlCol="0" anchor="ctr"/>
          <a:lstStyle>
            <a:lvl1pPr algn="l">
              <a:defRPr sz="760">
                <a:solidFill>
                  <a:schemeClr val="bg1">
                    <a:lumMod val="95000"/>
                  </a:schemeClr>
                </a:solidFill>
              </a:defRPr>
            </a:lvl1pPr>
          </a:lstStyle>
          <a:p>
            <a:fld id="{9D490EE5-ED7D-46E8-8345-A78A0CB0F4A4}" type="datetime1">
              <a:rPr lang="ru-RU" smtClean="0"/>
              <a:t>23.10.2026</a:t>
            </a:fld>
            <a:endParaRPr lang="ru-RU"/>
          </a:p>
        </p:txBody>
      </p:sp>
      <p:sp>
        <p:nvSpPr>
          <p:cNvPr id="5" name="Нижний колонтитул 4">
            <a:extLst>
              <a:ext uri="{FF2B5EF4-FFF2-40B4-BE49-F238E27FC236}">
                <a16:creationId xmlns:a16="http://schemas.microsoft.com/office/drawing/2014/main" id="{738C8EAA-BD95-4729-8C84-AB6D45F44AA3}"/>
              </a:ext>
            </a:extLst>
          </p:cNvPr>
          <p:cNvSpPr>
            <a:spLocks noGrp="1"/>
          </p:cNvSpPr>
          <p:nvPr>
            <p:ph type="ftr" sz="quarter" idx="3"/>
          </p:nvPr>
        </p:nvSpPr>
        <p:spPr>
          <a:xfrm>
            <a:off x="1459571" y="6356362"/>
            <a:ext cx="9574782" cy="365125"/>
          </a:xfrm>
          <a:prstGeom prst="rect">
            <a:avLst/>
          </a:prstGeom>
        </p:spPr>
        <p:txBody>
          <a:bodyPr vert="horz" lIns="91440" tIns="45720" rIns="91440" bIns="45720" rtlCol="0" anchor="ctr"/>
          <a:lstStyle>
            <a:lvl1pPr algn="ctr">
              <a:defRPr sz="760">
                <a:solidFill>
                  <a:schemeClr val="bg1">
                    <a:lumMod val="95000"/>
                  </a:schemeClr>
                </a:solidFill>
              </a:defRPr>
            </a:lvl1pPr>
          </a:lstStyle>
          <a:p>
            <a:endParaRPr lang="ru-RU"/>
          </a:p>
        </p:txBody>
      </p:sp>
      <p:sp>
        <p:nvSpPr>
          <p:cNvPr id="15" name="Номер слайда 5">
            <a:extLst>
              <a:ext uri="{FF2B5EF4-FFF2-40B4-BE49-F238E27FC236}">
                <a16:creationId xmlns:a16="http://schemas.microsoft.com/office/drawing/2014/main" id="{797EBB71-A16C-4900-8120-78386F05C8E8}"/>
              </a:ext>
            </a:extLst>
          </p:cNvPr>
          <p:cNvSpPr>
            <a:spLocks noGrp="1"/>
          </p:cNvSpPr>
          <p:nvPr>
            <p:ph type="sldNum" sz="quarter" idx="4"/>
          </p:nvPr>
        </p:nvSpPr>
        <p:spPr>
          <a:xfrm>
            <a:off x="11413507" y="6356358"/>
            <a:ext cx="559119" cy="365125"/>
          </a:xfrm>
          <a:prstGeom prst="rect">
            <a:avLst/>
          </a:prstGeom>
        </p:spPr>
        <p:txBody>
          <a:bodyPr vert="horz" lIns="91440" tIns="45720" rIns="91440" bIns="45720" rtlCol="0" anchor="ctr"/>
          <a:lstStyle>
            <a:lvl1pPr algn="ctr">
              <a:defRPr sz="1200">
                <a:solidFill>
                  <a:schemeClr val="bg1">
                    <a:lumMod val="95000"/>
                  </a:schemeClr>
                </a:solidFill>
              </a:defRPr>
            </a:lvl1pPr>
          </a:lstStyle>
          <a:p>
            <a:fld id="{52DCC5B9-D646-4B76-891F-6FF4E74E9CB4}" type="slidenum">
              <a:rPr lang="ru-RU" smtClean="0"/>
              <a:pPr/>
              <a:t>‹#›</a:t>
            </a:fld>
            <a:endParaRPr lang="ru-RU" dirty="0"/>
          </a:p>
        </p:txBody>
      </p:sp>
    </p:spTree>
    <p:extLst>
      <p:ext uri="{BB962C8B-B14F-4D97-AF65-F5344CB8AC3E}">
        <p14:creationId xmlns:p14="http://schemas.microsoft.com/office/powerpoint/2010/main" val="142615276"/>
      </p:ext>
    </p:extLst>
  </p:cSld>
  <p:clrMap bg1="lt1" tx1="dk1" bg2="lt2" tx2="dk2" accent1="accent1" accent2="accent2" accent3="accent3" accent4="accent4" accent5="accent5" accent6="accent6" hlink="hlink" folHlink="folHlink"/>
  <p:sldLayoutIdLst>
    <p:sldLayoutId id="2147483661" r:id="rId1"/>
    <p:sldLayoutId id="2147483704" r:id="rId2"/>
    <p:sldLayoutId id="2147483694" r:id="rId3"/>
    <p:sldLayoutId id="2147483688" r:id="rId4"/>
    <p:sldLayoutId id="2147483662" r:id="rId5"/>
    <p:sldLayoutId id="2147483663" r:id="rId6"/>
    <p:sldLayoutId id="2147483664" r:id="rId7"/>
    <p:sldLayoutId id="2147483666" r:id="rId8"/>
    <p:sldLayoutId id="2147483667" r:id="rId9"/>
    <p:sldLayoutId id="2147483668" r:id="rId10"/>
    <p:sldLayoutId id="2147483689" r:id="rId11"/>
    <p:sldLayoutId id="2147483690" r:id="rId12"/>
    <p:sldLayoutId id="2147483702" r:id="rId13"/>
    <p:sldLayoutId id="2147483691" r:id="rId14"/>
    <p:sldLayoutId id="2147483692" r:id="rId15"/>
    <p:sldLayoutId id="2147483693" r:id="rId16"/>
    <p:sldLayoutId id="2147483696" r:id="rId17"/>
    <p:sldLayoutId id="2147483697" r:id="rId18"/>
    <p:sldLayoutId id="2147483698" r:id="rId19"/>
    <p:sldLayoutId id="2147483699" r:id="rId20"/>
    <p:sldLayoutId id="2147483700" r:id="rId21"/>
    <p:sldLayoutId id="2147483701" r:id="rId22"/>
    <p:sldLayoutId id="2147483703" r:id="rId23"/>
  </p:sldLayoutIdLst>
  <p:hf hdr="0" ftr="0" dt="0"/>
  <p:txStyles>
    <p:titleStyle>
      <a:lvl1pPr algn="l" defTabSz="578755" rtl="0" eaLnBrk="1" latinLnBrk="0" hangingPunct="1">
        <a:lnSpc>
          <a:spcPct val="90000"/>
        </a:lnSpc>
        <a:spcBef>
          <a:spcPct val="0"/>
        </a:spcBef>
        <a:buNone/>
        <a:defRPr sz="1997" b="1" kern="1200">
          <a:solidFill>
            <a:schemeClr val="bg1">
              <a:lumMod val="95000"/>
            </a:schemeClr>
          </a:solidFill>
          <a:latin typeface="+mj-lt"/>
          <a:ea typeface="+mj-ea"/>
          <a:cs typeface="Amatic SC" panose="00000500000000000000" pitchFamily="2" charset="-79"/>
        </a:defRPr>
      </a:lvl1pPr>
    </p:titleStyle>
    <p:bodyStyle>
      <a:lvl1pPr marL="144688" indent="-144688" algn="l" defTabSz="578755" rtl="0" eaLnBrk="1" latinLnBrk="0" hangingPunct="1">
        <a:lnSpc>
          <a:spcPct val="90000"/>
        </a:lnSpc>
        <a:spcBef>
          <a:spcPts val="631"/>
        </a:spcBef>
        <a:buFont typeface="Arial" panose="020B0604020202020204" pitchFamily="34" charset="0"/>
        <a:buChar char="•"/>
        <a:defRPr sz="1452"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p:bodyStyle>
    <p:otherStyle>
      <a:defPPr>
        <a:defRPr lang="ru-RU"/>
      </a:defPPr>
      <a:lvl1pPr marL="0" algn="l" defTabSz="578755" rtl="0" eaLnBrk="1" latinLnBrk="0" hangingPunct="1">
        <a:defRPr sz="1141" kern="1200">
          <a:solidFill>
            <a:schemeClr val="tx1"/>
          </a:solidFill>
          <a:latin typeface="+mn-lt"/>
          <a:ea typeface="+mn-ea"/>
          <a:cs typeface="+mn-cs"/>
        </a:defRPr>
      </a:lvl1pPr>
      <a:lvl2pPr marL="289378" algn="l" defTabSz="578755" rtl="0" eaLnBrk="1" latinLnBrk="0" hangingPunct="1">
        <a:defRPr sz="1141" kern="1200">
          <a:solidFill>
            <a:schemeClr val="tx1"/>
          </a:solidFill>
          <a:latin typeface="+mn-lt"/>
          <a:ea typeface="+mn-ea"/>
          <a:cs typeface="+mn-cs"/>
        </a:defRPr>
      </a:lvl2pPr>
      <a:lvl3pPr marL="578755" algn="l" defTabSz="578755" rtl="0" eaLnBrk="1" latinLnBrk="0" hangingPunct="1">
        <a:defRPr sz="1141" kern="1200">
          <a:solidFill>
            <a:schemeClr val="tx1"/>
          </a:solidFill>
          <a:latin typeface="+mn-lt"/>
          <a:ea typeface="+mn-ea"/>
          <a:cs typeface="+mn-cs"/>
        </a:defRPr>
      </a:lvl3pPr>
      <a:lvl4pPr marL="868132" algn="l" defTabSz="578755" rtl="0" eaLnBrk="1" latinLnBrk="0" hangingPunct="1">
        <a:defRPr sz="1141" kern="1200">
          <a:solidFill>
            <a:schemeClr val="tx1"/>
          </a:solidFill>
          <a:latin typeface="+mn-lt"/>
          <a:ea typeface="+mn-ea"/>
          <a:cs typeface="+mn-cs"/>
        </a:defRPr>
      </a:lvl4pPr>
      <a:lvl5pPr marL="1157510" algn="l" defTabSz="578755" rtl="0" eaLnBrk="1" latinLnBrk="0" hangingPunct="1">
        <a:defRPr sz="1141" kern="1200">
          <a:solidFill>
            <a:schemeClr val="tx1"/>
          </a:solidFill>
          <a:latin typeface="+mn-lt"/>
          <a:ea typeface="+mn-ea"/>
          <a:cs typeface="+mn-cs"/>
        </a:defRPr>
      </a:lvl5pPr>
      <a:lvl6pPr marL="1446887" algn="l" defTabSz="578755" rtl="0" eaLnBrk="1" latinLnBrk="0" hangingPunct="1">
        <a:defRPr sz="1141" kern="1200">
          <a:solidFill>
            <a:schemeClr val="tx1"/>
          </a:solidFill>
          <a:latin typeface="+mn-lt"/>
          <a:ea typeface="+mn-ea"/>
          <a:cs typeface="+mn-cs"/>
        </a:defRPr>
      </a:lvl6pPr>
      <a:lvl7pPr marL="1736266" algn="l" defTabSz="578755" rtl="0" eaLnBrk="1" latinLnBrk="0" hangingPunct="1">
        <a:defRPr sz="1141" kern="1200">
          <a:solidFill>
            <a:schemeClr val="tx1"/>
          </a:solidFill>
          <a:latin typeface="+mn-lt"/>
          <a:ea typeface="+mn-ea"/>
          <a:cs typeface="+mn-cs"/>
        </a:defRPr>
      </a:lvl7pPr>
      <a:lvl8pPr marL="2025644" algn="l" defTabSz="578755" rtl="0" eaLnBrk="1" latinLnBrk="0" hangingPunct="1">
        <a:defRPr sz="1141" kern="1200">
          <a:solidFill>
            <a:schemeClr val="tx1"/>
          </a:solidFill>
          <a:latin typeface="+mn-lt"/>
          <a:ea typeface="+mn-ea"/>
          <a:cs typeface="+mn-cs"/>
        </a:defRPr>
      </a:lvl8pPr>
      <a:lvl9pPr marL="2315021" algn="l" defTabSz="578755" rtl="0" eaLnBrk="1" latinLnBrk="0" hangingPunct="1">
        <a:defRPr sz="1141" kern="1200">
          <a:solidFill>
            <a:schemeClr val="tx1"/>
          </a:solidFill>
          <a:latin typeface="+mn-lt"/>
          <a:ea typeface="+mn-ea"/>
          <a:cs typeface="+mn-cs"/>
        </a:defRPr>
      </a:lvl9pPr>
    </p:otherStyle>
  </p:txStyles>
  <p:extLst>
    <p:ext uri="{27BBF7A9-308A-43DC-89C8-2F10F3537804}">
      <p15:sldGuideLst xmlns:p15="http://schemas.microsoft.com/office/powerpoint/2012/main">
        <p15:guide id="19" orient="horz" pos="4156">
          <p15:clr>
            <a:srgbClr val="F26B43"/>
          </p15:clr>
        </p15:guide>
        <p15:guide id="20" orient="horz" pos="482">
          <p15:clr>
            <a:srgbClr val="F26B43"/>
          </p15:clr>
        </p15:guide>
        <p15:guide id="21" pos="218">
          <p15:clr>
            <a:srgbClr val="F26B43"/>
          </p15:clr>
        </p15:guide>
        <p15:guide id="22" pos="7469">
          <p15:clr>
            <a:srgbClr val="F26B43"/>
          </p15:clr>
        </p15:guide>
        <p15:guide id="23" orient="horz" pos="249">
          <p15:clr>
            <a:srgbClr val="F26B43"/>
          </p15:clr>
        </p15:guide>
        <p15:guide id="24" orient="horz" pos="4042">
          <p15:clr>
            <a:srgbClr val="F26B43"/>
          </p15:clr>
        </p15:guide>
        <p15:guide id="25" orient="horz" pos="3906">
          <p15:clr>
            <a:srgbClr val="F26B43"/>
          </p15:clr>
        </p15:guide>
        <p15:guide id="26" orient="horz" pos="640">
          <p15:clr>
            <a:srgbClr val="F26B43"/>
          </p15:clr>
        </p15:guide>
        <p15:guide id="27"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chart" Target="../charts/chart1.xml"/><Relationship Id="rId5"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Скругленный прямоугольник 1">
            <a:extLst>
              <a:ext uri="{FF2B5EF4-FFF2-40B4-BE49-F238E27FC236}">
                <a16:creationId xmlns:a16="http://schemas.microsoft.com/office/drawing/2014/main" id="{42AA0FBE-CF0A-64AF-80E8-EF1996F56DB8}"/>
              </a:ext>
            </a:extLst>
          </p:cNvPr>
          <p:cNvSpPr/>
          <p:nvPr/>
        </p:nvSpPr>
        <p:spPr>
          <a:xfrm>
            <a:off x="-296709" y="-313993"/>
            <a:ext cx="6125156" cy="2285622"/>
          </a:xfrm>
          <a:prstGeom prst="roundRect">
            <a:avLst>
              <a:gd name="adj" fmla="val 9821"/>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t"/>
          <a:lstStyle/>
          <a:p>
            <a:pPr algn="ctr"/>
            <a:endParaRPr lang="ru-RU" b="1" dirty="0">
              <a:solidFill>
                <a:schemeClr val="accent2"/>
              </a:solidFill>
            </a:endParaRPr>
          </a:p>
        </p:txBody>
      </p:sp>
      <p:pic>
        <p:nvPicPr>
          <p:cNvPr id="6" name="Picture 5" descr="moscow_medicine_white.png"/>
          <p:cNvPicPr>
            <a:picLocks noChangeAspect="1"/>
          </p:cNvPicPr>
          <p:nvPr/>
        </p:nvPicPr>
        <p:blipFill>
          <a:blip r:embed="rId3"/>
          <a:stretch>
            <a:fillRect/>
          </a:stretch>
        </p:blipFill>
        <p:spPr>
          <a:xfrm>
            <a:off x="502920" y="566928"/>
            <a:ext cx="2468880" cy="822960"/>
          </a:xfrm>
          <a:prstGeom prst="rect">
            <a:avLst/>
          </a:prstGeom>
        </p:spPr>
      </p:pic>
      <p:sp>
        <p:nvSpPr>
          <p:cNvPr id="7" name="TextBox 6"/>
          <p:cNvSpPr txBox="1"/>
          <p:nvPr/>
        </p:nvSpPr>
        <p:spPr>
          <a:xfrm>
            <a:off x="502920" y="1481328"/>
            <a:ext cx="4937760" cy="274320"/>
          </a:xfrm>
          <a:prstGeom prst="rect">
            <a:avLst/>
          </a:prstGeom>
          <a:noFill/>
        </p:spPr>
        <p:txBody>
          <a:bodyPr wrap="square" lIns="0" tIns="0" rIns="0" bIns="0" anchor="t"/>
          <a:lstStyle/>
          <a:p>
            <a:pPr algn="l">
              <a:lnSpc>
                <a:spcPct val="110000"/>
              </a:lnSpc>
              <a:spcAft>
                <a:spcPts val="0"/>
              </a:spcAft>
            </a:pPr>
            <a:r>
              <a:rPr sz="1100" b="0" i="0">
                <a:solidFill>
                  <a:srgbClr val="FFFFFF"/>
                </a:solidFill>
                <a:latin typeface="Montserrat"/>
                <a:ea typeface="Montserrat"/>
                <a:cs typeface="Montserrat"/>
              </a:rPr>
              <a:t>постановщик задачи — Департамент здравоохранения Москвы</a:t>
            </a:r>
          </a:p>
        </p:txBody>
      </p:sp>
      <p:sp>
        <p:nvSpPr>
          <p:cNvPr id="8" name="TextBox 7"/>
          <p:cNvSpPr txBox="1"/>
          <p:nvPr/>
        </p:nvSpPr>
        <p:spPr>
          <a:xfrm>
            <a:off x="502920" y="3794760"/>
            <a:ext cx="9144000" cy="731520"/>
          </a:xfrm>
          <a:prstGeom prst="rect">
            <a:avLst/>
          </a:prstGeom>
          <a:noFill/>
        </p:spPr>
        <p:txBody>
          <a:bodyPr wrap="square" lIns="0" tIns="0" rIns="0" bIns="0" anchor="t"/>
          <a:lstStyle/>
          <a:p>
            <a:pPr algn="l">
              <a:lnSpc>
                <a:spcPct val="110000"/>
              </a:lnSpc>
              <a:spcAft>
                <a:spcPts val="0"/>
              </a:spcAft>
            </a:pPr>
            <a:r>
              <a:rPr sz="4200" b="1" i="0">
                <a:solidFill>
                  <a:srgbClr val="FFFFFF"/>
                </a:solidFill>
                <a:latin typeface="Montserrat"/>
                <a:ea typeface="Montserrat"/>
                <a:cs typeface="Montserrat"/>
              </a:rPr>
              <a:t>Контроль качества DXA</a:t>
            </a:r>
          </a:p>
        </p:txBody>
      </p:sp>
      <p:sp>
        <p:nvSpPr>
          <p:cNvPr id="9" name="TextBox 8"/>
          <p:cNvSpPr txBox="1"/>
          <p:nvPr/>
        </p:nvSpPr>
        <p:spPr>
          <a:xfrm>
            <a:off x="502920" y="4526280"/>
            <a:ext cx="6400800" cy="731520"/>
          </a:xfrm>
          <a:prstGeom prst="rect">
            <a:avLst/>
          </a:prstGeom>
          <a:noFill/>
        </p:spPr>
        <p:txBody>
          <a:bodyPr wrap="square" lIns="0" tIns="0" rIns="0" bIns="0" anchor="t"/>
          <a:lstStyle/>
          <a:p>
            <a:pPr algn="l">
              <a:lnSpc>
                <a:spcPct val="110000"/>
              </a:lnSpc>
              <a:spcAft>
                <a:spcPts val="0"/>
              </a:spcAft>
            </a:pPr>
            <a:r>
              <a:rPr sz="1800" b="0" i="0">
                <a:solidFill>
                  <a:srgbClr val="FFFFFF"/>
                </a:solidFill>
                <a:latin typeface="Montserrat"/>
                <a:ea typeface="Montserrat"/>
                <a:cs typeface="Montserrat"/>
              </a:rPr>
              <a:t>Локальное приложение и защищённый сервер</a:t>
            </a:r>
          </a:p>
        </p:txBody>
      </p:sp>
      <p:sp>
        <p:nvSpPr>
          <p:cNvPr id="10" name="Rectangle 9"/>
          <p:cNvSpPr/>
          <p:nvPr/>
        </p:nvSpPr>
        <p:spPr>
          <a:xfrm>
            <a:off x="502920" y="5532120"/>
            <a:ext cx="548640" cy="38100"/>
          </a:xfrm>
          <a:prstGeom prst="rect">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02920" y="5669280"/>
            <a:ext cx="7315200" cy="365760"/>
          </a:xfrm>
          <a:prstGeom prst="rect">
            <a:avLst/>
          </a:prstGeom>
          <a:noFill/>
        </p:spPr>
        <p:txBody>
          <a:bodyPr wrap="square" lIns="0" tIns="0" rIns="0" bIns="0" anchor="t"/>
          <a:lstStyle/>
          <a:p>
            <a:pPr algn="l">
              <a:lnSpc>
                <a:spcPct val="110000"/>
              </a:lnSpc>
              <a:spcAft>
                <a:spcPts val="0"/>
              </a:spcAft>
            </a:pPr>
            <a:r>
              <a:rPr sz="1600" b="1" i="0">
                <a:solidFill>
                  <a:srgbClr val="FFFFFF"/>
                </a:solidFill>
                <a:latin typeface="Montserrat"/>
                <a:ea typeface="Montserrat"/>
                <a:cs typeface="Montserrat"/>
              </a:rPr>
              <a:t>Команда 239.Hack · ЛЦТ 2026</a:t>
            </a:r>
          </a:p>
        </p:txBody>
      </p:sp>
    </p:spTree>
    <p:extLst>
      <p:ext uri="{BB962C8B-B14F-4D97-AF65-F5344CB8AC3E}">
        <p14:creationId xmlns:p14="http://schemas.microsoft.com/office/powerpoint/2010/main" val="5491314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Прямоугольник 2">
            <a:extLst>
              <a:ext uri="{FF2B5EF4-FFF2-40B4-BE49-F238E27FC236}">
                <a16:creationId xmlns:a16="http://schemas.microsoft.com/office/drawing/2014/main" id="{13BA75DB-8EAE-769C-2B17-FF7CD6EEF6C6}"/>
              </a:ext>
            </a:extLst>
          </p:cNvPr>
          <p:cNvSpPr/>
          <p:nvPr/>
        </p:nvSpPr>
        <p:spPr>
          <a:xfrm>
            <a:off x="0" y="2971800"/>
            <a:ext cx="6456363" cy="3886200"/>
          </a:xfrm>
          <a:prstGeom prst="rect">
            <a:avLst/>
          </a:prstGeom>
          <a:solidFill>
            <a:srgbClr val="DCCEE4">
              <a:alpha val="49804"/>
            </a:srgbClr>
          </a:solidFill>
          <a:ln>
            <a:noFill/>
          </a:ln>
        </p:spPr>
        <p:style>
          <a:lnRef idx="0">
            <a:scrgbClr r="0" g="0" b="0"/>
          </a:lnRef>
          <a:fillRef idx="0">
            <a:scrgbClr r="0" g="0" b="0"/>
          </a:fillRef>
          <a:effectRef idx="0">
            <a:scrgbClr r="0" g="0" b="0"/>
          </a:effectRef>
          <a:fontRef idx="minor">
            <a:schemeClr val="lt1"/>
          </a:fontRef>
        </p:style>
        <p:txBody>
          <a:bodyPr rtlCol="0" anchor="t"/>
          <a:lstStyle/>
          <a:p>
            <a:pPr algn="ctr"/>
            <a:endParaRPr lang="ru-RU" dirty="0"/>
          </a:p>
        </p:txBody>
      </p:sp>
      <p:sp>
        <p:nvSpPr>
          <p:cNvPr id="6" name="Текст 8">
            <a:extLst>
              <a:ext uri="{FF2B5EF4-FFF2-40B4-BE49-F238E27FC236}">
                <a16:creationId xmlns:a16="http://schemas.microsoft.com/office/drawing/2014/main" id="{32D7670A-4313-AE7C-DDA9-134ADC224C94}"/>
              </a:ext>
            </a:extLst>
          </p:cNvPr>
          <p:cNvSpPr txBox="1">
            <a:spLocks/>
          </p:cNvSpPr>
          <p:nvPr/>
        </p:nvSpPr>
        <p:spPr>
          <a:xfrm>
            <a:off x="6819904" y="2303118"/>
            <a:ext cx="4945564" cy="668667"/>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indent="0">
              <a:lnSpc>
                <a:spcPct val="100000"/>
              </a:lnSpc>
              <a:buNone/>
            </a:pPr>
            <a:r>
              <a:rPr lang="ru-RU" sz="1600" b="1" dirty="0">
                <a:solidFill>
                  <a:schemeClr val="accent5"/>
                </a:solidFill>
              </a:rPr>
              <a:t>Краткое описание решения:</a:t>
            </a:r>
          </a:p>
        </p:txBody>
      </p:sp>
      <p:sp>
        <p:nvSpPr>
          <p:cNvPr id="8" name="Текст 8">
            <a:extLst>
              <a:ext uri="{FF2B5EF4-FFF2-40B4-BE49-F238E27FC236}">
                <a16:creationId xmlns:a16="http://schemas.microsoft.com/office/drawing/2014/main" id="{D8A04531-793D-BF7A-34F3-615C18C06BA5}"/>
              </a:ext>
            </a:extLst>
          </p:cNvPr>
          <p:cNvSpPr txBox="1">
            <a:spLocks/>
          </p:cNvSpPr>
          <p:nvPr/>
        </p:nvSpPr>
        <p:spPr>
          <a:xfrm>
            <a:off x="6836606" y="4876070"/>
            <a:ext cx="4945565" cy="1371600"/>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indent="0">
              <a:lnSpc>
                <a:spcPct val="100000"/>
              </a:lnSpc>
              <a:buFont typeface="Wingdings" pitchFamily="2" charset="2"/>
              <a:buNone/>
            </a:pPr>
            <a:r>
              <a:rPr lang="ru-RU" sz="1300" dirty="0">
                <a:solidFill>
                  <a:schemeClr val="tx1"/>
                </a:solidFill>
              </a:rPr>
              <a:t>Критерии выражены в мм и градусах. Контур определяет ось позвоночника; опорные точки помогают проверить Th12. Сервис работает локально и на защищённом сервере.</a:t>
            </a:r>
          </a:p>
        </p:txBody>
      </p:sp>
      <p:sp>
        <p:nvSpPr>
          <p:cNvPr id="14" name="Текст 8">
            <a:extLst>
              <a:ext uri="{FF2B5EF4-FFF2-40B4-BE49-F238E27FC236}">
                <a16:creationId xmlns:a16="http://schemas.microsoft.com/office/drawing/2014/main" id="{A66B04C6-E9BA-5BA2-7A5C-84468D491C57}"/>
              </a:ext>
            </a:extLst>
          </p:cNvPr>
          <p:cNvSpPr txBox="1">
            <a:spLocks/>
          </p:cNvSpPr>
          <p:nvPr/>
        </p:nvSpPr>
        <p:spPr>
          <a:xfrm>
            <a:off x="334962" y="3883009"/>
            <a:ext cx="5629858" cy="2399033"/>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rtl="0">
              <a:lnSpc>
                <a:spcPct val="120000"/>
              </a:lnSpc>
              <a:spcBef>
                <a:spcPts val="0"/>
              </a:spcBef>
              <a:spcAft>
                <a:spcPts val="0"/>
              </a:spcAft>
            </a:pPr>
            <a:r>
              <a:rPr lang="ru-RU" b="1" dirty="0">
                <a:solidFill>
                  <a:schemeClr val="tx1"/>
                </a:solidFill>
              </a:rPr>
              <a:t>Капитан: </a:t>
            </a:r>
            <a:r>
              <a:rPr lang="ru-RU" dirty="0">
                <a:solidFill>
                  <a:schemeClr val="tx1"/>
                </a:solidFill>
              </a:rPr>
              <a:t>Урусов Михаил Алексеевич</a:t>
            </a:r>
          </a:p>
          <a:p>
            <a:pPr rtl="0">
              <a:lnSpc>
                <a:spcPct val="120000"/>
              </a:lnSpc>
              <a:spcBef>
                <a:spcPts val="0"/>
              </a:spcBef>
              <a:spcAft>
                <a:spcPts val="0"/>
              </a:spcAft>
            </a:pPr>
            <a:r>
              <a:rPr lang="ru-RU" b="1" dirty="0">
                <a:solidFill>
                  <a:schemeClr val="tx1"/>
                </a:solidFill>
              </a:rPr>
              <a:t>Кол-во участников: </a:t>
            </a:r>
            <a:r>
              <a:rPr lang="ru-RU" b="0" dirty="0">
                <a:solidFill>
                  <a:schemeClr val="tx1"/>
                </a:solidFill>
              </a:rPr>
              <a:t>3</a:t>
            </a:r>
          </a:p>
          <a:p>
            <a:pPr rtl="0">
              <a:lnSpc>
                <a:spcPct val="120000"/>
              </a:lnSpc>
              <a:spcBef>
                <a:spcPts val="0"/>
              </a:spcBef>
              <a:spcAft>
                <a:spcPts val="0"/>
              </a:spcAft>
            </a:pPr>
            <a:r>
              <a:rPr lang="ru-RU" b="1" dirty="0">
                <a:solidFill>
                  <a:schemeClr val="tx1"/>
                </a:solidFill>
              </a:rPr>
              <a:t>Город и регион: </a:t>
            </a:r>
            <a:r>
              <a:rPr lang="ru-RU" b="0" dirty="0">
                <a:solidFill>
                  <a:schemeClr val="tx1"/>
                </a:solidFill>
              </a:rPr>
              <a:t>Москва</a:t>
            </a:r>
          </a:p>
        </p:txBody>
      </p:sp>
      <p:sp>
        <p:nvSpPr>
          <p:cNvPr id="15" name="Текст 8">
            <a:extLst>
              <a:ext uri="{FF2B5EF4-FFF2-40B4-BE49-F238E27FC236}">
                <a16:creationId xmlns:a16="http://schemas.microsoft.com/office/drawing/2014/main" id="{835E7A1E-FFEA-1C2F-65E6-56769FEFB842}"/>
              </a:ext>
            </a:extLst>
          </p:cNvPr>
          <p:cNvSpPr txBox="1">
            <a:spLocks/>
          </p:cNvSpPr>
          <p:nvPr/>
        </p:nvSpPr>
        <p:spPr>
          <a:xfrm>
            <a:off x="334962" y="3484785"/>
            <a:ext cx="2990173" cy="353935"/>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indent="0">
              <a:lnSpc>
                <a:spcPct val="100000"/>
              </a:lnSpc>
              <a:buNone/>
            </a:pPr>
            <a:r>
              <a:rPr lang="ru-RU" sz="1600" b="1" dirty="0">
                <a:solidFill>
                  <a:schemeClr val="accent5"/>
                </a:solidFill>
              </a:rPr>
              <a:t>О команде</a:t>
            </a:r>
          </a:p>
        </p:txBody>
      </p:sp>
      <p:sp>
        <p:nvSpPr>
          <p:cNvPr id="18" name="Заголовок 6">
            <a:extLst>
              <a:ext uri="{FF2B5EF4-FFF2-40B4-BE49-F238E27FC236}">
                <a16:creationId xmlns:a16="http://schemas.microsoft.com/office/drawing/2014/main" id="{7CB04CCE-DD7B-2901-A280-8E4E07945137}"/>
              </a:ext>
            </a:extLst>
          </p:cNvPr>
          <p:cNvSpPr>
            <a:spLocks noGrp="1"/>
          </p:cNvSpPr>
          <p:nvPr>
            <p:ph type="title"/>
          </p:nvPr>
        </p:nvSpPr>
        <p:spPr>
          <a:xfrm>
            <a:off x="6819903" y="1039236"/>
            <a:ext cx="3636703" cy="1015128"/>
          </a:xfrm>
        </p:spPr>
        <p:txBody>
          <a:bodyPr/>
          <a:lstStyle/>
          <a:p>
            <a:r>
              <a:rPr sz="2200" b="1" i="0" dirty="0" err="1">
                <a:solidFill>
                  <a:srgbClr val="520977"/>
                </a:solidFill>
                <a:latin typeface="Montserrat"/>
                <a:ea typeface="Montserrat"/>
                <a:cs typeface="Montserrat"/>
              </a:rPr>
              <a:t>Команда</a:t>
            </a:r>
            <a:r>
              <a:rPr sz="2200" b="1" i="0" dirty="0">
                <a:solidFill>
                  <a:srgbClr val="520977"/>
                </a:solidFill>
                <a:latin typeface="Montserrat"/>
                <a:ea typeface="Montserrat"/>
                <a:cs typeface="Montserrat"/>
              </a:rPr>
              <a:t> </a:t>
            </a:r>
            <a:r>
              <a:rPr lang="en-US" sz="2200" b="1" i="0" dirty="0">
                <a:solidFill>
                  <a:srgbClr val="520977"/>
                </a:solidFill>
                <a:latin typeface="Montserrat"/>
                <a:ea typeface="Montserrat"/>
                <a:cs typeface="Montserrat"/>
              </a:rPr>
              <a:t>239.Hack</a:t>
            </a:r>
            <a:endParaRPr sz="2200" b="1" i="0" dirty="0">
              <a:solidFill>
                <a:srgbClr val="520977"/>
              </a:solidFill>
              <a:latin typeface="Montserrat"/>
              <a:ea typeface="Montserrat"/>
              <a:cs typeface="Montserrat"/>
            </a:endParaRPr>
          </a:p>
        </p:txBody>
      </p:sp>
      <p:cxnSp>
        <p:nvCxnSpPr>
          <p:cNvPr id="7" name="Прямая соединительная линия 6">
            <a:extLst>
              <a:ext uri="{FF2B5EF4-FFF2-40B4-BE49-F238E27FC236}">
                <a16:creationId xmlns:a16="http://schemas.microsoft.com/office/drawing/2014/main" id="{7C7CCC6C-58F8-0E63-53E4-87AE6D59DD62}"/>
              </a:ext>
            </a:extLst>
          </p:cNvPr>
          <p:cNvCxnSpPr>
            <a:cxnSpLocks/>
          </p:cNvCxnSpPr>
          <p:nvPr/>
        </p:nvCxnSpPr>
        <p:spPr>
          <a:xfrm>
            <a:off x="6880774" y="2240031"/>
            <a:ext cx="4884824"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16" name="Прямая соединительная линия 15">
            <a:extLst>
              <a:ext uri="{FF2B5EF4-FFF2-40B4-BE49-F238E27FC236}">
                <a16:creationId xmlns:a16="http://schemas.microsoft.com/office/drawing/2014/main" id="{1B3B23E2-26F4-92D2-2DA4-7A9B6B8237E1}"/>
              </a:ext>
            </a:extLst>
          </p:cNvPr>
          <p:cNvCxnSpPr>
            <a:cxnSpLocks/>
          </p:cNvCxnSpPr>
          <p:nvPr/>
        </p:nvCxnSpPr>
        <p:spPr>
          <a:xfrm>
            <a:off x="6897347" y="4437879"/>
            <a:ext cx="4884824"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17" name="Прямая соединительная линия 16">
            <a:extLst>
              <a:ext uri="{FF2B5EF4-FFF2-40B4-BE49-F238E27FC236}">
                <a16:creationId xmlns:a16="http://schemas.microsoft.com/office/drawing/2014/main" id="{0C8347DC-DEA9-7C56-5C73-FA89FB55D49D}"/>
              </a:ext>
            </a:extLst>
          </p:cNvPr>
          <p:cNvCxnSpPr>
            <a:cxnSpLocks/>
          </p:cNvCxnSpPr>
          <p:nvPr/>
        </p:nvCxnSpPr>
        <p:spPr>
          <a:xfrm>
            <a:off x="395833" y="3448639"/>
            <a:ext cx="5700167" cy="0"/>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sp>
        <p:nvSpPr>
          <p:cNvPr id="4" name="Текст 8">
            <a:extLst>
              <a:ext uri="{FF2B5EF4-FFF2-40B4-BE49-F238E27FC236}">
                <a16:creationId xmlns:a16="http://schemas.microsoft.com/office/drawing/2014/main" id="{D556F1CE-69ED-AE0F-D388-9032B66CC535}"/>
              </a:ext>
            </a:extLst>
          </p:cNvPr>
          <p:cNvSpPr txBox="1">
            <a:spLocks/>
          </p:cNvSpPr>
          <p:nvPr/>
        </p:nvSpPr>
        <p:spPr>
          <a:xfrm>
            <a:off x="6819904" y="4541737"/>
            <a:ext cx="4945564" cy="668667"/>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indent="0">
              <a:lnSpc>
                <a:spcPct val="100000"/>
              </a:lnSpc>
              <a:buNone/>
            </a:pPr>
            <a:r>
              <a:rPr lang="ru-RU" sz="1600" b="1" dirty="0">
                <a:solidFill>
                  <a:schemeClr val="accent5"/>
                </a:solidFill>
              </a:rPr>
              <a:t>Уникальность решения:</a:t>
            </a:r>
          </a:p>
        </p:txBody>
      </p:sp>
      <p:sp>
        <p:nvSpPr>
          <p:cNvPr id="5" name="Текст 8">
            <a:extLst>
              <a:ext uri="{FF2B5EF4-FFF2-40B4-BE49-F238E27FC236}">
                <a16:creationId xmlns:a16="http://schemas.microsoft.com/office/drawing/2014/main" id="{6811D897-A2AE-AA09-747E-1B90C43B5420}"/>
              </a:ext>
            </a:extLst>
          </p:cNvPr>
          <p:cNvSpPr txBox="1">
            <a:spLocks/>
          </p:cNvSpPr>
          <p:nvPr/>
        </p:nvSpPr>
        <p:spPr>
          <a:xfrm>
            <a:off x="6808027" y="2619903"/>
            <a:ext cx="4945565" cy="1691640"/>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indent="0">
              <a:lnSpc>
                <a:spcPct val="100000"/>
              </a:lnSpc>
              <a:buFont typeface="Wingdings" pitchFamily="2" charset="2"/>
              <a:buNone/>
            </a:pPr>
            <a:r>
              <a:rPr lang="ru-RU" sz="1300" dirty="0">
                <a:solidFill>
                  <a:schemeClr val="tx1"/>
                </a:solidFill>
              </a:rPr>
              <a:t>Сервис проверяет DXA-снимки позвоночника и бедра по пяти критериям задания. Показывает вердикт, измерение и место нарушения на снимке.</a:t>
            </a:r>
          </a:p>
        </p:txBody>
      </p:sp>
      <p:sp>
        <p:nvSpPr>
          <p:cNvPr id="10" name="Номер слайда 35">
            <a:extLst>
              <a:ext uri="{FF2B5EF4-FFF2-40B4-BE49-F238E27FC236}">
                <a16:creationId xmlns:a16="http://schemas.microsoft.com/office/drawing/2014/main" id="{75D9ACE7-3A6B-03B3-9BA4-502350CBAA74}"/>
              </a:ext>
            </a:extLst>
          </p:cNvPr>
          <p:cNvSpPr txBox="1">
            <a:spLocks/>
          </p:cNvSpPr>
          <p:nvPr/>
        </p:nvSpPr>
        <p:spPr>
          <a:xfrm>
            <a:off x="11413507" y="6356358"/>
            <a:ext cx="559119" cy="365125"/>
          </a:xfrm>
          <a:prstGeom prst="rect">
            <a:avLst/>
          </a:prstGeom>
        </p:spPr>
        <p:txBody>
          <a:bodyPr/>
          <a:lstStyle>
            <a:defPPr>
              <a:defRPr lang="ru-RU"/>
            </a:defPPr>
            <a:lvl1pPr marL="0" algn="l" defTabSz="914220" rtl="0" eaLnBrk="1" latinLnBrk="0" hangingPunct="1">
              <a:defRPr sz="1800" kern="1200">
                <a:solidFill>
                  <a:schemeClr val="tx1"/>
                </a:solidFill>
                <a:latin typeface="+mn-lt"/>
                <a:ea typeface="+mn-ea"/>
                <a:cs typeface="+mn-cs"/>
              </a:defRPr>
            </a:lvl1pPr>
            <a:lvl2pPr marL="457110" algn="l" defTabSz="914220" rtl="0" eaLnBrk="1" latinLnBrk="0" hangingPunct="1">
              <a:defRPr sz="1800" kern="1200">
                <a:solidFill>
                  <a:schemeClr val="tx1"/>
                </a:solidFill>
                <a:latin typeface="+mn-lt"/>
                <a:ea typeface="+mn-ea"/>
                <a:cs typeface="+mn-cs"/>
              </a:defRPr>
            </a:lvl2pPr>
            <a:lvl3pPr marL="914220" algn="l" defTabSz="914220" rtl="0" eaLnBrk="1" latinLnBrk="0" hangingPunct="1">
              <a:defRPr sz="1800" kern="1200">
                <a:solidFill>
                  <a:schemeClr val="tx1"/>
                </a:solidFill>
                <a:latin typeface="+mn-lt"/>
                <a:ea typeface="+mn-ea"/>
                <a:cs typeface="+mn-cs"/>
              </a:defRPr>
            </a:lvl3pPr>
            <a:lvl4pPr marL="1371329" algn="l" defTabSz="914220" rtl="0" eaLnBrk="1" latinLnBrk="0" hangingPunct="1">
              <a:defRPr sz="1800" kern="1200">
                <a:solidFill>
                  <a:schemeClr val="tx1"/>
                </a:solidFill>
                <a:latin typeface="+mn-lt"/>
                <a:ea typeface="+mn-ea"/>
                <a:cs typeface="+mn-cs"/>
              </a:defRPr>
            </a:lvl4pPr>
            <a:lvl5pPr marL="1828439" algn="l" defTabSz="914220" rtl="0" eaLnBrk="1" latinLnBrk="0" hangingPunct="1">
              <a:defRPr sz="1800" kern="1200">
                <a:solidFill>
                  <a:schemeClr val="tx1"/>
                </a:solidFill>
                <a:latin typeface="+mn-lt"/>
                <a:ea typeface="+mn-ea"/>
                <a:cs typeface="+mn-cs"/>
              </a:defRPr>
            </a:lvl5pPr>
            <a:lvl6pPr marL="2285549" algn="l" defTabSz="914220" rtl="0" eaLnBrk="1" latinLnBrk="0" hangingPunct="1">
              <a:defRPr sz="1800" kern="1200">
                <a:solidFill>
                  <a:schemeClr val="tx1"/>
                </a:solidFill>
                <a:latin typeface="+mn-lt"/>
                <a:ea typeface="+mn-ea"/>
                <a:cs typeface="+mn-cs"/>
              </a:defRPr>
            </a:lvl6pPr>
            <a:lvl7pPr marL="2742658" algn="l" defTabSz="914220" rtl="0" eaLnBrk="1" latinLnBrk="0" hangingPunct="1">
              <a:defRPr sz="1800" kern="1200">
                <a:solidFill>
                  <a:schemeClr val="tx1"/>
                </a:solidFill>
                <a:latin typeface="+mn-lt"/>
                <a:ea typeface="+mn-ea"/>
                <a:cs typeface="+mn-cs"/>
              </a:defRPr>
            </a:lvl7pPr>
            <a:lvl8pPr marL="3199765" algn="l" defTabSz="914220" rtl="0" eaLnBrk="1" latinLnBrk="0" hangingPunct="1">
              <a:defRPr sz="1800" kern="1200">
                <a:solidFill>
                  <a:schemeClr val="tx1"/>
                </a:solidFill>
                <a:latin typeface="+mn-lt"/>
                <a:ea typeface="+mn-ea"/>
                <a:cs typeface="+mn-cs"/>
              </a:defRPr>
            </a:lvl8pPr>
            <a:lvl9pPr marL="3656877" algn="l" defTabSz="914220" rtl="0" eaLnBrk="1" latinLnBrk="0" hangingPunct="1">
              <a:defRPr sz="1800" kern="1200">
                <a:solidFill>
                  <a:schemeClr val="tx1"/>
                </a:solidFill>
                <a:latin typeface="+mn-lt"/>
                <a:ea typeface="+mn-ea"/>
                <a:cs typeface="+mn-cs"/>
              </a:defRPr>
            </a:lvl9pPr>
          </a:lstStyle>
          <a:p>
            <a:r>
              <a:t>2</a:t>
            </a:r>
          </a:p>
        </p:txBody>
      </p:sp>
      <p:sp>
        <p:nvSpPr>
          <p:cNvPr id="19" name="Rounded Rectangle 18"/>
          <p:cNvSpPr/>
          <p:nvPr/>
        </p:nvSpPr>
        <p:spPr>
          <a:xfrm>
            <a:off x="0" y="335267"/>
            <a:ext cx="6456363" cy="2971784"/>
          </a:xfrm>
          <a:prstGeom prst="roundRect">
            <a:avLst/>
          </a:prstGeom>
          <a:solidFill>
            <a:srgbClr val="1514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8254" y="439279"/>
            <a:ext cx="5939855" cy="297178"/>
          </a:xfrm>
          <a:prstGeom prst="rect">
            <a:avLst/>
          </a:prstGeom>
          <a:noFill/>
        </p:spPr>
        <p:txBody>
          <a:bodyPr wrap="square" lIns="0" rIns="0">
            <a:spAutoFit/>
          </a:bodyPr>
          <a:lstStyle/>
          <a:p>
            <a:r>
              <a:rPr sz="1400" b="1">
                <a:solidFill>
                  <a:srgbClr val="FFFFFF"/>
                </a:solidFill>
                <a:latin typeface="Montserrat"/>
              </a:rPr>
              <a:t>Контроль качества DXA</a:t>
            </a:r>
          </a:p>
        </p:txBody>
      </p:sp>
      <p:cxnSp>
        <p:nvCxnSpPr>
          <p:cNvPr id="21" name="Connector 20"/>
          <p:cNvCxnSpPr/>
          <p:nvPr/>
        </p:nvCxnSpPr>
        <p:spPr>
          <a:xfrm>
            <a:off x="258254" y="751316"/>
            <a:ext cx="5939855" cy="0"/>
          </a:xfrm>
          <a:prstGeom prst="line">
            <a:avLst/>
          </a:prstGeom>
          <a:ln w="12700">
            <a:solidFill>
              <a:srgbClr val="463E5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58254" y="1018777"/>
            <a:ext cx="3809255" cy="380388"/>
          </a:xfrm>
          <a:prstGeom prst="roundRect">
            <a:avLst/>
          </a:prstGeom>
          <a:solidFill>
            <a:srgbClr val="24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1555" y="1094854"/>
            <a:ext cx="1816820" cy="228232"/>
          </a:xfrm>
          <a:prstGeom prst="rect">
            <a:avLst/>
          </a:prstGeom>
          <a:noFill/>
        </p:spPr>
        <p:txBody>
          <a:bodyPr wrap="square" lIns="0" rIns="0">
            <a:spAutoFit/>
          </a:bodyPr>
          <a:lstStyle/>
          <a:p>
            <a:r>
              <a:rPr sz="1000" b="0">
                <a:solidFill>
                  <a:srgbClr val="FFFFFF"/>
                </a:solidFill>
                <a:latin typeface="Montserrat"/>
              </a:rPr>
              <a:t>Исследование A</a:t>
            </a:r>
          </a:p>
        </p:txBody>
      </p:sp>
      <p:sp>
        <p:nvSpPr>
          <p:cNvPr id="24" name="TextBox 23"/>
          <p:cNvSpPr txBox="1"/>
          <p:nvPr/>
        </p:nvSpPr>
        <p:spPr>
          <a:xfrm>
            <a:off x="2206139" y="1094854"/>
            <a:ext cx="1514017" cy="228232"/>
          </a:xfrm>
          <a:prstGeom prst="rect">
            <a:avLst/>
          </a:prstGeom>
          <a:noFill/>
        </p:spPr>
        <p:txBody>
          <a:bodyPr wrap="square" lIns="0" rIns="0">
            <a:spAutoFit/>
          </a:bodyPr>
          <a:lstStyle/>
          <a:p>
            <a:r>
              <a:rPr sz="1000" b="1">
                <a:solidFill>
                  <a:srgbClr val="59D7AA"/>
                </a:solidFill>
                <a:latin typeface="Montserrat"/>
              </a:rPr>
              <a:t>Проверено</a:t>
            </a:r>
          </a:p>
        </p:txBody>
      </p:sp>
      <p:sp>
        <p:nvSpPr>
          <p:cNvPr id="25" name="Rounded Rectangle 24"/>
          <p:cNvSpPr/>
          <p:nvPr/>
        </p:nvSpPr>
        <p:spPr>
          <a:xfrm>
            <a:off x="258254" y="1494262"/>
            <a:ext cx="3809255" cy="380388"/>
          </a:xfrm>
          <a:prstGeom prst="roundRect">
            <a:avLst/>
          </a:prstGeom>
          <a:solidFill>
            <a:srgbClr val="24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1555" y="1570339"/>
            <a:ext cx="1816820" cy="228232"/>
          </a:xfrm>
          <a:prstGeom prst="rect">
            <a:avLst/>
          </a:prstGeom>
          <a:noFill/>
        </p:spPr>
        <p:txBody>
          <a:bodyPr wrap="square" lIns="0" rIns="0">
            <a:spAutoFit/>
          </a:bodyPr>
          <a:lstStyle/>
          <a:p>
            <a:r>
              <a:rPr sz="1000" b="0">
                <a:solidFill>
                  <a:srgbClr val="FFFFFF"/>
                </a:solidFill>
                <a:latin typeface="Montserrat"/>
              </a:rPr>
              <a:t>Исследование B</a:t>
            </a:r>
          </a:p>
        </p:txBody>
      </p:sp>
      <p:sp>
        <p:nvSpPr>
          <p:cNvPr id="27" name="TextBox 26"/>
          <p:cNvSpPr txBox="1"/>
          <p:nvPr/>
        </p:nvSpPr>
        <p:spPr>
          <a:xfrm>
            <a:off x="2206139" y="1570339"/>
            <a:ext cx="1514017" cy="228232"/>
          </a:xfrm>
          <a:prstGeom prst="rect">
            <a:avLst/>
          </a:prstGeom>
          <a:noFill/>
        </p:spPr>
        <p:txBody>
          <a:bodyPr wrap="square" lIns="0" rIns="0">
            <a:spAutoFit/>
          </a:bodyPr>
          <a:lstStyle/>
          <a:p>
            <a:r>
              <a:rPr sz="1000" b="1">
                <a:solidFill>
                  <a:srgbClr val="FF759D"/>
                </a:solidFill>
                <a:latin typeface="Montserrat"/>
              </a:rPr>
              <a:t>Проверить</a:t>
            </a:r>
          </a:p>
        </p:txBody>
      </p:sp>
      <p:sp>
        <p:nvSpPr>
          <p:cNvPr id="28" name="Rounded Rectangle 27"/>
          <p:cNvSpPr/>
          <p:nvPr/>
        </p:nvSpPr>
        <p:spPr>
          <a:xfrm>
            <a:off x="258254" y="1969747"/>
            <a:ext cx="3809255" cy="380388"/>
          </a:xfrm>
          <a:prstGeom prst="roundRect">
            <a:avLst/>
          </a:prstGeom>
          <a:solidFill>
            <a:srgbClr val="24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1555" y="2045824"/>
            <a:ext cx="1816820" cy="228232"/>
          </a:xfrm>
          <a:prstGeom prst="rect">
            <a:avLst/>
          </a:prstGeom>
          <a:noFill/>
        </p:spPr>
        <p:txBody>
          <a:bodyPr wrap="square" lIns="0" rIns="0">
            <a:spAutoFit/>
          </a:bodyPr>
          <a:lstStyle/>
          <a:p>
            <a:r>
              <a:rPr sz="1000" b="0">
                <a:solidFill>
                  <a:srgbClr val="FFFFFF"/>
                </a:solidFill>
                <a:latin typeface="Montserrat"/>
              </a:rPr>
              <a:t>Исследование C</a:t>
            </a:r>
          </a:p>
        </p:txBody>
      </p:sp>
      <p:sp>
        <p:nvSpPr>
          <p:cNvPr id="30" name="TextBox 29"/>
          <p:cNvSpPr txBox="1"/>
          <p:nvPr/>
        </p:nvSpPr>
        <p:spPr>
          <a:xfrm>
            <a:off x="2206139" y="2045824"/>
            <a:ext cx="1514017" cy="228232"/>
          </a:xfrm>
          <a:prstGeom prst="rect">
            <a:avLst/>
          </a:prstGeom>
          <a:noFill/>
        </p:spPr>
        <p:txBody>
          <a:bodyPr wrap="square" lIns="0" rIns="0">
            <a:spAutoFit/>
          </a:bodyPr>
          <a:lstStyle/>
          <a:p>
            <a:r>
              <a:rPr sz="1000" b="1">
                <a:solidFill>
                  <a:srgbClr val="59D7AA"/>
                </a:solidFill>
                <a:latin typeface="Montserrat"/>
              </a:rPr>
              <a:t>Проверено</a:t>
            </a:r>
          </a:p>
        </p:txBody>
      </p:sp>
      <p:sp>
        <p:nvSpPr>
          <p:cNvPr id="31" name="Rounded Rectangle 30"/>
          <p:cNvSpPr/>
          <p:nvPr/>
        </p:nvSpPr>
        <p:spPr>
          <a:xfrm>
            <a:off x="4519454" y="959341"/>
            <a:ext cx="1678654" cy="1753352"/>
          </a:xfrm>
          <a:prstGeom prst="roundRect">
            <a:avLst/>
          </a:prstGeom>
          <a:solidFill>
            <a:srgbClr val="2722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35668" y="1137648"/>
            <a:ext cx="1420399" cy="445767"/>
          </a:xfrm>
          <a:prstGeom prst="rect">
            <a:avLst/>
          </a:prstGeom>
          <a:noFill/>
        </p:spPr>
        <p:txBody>
          <a:bodyPr wrap="square" lIns="0" rIns="0">
            <a:spAutoFit/>
          </a:bodyPr>
          <a:lstStyle/>
          <a:p>
            <a:r>
              <a:rPr sz="1200" b="1">
                <a:solidFill>
                  <a:srgbClr val="FFFFFF"/>
                </a:solidFill>
                <a:latin typeface="Montserrat"/>
              </a:rPr>
              <a:t>Вердикт</a:t>
            </a:r>
          </a:p>
        </p:txBody>
      </p:sp>
      <p:sp>
        <p:nvSpPr>
          <p:cNvPr id="33" name="TextBox 32"/>
          <p:cNvSpPr txBox="1"/>
          <p:nvPr/>
        </p:nvSpPr>
        <p:spPr>
          <a:xfrm>
            <a:off x="4635668" y="1672569"/>
            <a:ext cx="1420399" cy="713228"/>
          </a:xfrm>
          <a:prstGeom prst="rect">
            <a:avLst/>
          </a:prstGeom>
          <a:noFill/>
        </p:spPr>
        <p:txBody>
          <a:bodyPr wrap="square" lIns="0" rIns="0">
            <a:spAutoFit/>
          </a:bodyPr>
          <a:lstStyle/>
          <a:p>
            <a:r>
              <a:rPr sz="900" b="0">
                <a:solidFill>
                  <a:srgbClr val="FFB1CC"/>
                </a:solidFill>
                <a:latin typeface="Montserrat"/>
              </a:rPr>
              <a:t>1 из 3
требует проверки</a:t>
            </a:r>
          </a:p>
        </p:txBody>
      </p:sp>
      <p:sp>
        <p:nvSpPr>
          <p:cNvPr id="34" name="TextBox 33"/>
          <p:cNvSpPr txBox="1"/>
          <p:nvPr/>
        </p:nvSpPr>
        <p:spPr>
          <a:xfrm>
            <a:off x="258254" y="2861283"/>
            <a:ext cx="5939855" cy="267460"/>
          </a:xfrm>
          <a:prstGeom prst="rect">
            <a:avLst/>
          </a:prstGeom>
          <a:noFill/>
        </p:spPr>
        <p:txBody>
          <a:bodyPr wrap="square" lIns="0" rIns="0">
            <a:spAutoFit/>
          </a:bodyPr>
          <a:lstStyle/>
          <a:p>
            <a:r>
              <a:rPr sz="700" b="0">
                <a:solidFill>
                  <a:srgbClr val="AFA9C1"/>
                </a:solidFill>
                <a:latin typeface="Montserrat"/>
              </a:rPr>
              <a:t>Схема интерфейса · без клинических данных</a:t>
            </a:r>
          </a:p>
        </p:txBody>
      </p:sp>
    </p:spTree>
    <p:extLst>
      <p:ext uri="{BB962C8B-B14F-4D97-AF65-F5344CB8AC3E}">
        <p14:creationId xmlns:p14="http://schemas.microsoft.com/office/powerpoint/2010/main" val="27985540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C977F-019F-1EBC-A1EC-CEAA645B590F}"/>
            </a:ext>
          </a:extLst>
        </p:cNvPr>
        <p:cNvGrpSpPr/>
        <p:nvPr/>
      </p:nvGrpSpPr>
      <p:grpSpPr>
        <a:xfrm>
          <a:off x="0" y="0"/>
          <a:ext cx="0" cy="0"/>
          <a:chOff x="0" y="0"/>
          <a:chExt cx="0" cy="0"/>
        </a:xfrm>
      </p:grpSpPr>
      <p:sp>
        <p:nvSpPr>
          <p:cNvPr id="56" name="Скругленный прямоугольник 55">
            <a:extLst>
              <a:ext uri="{FF2B5EF4-FFF2-40B4-BE49-F238E27FC236}">
                <a16:creationId xmlns:a16="http://schemas.microsoft.com/office/drawing/2014/main" id="{635392F3-78F4-5585-E25E-CDBEA7E9F10C}"/>
              </a:ext>
            </a:extLst>
          </p:cNvPr>
          <p:cNvSpPr/>
          <p:nvPr/>
        </p:nvSpPr>
        <p:spPr>
          <a:xfrm>
            <a:off x="4998567" y="1522006"/>
            <a:ext cx="2192713" cy="4834352"/>
          </a:xfrm>
          <a:prstGeom prst="roundRect">
            <a:avLst>
              <a:gd name="adj" fmla="val 9821"/>
            </a:avLst>
          </a:prstGeom>
          <a:solidFill>
            <a:schemeClr val="bg1"/>
          </a:solid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t"/>
          <a:lstStyle/>
          <a:p>
            <a:pPr marL="0" marR="0" lvl="0" indent="0" algn="ctr" defTabSz="914220" rtl="0" eaLnBrk="1" fontAlgn="auto" latinLnBrk="0" hangingPunct="1">
              <a:lnSpc>
                <a:spcPct val="100000"/>
              </a:lnSpc>
              <a:spcBef>
                <a:spcPts val="0"/>
              </a:spcBef>
              <a:spcAft>
                <a:spcPts val="0"/>
              </a:spcAft>
              <a:buClrTx/>
              <a:buSzTx/>
              <a:buFontTx/>
              <a:buNone/>
              <a:tabLst/>
              <a:defRPr/>
            </a:pPr>
            <a:endParaRPr kumimoji="0" lang="ru-RU" sz="1800" b="1" i="0" u="none" strike="noStrike" kern="1200" cap="none" spc="0" normalizeH="0" baseline="0" noProof="0" dirty="0">
              <a:ln>
                <a:noFill/>
              </a:ln>
              <a:solidFill>
                <a:srgbClr val="FFD6E3"/>
              </a:solidFill>
              <a:effectLst/>
              <a:uLnTx/>
              <a:uFillTx/>
              <a:latin typeface="Montserrat"/>
              <a:ea typeface="+mn-ea"/>
              <a:cs typeface="+mn-cs"/>
            </a:endParaRPr>
          </a:p>
        </p:txBody>
      </p:sp>
      <p:sp>
        <p:nvSpPr>
          <p:cNvPr id="57" name="Текст 8">
            <a:extLst>
              <a:ext uri="{FF2B5EF4-FFF2-40B4-BE49-F238E27FC236}">
                <a16:creationId xmlns:a16="http://schemas.microsoft.com/office/drawing/2014/main" id="{9398668D-F141-1433-7B1B-1518BC470E30}"/>
              </a:ext>
            </a:extLst>
          </p:cNvPr>
          <p:cNvSpPr txBox="1">
            <a:spLocks/>
          </p:cNvSpPr>
          <p:nvPr/>
        </p:nvSpPr>
        <p:spPr>
          <a:xfrm>
            <a:off x="5170851" y="4250028"/>
            <a:ext cx="1894354" cy="1624612"/>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144688" marR="0" lvl="0" indent="-144688" algn="l" defTabSz="578755" rtl="0" eaLnBrk="1" fontAlgn="base" latinLnBrk="0" hangingPunct="1">
              <a:lnSpc>
                <a:spcPct val="90000"/>
              </a:lnSpc>
              <a:spcBef>
                <a:spcPts val="600"/>
              </a:spcBef>
              <a:spcAft>
                <a:spcPts val="0"/>
              </a:spcAft>
              <a:buClr>
                <a:srgbClr val="FF0053"/>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Montserrat"/>
                <a:ea typeface="+mn-ea"/>
                <a:cs typeface="+mn-cs"/>
              </a:rPr>
              <a:t>ML-</a:t>
            </a:r>
            <a:r>
              <a:rPr kumimoji="0" lang="ru-RU" sz="1200" b="0" i="0" u="none" strike="noStrike" kern="1200" cap="none" spc="0" normalizeH="0" baseline="0" noProof="0" dirty="0">
                <a:ln>
                  <a:noFill/>
                </a:ln>
                <a:solidFill>
                  <a:srgbClr val="000000"/>
                </a:solidFill>
                <a:effectLst/>
                <a:uLnTx/>
                <a:uFillTx/>
                <a:latin typeface="Montserrat"/>
                <a:ea typeface="+mn-ea"/>
                <a:cs typeface="+mn-cs"/>
              </a:rPr>
              <a:t>инженер, бэкенд-программист</a:t>
            </a:r>
          </a:p>
          <a:p>
            <a:pPr marL="144688" marR="0" lvl="0" indent="-144688" algn="l" defTabSz="578755" rtl="0" eaLnBrk="1" fontAlgn="base" latinLnBrk="0" hangingPunct="1">
              <a:lnSpc>
                <a:spcPct val="90000"/>
              </a:lnSpc>
              <a:spcBef>
                <a:spcPts val="0"/>
              </a:spcBef>
              <a:spcAft>
                <a:spcPts val="0"/>
              </a:spcAft>
              <a:buClr>
                <a:srgbClr val="FF0053"/>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Montserrat"/>
                <a:ea typeface="+mn-ea"/>
                <a:cs typeface="+mn-cs"/>
              </a:rPr>
              <a:t>@theorcos</a:t>
            </a:r>
            <a:endParaRPr kumimoji="0" lang="ru-RU" sz="1200" b="0" i="0" u="none" strike="noStrike" kern="1200" cap="none" spc="0" normalizeH="0" baseline="0" noProof="0" dirty="0">
              <a:ln>
                <a:noFill/>
              </a:ln>
              <a:solidFill>
                <a:srgbClr val="000000"/>
              </a:solidFill>
              <a:effectLst/>
              <a:uLnTx/>
              <a:uFillTx/>
              <a:latin typeface="Montserrat"/>
              <a:ea typeface="+mn-ea"/>
              <a:cs typeface="+mn-cs"/>
            </a:endParaRPr>
          </a:p>
          <a:p>
            <a:pPr marL="144688" marR="0" lvl="0" indent="-144688" algn="l" defTabSz="578755" rtl="0" eaLnBrk="1" fontAlgn="base" latinLnBrk="0" hangingPunct="1">
              <a:lnSpc>
                <a:spcPct val="90000"/>
              </a:lnSpc>
              <a:spcBef>
                <a:spcPts val="0"/>
              </a:spcBef>
              <a:spcAft>
                <a:spcPts val="0"/>
              </a:spcAft>
              <a:buClr>
                <a:srgbClr val="FF0053"/>
              </a:buClr>
              <a:buSzTx/>
              <a:buFont typeface="Arial" panose="020B0604020202020204" pitchFamily="34" charset="0"/>
              <a:buChar char="•"/>
              <a:tabLst/>
              <a:defRPr/>
            </a:pPr>
            <a:r>
              <a:rPr kumimoji="0" lang="ru-RU" sz="1200" b="0" i="0" u="none" strike="noStrike" kern="1200" cap="none" spc="0" normalizeH="0" baseline="0" noProof="0" dirty="0">
                <a:ln>
                  <a:noFill/>
                </a:ln>
                <a:solidFill>
                  <a:srgbClr val="000000"/>
                </a:solidFill>
                <a:effectLst/>
                <a:uLnTx/>
                <a:uFillTx/>
                <a:latin typeface="Montserrat"/>
                <a:ea typeface="+mn-ea"/>
                <a:cs typeface="+mn-cs"/>
              </a:rPr>
              <a:t>Студент 3 курса факультета </a:t>
            </a:r>
            <a:r>
              <a:rPr kumimoji="0" lang="en-US" sz="1200" b="0" i="0" u="none" strike="noStrike" kern="1200" cap="none" spc="0" normalizeH="0" baseline="0" noProof="0" dirty="0">
                <a:ln>
                  <a:noFill/>
                </a:ln>
                <a:solidFill>
                  <a:srgbClr val="000000"/>
                </a:solidFill>
                <a:effectLst/>
                <a:uLnTx/>
                <a:uFillTx/>
                <a:latin typeface="Montserrat"/>
                <a:ea typeface="+mn-ea"/>
                <a:cs typeface="+mn-cs"/>
              </a:rPr>
              <a:t>AI360, </a:t>
            </a:r>
            <a:r>
              <a:rPr kumimoji="0" lang="ru-RU" sz="1200" b="0" i="0" u="none" strike="noStrike" kern="1200" cap="none" spc="0" normalizeH="0" baseline="0" noProof="0" dirty="0">
                <a:ln>
                  <a:noFill/>
                </a:ln>
                <a:solidFill>
                  <a:srgbClr val="000000"/>
                </a:solidFill>
                <a:effectLst/>
                <a:uLnTx/>
                <a:uFillTx/>
                <a:latin typeface="Montserrat"/>
                <a:ea typeface="+mn-ea"/>
                <a:cs typeface="+mn-cs"/>
              </a:rPr>
              <a:t>МФТИ</a:t>
            </a:r>
          </a:p>
        </p:txBody>
      </p:sp>
      <p:sp>
        <p:nvSpPr>
          <p:cNvPr id="58" name="Текст 8">
            <a:extLst>
              <a:ext uri="{FF2B5EF4-FFF2-40B4-BE49-F238E27FC236}">
                <a16:creationId xmlns:a16="http://schemas.microsoft.com/office/drawing/2014/main" id="{8D1E397B-73F6-7777-9CD1-12E43986247F}"/>
              </a:ext>
            </a:extLst>
          </p:cNvPr>
          <p:cNvSpPr txBox="1">
            <a:spLocks/>
          </p:cNvSpPr>
          <p:nvPr/>
        </p:nvSpPr>
        <p:spPr>
          <a:xfrm>
            <a:off x="5170850" y="3622118"/>
            <a:ext cx="1722566" cy="627910"/>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marR="0" lvl="0" indent="0" algn="l" defTabSz="578755" rtl="0" eaLnBrk="1" fontAlgn="auto" latinLnBrk="0" hangingPunct="1">
              <a:lnSpc>
                <a:spcPct val="90000"/>
              </a:lnSpc>
              <a:spcBef>
                <a:spcPts val="631"/>
              </a:spcBef>
              <a:spcAft>
                <a:spcPts val="0"/>
              </a:spcAft>
              <a:buClr>
                <a:srgbClr val="FF0053"/>
              </a:buClr>
              <a:buSzTx/>
              <a:buFont typeface="Wingdings" pitchFamily="2" charset="2"/>
              <a:buNone/>
              <a:tabLst/>
              <a:defRPr/>
            </a:pPr>
            <a:r>
              <a:rPr kumimoji="0" lang="ru-RU" sz="1600" b="1" i="0" u="none" strike="noStrike" kern="1200" cap="none" spc="0" normalizeH="0" baseline="0" noProof="0" dirty="0">
                <a:ln>
                  <a:noFill/>
                </a:ln>
                <a:solidFill>
                  <a:srgbClr val="520977"/>
                </a:solidFill>
                <a:effectLst/>
                <a:uLnTx/>
                <a:uFillTx/>
                <a:latin typeface="Montserrat"/>
                <a:ea typeface="+mn-ea"/>
                <a:cs typeface="+mn-cs"/>
              </a:rPr>
              <a:t>Тимофей Ильин</a:t>
            </a:r>
          </a:p>
        </p:txBody>
      </p:sp>
      <p:sp>
        <p:nvSpPr>
          <p:cNvPr id="59" name="Скругленный прямоугольник 58">
            <a:extLst>
              <a:ext uri="{FF2B5EF4-FFF2-40B4-BE49-F238E27FC236}">
                <a16:creationId xmlns:a16="http://schemas.microsoft.com/office/drawing/2014/main" id="{0F406257-4D6A-D88A-21D7-91882F262CF5}"/>
              </a:ext>
            </a:extLst>
          </p:cNvPr>
          <p:cNvSpPr/>
          <p:nvPr/>
        </p:nvSpPr>
        <p:spPr>
          <a:xfrm>
            <a:off x="7302855" y="1522006"/>
            <a:ext cx="2192713" cy="4834352"/>
          </a:xfrm>
          <a:prstGeom prst="roundRect">
            <a:avLst>
              <a:gd name="adj" fmla="val 9821"/>
            </a:avLst>
          </a:prstGeom>
          <a:solidFill>
            <a:schemeClr val="bg1"/>
          </a:solid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t"/>
          <a:lstStyle/>
          <a:p>
            <a:pPr marL="0" marR="0" lvl="0" indent="0" algn="ctr" defTabSz="914220" rtl="0" eaLnBrk="1" fontAlgn="auto" latinLnBrk="0" hangingPunct="1">
              <a:lnSpc>
                <a:spcPct val="100000"/>
              </a:lnSpc>
              <a:spcBef>
                <a:spcPts val="0"/>
              </a:spcBef>
              <a:spcAft>
                <a:spcPts val="0"/>
              </a:spcAft>
              <a:buClrTx/>
              <a:buSzTx/>
              <a:buFontTx/>
              <a:buNone/>
              <a:tabLst/>
              <a:defRPr/>
            </a:pPr>
            <a:endParaRPr kumimoji="0" lang="ru-RU" sz="1800" b="1" i="0" u="none" strike="noStrike" kern="1200" cap="none" spc="0" normalizeH="0" baseline="0" noProof="0" dirty="0">
              <a:ln>
                <a:noFill/>
              </a:ln>
              <a:solidFill>
                <a:srgbClr val="FFD6E3"/>
              </a:solidFill>
              <a:effectLst/>
              <a:uLnTx/>
              <a:uFillTx/>
              <a:latin typeface="Montserrat"/>
              <a:ea typeface="+mn-ea"/>
              <a:cs typeface="+mn-cs"/>
            </a:endParaRPr>
          </a:p>
        </p:txBody>
      </p:sp>
      <p:sp>
        <p:nvSpPr>
          <p:cNvPr id="60" name="Текст 8">
            <a:extLst>
              <a:ext uri="{FF2B5EF4-FFF2-40B4-BE49-F238E27FC236}">
                <a16:creationId xmlns:a16="http://schemas.microsoft.com/office/drawing/2014/main" id="{44C1868D-BA5E-04C0-2882-2494450EF9D6}"/>
              </a:ext>
            </a:extLst>
          </p:cNvPr>
          <p:cNvSpPr txBox="1">
            <a:spLocks/>
          </p:cNvSpPr>
          <p:nvPr/>
        </p:nvSpPr>
        <p:spPr>
          <a:xfrm>
            <a:off x="7475139" y="4250028"/>
            <a:ext cx="1894354" cy="1624612"/>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144688" marR="0" lvl="0" indent="-144688" algn="l" defTabSz="578755" rtl="0" eaLnBrk="1" fontAlgn="base" latinLnBrk="0" hangingPunct="1">
              <a:lnSpc>
                <a:spcPct val="90000"/>
              </a:lnSpc>
              <a:spcBef>
                <a:spcPts val="600"/>
              </a:spcBef>
              <a:spcAft>
                <a:spcPts val="0"/>
              </a:spcAft>
              <a:buClr>
                <a:srgbClr val="FF0053"/>
              </a:buClr>
              <a:buSzTx/>
              <a:buFont typeface="Arial" panose="020B0604020202020204" pitchFamily="34" charset="0"/>
              <a:buChar char="•"/>
              <a:tabLst/>
              <a:defRPr/>
            </a:pPr>
            <a:r>
              <a:rPr kumimoji="0" lang="ru-RU" sz="1200" b="0" i="0" u="none" strike="noStrike" kern="1200" cap="none" spc="0" normalizeH="0" baseline="0" noProof="0" dirty="0">
                <a:ln>
                  <a:noFill/>
                </a:ln>
                <a:solidFill>
                  <a:srgbClr val="000000"/>
                </a:solidFill>
                <a:effectLst/>
                <a:uLnTx/>
                <a:uFillTx/>
                <a:latin typeface="Montserrat"/>
                <a:ea typeface="+mn-ea"/>
                <a:cs typeface="+mn-cs"/>
              </a:rPr>
              <a:t>Специалист</a:t>
            </a:r>
          </a:p>
          <a:p>
            <a:pPr marL="144688" marR="0" lvl="0" indent="-144688" algn="l" defTabSz="578755" rtl="0" eaLnBrk="1" fontAlgn="base" latinLnBrk="0" hangingPunct="1">
              <a:lnSpc>
                <a:spcPct val="90000"/>
              </a:lnSpc>
              <a:spcBef>
                <a:spcPts val="0"/>
              </a:spcBef>
              <a:spcAft>
                <a:spcPts val="0"/>
              </a:spcAft>
              <a:buClr>
                <a:srgbClr val="FF0053"/>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Montserrat"/>
                <a:ea typeface="+mn-ea"/>
                <a:cs typeface="+mn-cs"/>
              </a:rPr>
              <a:t>@alexa_skom</a:t>
            </a:r>
            <a:endParaRPr kumimoji="0" lang="ru-RU" sz="1200" b="0" i="0" u="none" strike="noStrike" kern="1200" cap="none" spc="0" normalizeH="0" baseline="0" noProof="0" dirty="0">
              <a:ln>
                <a:noFill/>
              </a:ln>
              <a:solidFill>
                <a:srgbClr val="000000"/>
              </a:solidFill>
              <a:effectLst/>
              <a:uLnTx/>
              <a:uFillTx/>
              <a:latin typeface="Montserrat"/>
              <a:ea typeface="+mn-ea"/>
              <a:cs typeface="+mn-cs"/>
            </a:endParaRPr>
          </a:p>
          <a:p>
            <a:pPr marL="144688" marR="0" lvl="0" indent="-144688" algn="l" defTabSz="578755" rtl="0" eaLnBrk="1" fontAlgn="base" latinLnBrk="0" hangingPunct="1">
              <a:lnSpc>
                <a:spcPct val="90000"/>
              </a:lnSpc>
              <a:spcBef>
                <a:spcPts val="0"/>
              </a:spcBef>
              <a:spcAft>
                <a:spcPts val="0"/>
              </a:spcAft>
              <a:buClr>
                <a:srgbClr val="FF0053"/>
              </a:buClr>
              <a:buSzTx/>
              <a:buFont typeface="Arial" panose="020B0604020202020204" pitchFamily="34" charset="0"/>
              <a:buChar char="•"/>
              <a:tabLst/>
              <a:defRPr/>
            </a:pPr>
            <a:r>
              <a:rPr kumimoji="0" lang="ru-RU" sz="1200" b="0" i="0" u="none" strike="noStrike" kern="1200" cap="none" spc="0" normalizeH="0" baseline="0" noProof="0" dirty="0">
                <a:ln>
                  <a:noFill/>
                </a:ln>
                <a:solidFill>
                  <a:srgbClr val="000000"/>
                </a:solidFill>
                <a:effectLst/>
                <a:uLnTx/>
                <a:uFillTx/>
                <a:latin typeface="Montserrat"/>
                <a:ea typeface="+mn-ea"/>
                <a:cs typeface="+mn-cs"/>
              </a:rPr>
              <a:t>Студент 3 курса института клинической медицины им. Н.В. Склифосовского, Первого МГМУ им. И.М. Сеченова </a:t>
            </a:r>
          </a:p>
        </p:txBody>
      </p:sp>
      <p:sp>
        <p:nvSpPr>
          <p:cNvPr id="61" name="Текст 8">
            <a:extLst>
              <a:ext uri="{FF2B5EF4-FFF2-40B4-BE49-F238E27FC236}">
                <a16:creationId xmlns:a16="http://schemas.microsoft.com/office/drawing/2014/main" id="{1A52C52A-3120-DA42-507D-5AE477E99E60}"/>
              </a:ext>
            </a:extLst>
          </p:cNvPr>
          <p:cNvSpPr txBox="1">
            <a:spLocks/>
          </p:cNvSpPr>
          <p:nvPr/>
        </p:nvSpPr>
        <p:spPr>
          <a:xfrm>
            <a:off x="7475138" y="3622118"/>
            <a:ext cx="1722566" cy="627910"/>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marR="0" lvl="0" indent="0" algn="l" defTabSz="578755" rtl="0" eaLnBrk="1" fontAlgn="auto" latinLnBrk="0" hangingPunct="1">
              <a:lnSpc>
                <a:spcPct val="90000"/>
              </a:lnSpc>
              <a:spcBef>
                <a:spcPts val="631"/>
              </a:spcBef>
              <a:spcAft>
                <a:spcPts val="0"/>
              </a:spcAft>
              <a:buClr>
                <a:srgbClr val="FF0053"/>
              </a:buClr>
              <a:buSzTx/>
              <a:buFont typeface="Wingdings" pitchFamily="2" charset="2"/>
              <a:buNone/>
              <a:tabLst/>
              <a:defRPr/>
            </a:pPr>
            <a:r>
              <a:rPr kumimoji="0" lang="ru-RU" sz="1600" b="1" i="0" u="none" strike="noStrike" kern="1200" cap="none" spc="0" normalizeH="0" baseline="0" noProof="0" dirty="0" err="1">
                <a:ln>
                  <a:noFill/>
                </a:ln>
                <a:solidFill>
                  <a:srgbClr val="520977"/>
                </a:solidFill>
                <a:effectLst/>
                <a:uLnTx/>
                <a:uFillTx/>
                <a:latin typeface="Montserrat"/>
                <a:ea typeface="+mn-ea"/>
                <a:cs typeface="+mn-cs"/>
              </a:rPr>
              <a:t>Скоморохова</a:t>
            </a:r>
            <a:r>
              <a:rPr kumimoji="0" lang="ru-RU" sz="1600" b="1" i="0" u="none" strike="noStrike" kern="1200" cap="none" spc="0" normalizeH="0" baseline="0" noProof="0" dirty="0">
                <a:ln>
                  <a:noFill/>
                </a:ln>
                <a:solidFill>
                  <a:srgbClr val="520977"/>
                </a:solidFill>
                <a:effectLst/>
                <a:uLnTx/>
                <a:uFillTx/>
                <a:latin typeface="Montserrat"/>
                <a:ea typeface="+mn-ea"/>
                <a:cs typeface="+mn-cs"/>
              </a:rPr>
              <a:t> Александра</a:t>
            </a:r>
          </a:p>
        </p:txBody>
      </p:sp>
      <p:sp>
        <p:nvSpPr>
          <p:cNvPr id="17" name="Скругленный прямоугольник 16">
            <a:extLst>
              <a:ext uri="{FF2B5EF4-FFF2-40B4-BE49-F238E27FC236}">
                <a16:creationId xmlns:a16="http://schemas.microsoft.com/office/drawing/2014/main" id="{FC0035EA-559C-020F-D4A8-B4146A26E8E5}"/>
              </a:ext>
            </a:extLst>
          </p:cNvPr>
          <p:cNvSpPr/>
          <p:nvPr/>
        </p:nvSpPr>
        <p:spPr>
          <a:xfrm>
            <a:off x="2694279" y="1522006"/>
            <a:ext cx="2192713" cy="4834352"/>
          </a:xfrm>
          <a:prstGeom prst="roundRect">
            <a:avLst>
              <a:gd name="adj" fmla="val 9821"/>
            </a:avLst>
          </a:prstGeom>
          <a:solidFill>
            <a:schemeClr val="bg1"/>
          </a:solid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t"/>
          <a:lstStyle/>
          <a:p>
            <a:pPr marL="0" marR="0" lvl="0" indent="0" algn="ctr" defTabSz="914220" rtl="0" eaLnBrk="1" fontAlgn="auto" latinLnBrk="0" hangingPunct="1">
              <a:lnSpc>
                <a:spcPct val="100000"/>
              </a:lnSpc>
              <a:spcBef>
                <a:spcPts val="0"/>
              </a:spcBef>
              <a:spcAft>
                <a:spcPts val="0"/>
              </a:spcAft>
              <a:buClrTx/>
              <a:buSzTx/>
              <a:buFontTx/>
              <a:buNone/>
              <a:tabLst/>
              <a:defRPr/>
            </a:pPr>
            <a:endParaRPr kumimoji="0" lang="ru-RU" sz="1800" b="1" i="0" u="none" strike="noStrike" kern="1200" cap="none" spc="0" normalizeH="0" baseline="0" noProof="0" dirty="0">
              <a:ln>
                <a:noFill/>
              </a:ln>
              <a:solidFill>
                <a:srgbClr val="FFD6E3"/>
              </a:solidFill>
              <a:effectLst/>
              <a:uLnTx/>
              <a:uFillTx/>
              <a:latin typeface="Montserrat"/>
              <a:ea typeface="+mn-ea"/>
              <a:cs typeface="+mn-cs"/>
            </a:endParaRPr>
          </a:p>
        </p:txBody>
      </p:sp>
      <p:sp>
        <p:nvSpPr>
          <p:cNvPr id="13" name="Скругленный прямоугольник 12">
            <a:extLst>
              <a:ext uri="{FF2B5EF4-FFF2-40B4-BE49-F238E27FC236}">
                <a16:creationId xmlns:a16="http://schemas.microsoft.com/office/drawing/2014/main" id="{4F9EEB10-D234-64E3-5744-B3981F11A494}"/>
              </a:ext>
            </a:extLst>
          </p:cNvPr>
          <p:cNvSpPr/>
          <p:nvPr/>
        </p:nvSpPr>
        <p:spPr>
          <a:xfrm>
            <a:off x="346075" y="324562"/>
            <a:ext cx="3952656" cy="620919"/>
          </a:xfrm>
          <a:prstGeom prst="roundRect">
            <a:avLst>
              <a:gd name="adj" fmla="val 18706"/>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t"/>
          <a:lstStyle/>
          <a:p>
            <a:pPr marL="0" marR="0" lvl="0" indent="0" algn="ctr" defTabSz="914220" rtl="0" eaLnBrk="1" fontAlgn="auto" latinLnBrk="0" hangingPunct="1">
              <a:lnSpc>
                <a:spcPct val="100000"/>
              </a:lnSpc>
              <a:spcBef>
                <a:spcPts val="0"/>
              </a:spcBef>
              <a:spcAft>
                <a:spcPts val="0"/>
              </a:spcAft>
              <a:buClrTx/>
              <a:buSzTx/>
              <a:buFontTx/>
              <a:buNone/>
              <a:tabLst/>
              <a:defRPr/>
            </a:pPr>
            <a:endParaRPr kumimoji="0" lang="ru-RU" sz="1800" b="1" i="0" u="none" strike="noStrike" kern="1200" cap="none" spc="0" normalizeH="0" baseline="0" noProof="0" dirty="0">
              <a:ln>
                <a:noFill/>
              </a:ln>
              <a:solidFill>
                <a:srgbClr val="FFD6E3"/>
              </a:solidFill>
              <a:effectLst/>
              <a:uLnTx/>
              <a:uFillTx/>
              <a:latin typeface="Montserrat"/>
              <a:ea typeface="+mn-ea"/>
              <a:cs typeface="+mn-cs"/>
            </a:endParaRPr>
          </a:p>
        </p:txBody>
      </p:sp>
      <p:sp>
        <p:nvSpPr>
          <p:cNvPr id="18" name="Номер слайда 17">
            <a:extLst>
              <a:ext uri="{FF2B5EF4-FFF2-40B4-BE49-F238E27FC236}">
                <a16:creationId xmlns:a16="http://schemas.microsoft.com/office/drawing/2014/main" id="{ADFA4405-6EC1-3A52-92A7-2CA2130BB2B8}"/>
              </a:ext>
            </a:extLst>
          </p:cNvPr>
          <p:cNvSpPr>
            <a:spLocks noGrp="1"/>
          </p:cNvSpPr>
          <p:nvPr>
            <p:ph type="sldNum" sz="quarter" idx="4"/>
          </p:nvPr>
        </p:nvSpPr>
        <p:spPr/>
        <p:txBody>
          <a:bodyPr/>
          <a:lstStyle/>
          <a:p>
            <a:pPr marL="0" marR="0" lvl="0" indent="0" algn="ctr" defTabSz="91422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FFFFFF">
                    <a:lumMod val="95000"/>
                  </a:srgbClr>
                </a:solidFill>
                <a:effectLst/>
                <a:uLnTx/>
                <a:uFillTx/>
                <a:latin typeface="Montserrat"/>
                <a:ea typeface="+mn-ea"/>
                <a:cs typeface="+mn-cs"/>
              </a:rPr>
              <a:t>3</a:t>
            </a:r>
          </a:p>
        </p:txBody>
      </p:sp>
      <p:sp>
        <p:nvSpPr>
          <p:cNvPr id="7" name="Заголовок 6">
            <a:extLst>
              <a:ext uri="{FF2B5EF4-FFF2-40B4-BE49-F238E27FC236}">
                <a16:creationId xmlns:a16="http://schemas.microsoft.com/office/drawing/2014/main" id="{A8302BF4-F579-F30C-0D0B-9EC587DE2AD1}"/>
              </a:ext>
            </a:extLst>
          </p:cNvPr>
          <p:cNvSpPr>
            <a:spLocks noGrp="1"/>
          </p:cNvSpPr>
          <p:nvPr>
            <p:ph type="title"/>
          </p:nvPr>
        </p:nvSpPr>
        <p:spPr>
          <a:xfrm>
            <a:off x="518359" y="449787"/>
            <a:ext cx="9862734" cy="376138"/>
          </a:xfrm>
        </p:spPr>
        <p:txBody>
          <a:bodyPr/>
          <a:lstStyle/>
          <a:p>
            <a:r>
              <a:t>КОМАНДА</a:t>
            </a:r>
          </a:p>
        </p:txBody>
      </p:sp>
      <p:sp>
        <p:nvSpPr>
          <p:cNvPr id="9" name="Текст 8">
            <a:extLst>
              <a:ext uri="{FF2B5EF4-FFF2-40B4-BE49-F238E27FC236}">
                <a16:creationId xmlns:a16="http://schemas.microsoft.com/office/drawing/2014/main" id="{8392728C-0D28-63FE-46DB-BBDA5226DAE1}"/>
              </a:ext>
            </a:extLst>
          </p:cNvPr>
          <p:cNvSpPr>
            <a:spLocks noGrp="1"/>
          </p:cNvSpPr>
          <p:nvPr>
            <p:ph type="body" sz="quarter" idx="27"/>
          </p:nvPr>
        </p:nvSpPr>
        <p:spPr>
          <a:xfrm>
            <a:off x="2866563" y="4250027"/>
            <a:ext cx="1894354" cy="1994361"/>
          </a:xfrm>
        </p:spPr>
        <p:txBody>
          <a:bodyPr>
            <a:normAutofit/>
          </a:bodyPr>
          <a:lstStyle/>
          <a:p>
            <a:pPr rtl="0" fontAlgn="base">
              <a:spcBef>
                <a:spcPts val="600"/>
              </a:spcBef>
              <a:spcAft>
                <a:spcPts val="0"/>
              </a:spcAft>
              <a:buFont typeface="Arial" panose="020B0604020202020204" pitchFamily="34" charset="0"/>
              <a:buChar char="•"/>
            </a:pPr>
            <a:r>
              <a:rPr lang="ru-RU" sz="1200" dirty="0">
                <a:solidFill>
                  <a:schemeClr val="tx1"/>
                </a:solidFill>
              </a:rPr>
              <a:t>бэкенд-программист, </a:t>
            </a:r>
            <a:r>
              <a:rPr lang="ru-RU" sz="1200" dirty="0" err="1">
                <a:solidFill>
                  <a:schemeClr val="tx1"/>
                </a:solidFill>
              </a:rPr>
              <a:t>фронтенд</a:t>
            </a:r>
            <a:r>
              <a:rPr lang="ru-RU" sz="1200" dirty="0">
                <a:solidFill>
                  <a:schemeClr val="tx1"/>
                </a:solidFill>
              </a:rPr>
              <a:t>-программист</a:t>
            </a:r>
          </a:p>
          <a:p>
            <a:pPr rtl="0" fontAlgn="base">
              <a:spcBef>
                <a:spcPts val="0"/>
              </a:spcBef>
              <a:spcAft>
                <a:spcPts val="0"/>
              </a:spcAft>
              <a:buFont typeface="Arial" panose="020B0604020202020204" pitchFamily="34" charset="0"/>
              <a:buChar char="•"/>
            </a:pPr>
            <a:r>
              <a:rPr lang="en-US" sz="1200" dirty="0">
                <a:solidFill>
                  <a:schemeClr val="tx1"/>
                </a:solidFill>
              </a:rPr>
              <a:t>@Patricium239</a:t>
            </a:r>
            <a:endParaRPr lang="ru-RU" sz="1200" dirty="0">
              <a:solidFill>
                <a:schemeClr val="tx1"/>
              </a:solidFill>
            </a:endParaRPr>
          </a:p>
          <a:p>
            <a:pPr rtl="0" fontAlgn="base">
              <a:spcBef>
                <a:spcPts val="0"/>
              </a:spcBef>
              <a:spcAft>
                <a:spcPts val="0"/>
              </a:spcAft>
              <a:buFont typeface="Arial" panose="020B0604020202020204" pitchFamily="34" charset="0"/>
              <a:buChar char="•"/>
            </a:pPr>
            <a:r>
              <a:rPr lang="ru-RU" sz="1200" dirty="0">
                <a:solidFill>
                  <a:schemeClr val="tx1"/>
                </a:solidFill>
              </a:rPr>
              <a:t>Студент 3 курса факультета Математики и Компьютерных наук СПбГУ</a:t>
            </a:r>
          </a:p>
        </p:txBody>
      </p:sp>
      <p:sp>
        <p:nvSpPr>
          <p:cNvPr id="15" name="Текст 8">
            <a:extLst>
              <a:ext uri="{FF2B5EF4-FFF2-40B4-BE49-F238E27FC236}">
                <a16:creationId xmlns:a16="http://schemas.microsoft.com/office/drawing/2014/main" id="{34A1767C-75B2-E3D4-5057-DD85E6AB1440}"/>
              </a:ext>
            </a:extLst>
          </p:cNvPr>
          <p:cNvSpPr txBox="1">
            <a:spLocks/>
          </p:cNvSpPr>
          <p:nvPr/>
        </p:nvSpPr>
        <p:spPr>
          <a:xfrm>
            <a:off x="2866562" y="3622118"/>
            <a:ext cx="1722566" cy="627910"/>
          </a:xfrm>
          <a:prstGeom prst="rect">
            <a:avLst/>
          </a:prstGeom>
          <a:ln>
            <a:noFill/>
          </a:ln>
        </p:spPr>
        <p:txBody>
          <a:bodyPr vert="horz" lIns="91440" tIns="45720" rIns="91440" bIns="45720" rtlCol="0">
            <a:normAutofit/>
          </a:bodyPr>
          <a:lstStyle>
            <a:lvl1pPr marL="144688" indent="-144688" algn="l" defTabSz="578755" rtl="0" eaLnBrk="1" latinLnBrk="0" hangingPunct="1">
              <a:lnSpc>
                <a:spcPct val="90000"/>
              </a:lnSpc>
              <a:spcBef>
                <a:spcPts val="631"/>
              </a:spcBef>
              <a:buClr>
                <a:schemeClr val="accent1"/>
              </a:buClr>
              <a:buFont typeface="Wingdings" pitchFamily="2" charset="2"/>
              <a:buChar char="§"/>
              <a:defRPr sz="1400" kern="1200">
                <a:solidFill>
                  <a:schemeClr val="bg1">
                    <a:lumMod val="95000"/>
                  </a:schemeClr>
                </a:solidFill>
                <a:latin typeface="+mn-lt"/>
                <a:ea typeface="+mn-ea"/>
                <a:cs typeface="+mn-cs"/>
              </a:defRPr>
            </a:lvl1pPr>
            <a:lvl2pPr marL="434067" indent="-144688" algn="l" defTabSz="578755" rtl="0" eaLnBrk="1" latinLnBrk="0" hangingPunct="1">
              <a:lnSpc>
                <a:spcPct val="90000"/>
              </a:lnSpc>
              <a:spcBef>
                <a:spcPts val="317"/>
              </a:spcBef>
              <a:buFont typeface="Arial" panose="020B0604020202020204" pitchFamily="34" charset="0"/>
              <a:buChar char="•"/>
              <a:defRPr sz="1271" kern="1200">
                <a:solidFill>
                  <a:schemeClr val="bg1">
                    <a:lumMod val="95000"/>
                  </a:schemeClr>
                </a:solidFill>
                <a:latin typeface="+mn-lt"/>
                <a:ea typeface="+mn-ea"/>
                <a:cs typeface="+mn-cs"/>
              </a:defRPr>
            </a:lvl2pPr>
            <a:lvl3pPr marL="723445" indent="-144688" algn="l" defTabSz="578755" rtl="0" eaLnBrk="1" latinLnBrk="0" hangingPunct="1">
              <a:lnSpc>
                <a:spcPct val="90000"/>
              </a:lnSpc>
              <a:spcBef>
                <a:spcPts val="317"/>
              </a:spcBef>
              <a:buFont typeface="Arial" panose="020B0604020202020204" pitchFamily="34" charset="0"/>
              <a:buChar char="•"/>
              <a:defRPr sz="997" kern="1200">
                <a:solidFill>
                  <a:schemeClr val="bg1">
                    <a:lumMod val="95000"/>
                  </a:schemeClr>
                </a:solidFill>
                <a:latin typeface="+mn-lt"/>
                <a:ea typeface="+mn-ea"/>
                <a:cs typeface="+mn-cs"/>
              </a:defRPr>
            </a:lvl3pPr>
            <a:lvl4pPr marL="1012822"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4pPr>
            <a:lvl5pPr marL="1302200" indent="-144688" algn="l" defTabSz="578755" rtl="0" eaLnBrk="1" latinLnBrk="0" hangingPunct="1">
              <a:lnSpc>
                <a:spcPct val="90000"/>
              </a:lnSpc>
              <a:spcBef>
                <a:spcPts val="317"/>
              </a:spcBef>
              <a:buFont typeface="Arial" panose="020B0604020202020204" pitchFamily="34" charset="0"/>
              <a:buChar char="•"/>
              <a:defRPr sz="907" kern="1200">
                <a:solidFill>
                  <a:schemeClr val="bg1">
                    <a:lumMod val="95000"/>
                  </a:schemeClr>
                </a:solidFill>
                <a:latin typeface="+mn-lt"/>
                <a:ea typeface="+mn-ea"/>
                <a:cs typeface="+mn-cs"/>
              </a:defRPr>
            </a:lvl5pPr>
            <a:lvl6pPr marL="1591576"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6pPr>
            <a:lvl7pPr marL="1880955"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7pPr>
            <a:lvl8pPr marL="2170334"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8pPr>
            <a:lvl9pPr marL="2459712" indent="-144688" algn="l" defTabSz="578755" rtl="0" eaLnBrk="1" latinLnBrk="0" hangingPunct="1">
              <a:lnSpc>
                <a:spcPct val="90000"/>
              </a:lnSpc>
              <a:spcBef>
                <a:spcPts val="317"/>
              </a:spcBef>
              <a:buFont typeface="Arial" panose="020B0604020202020204" pitchFamily="34" charset="0"/>
              <a:buChar char="•"/>
              <a:defRPr sz="1141" kern="1200">
                <a:solidFill>
                  <a:schemeClr val="tx1"/>
                </a:solidFill>
                <a:latin typeface="+mn-lt"/>
                <a:ea typeface="+mn-ea"/>
                <a:cs typeface="+mn-cs"/>
              </a:defRPr>
            </a:lvl9pPr>
          </a:lstStyle>
          <a:p>
            <a:pPr marL="0" marR="0" lvl="0" indent="0" algn="l" defTabSz="578755" rtl="0" eaLnBrk="1" fontAlgn="auto" latinLnBrk="0" hangingPunct="1">
              <a:lnSpc>
                <a:spcPct val="90000"/>
              </a:lnSpc>
              <a:spcBef>
                <a:spcPts val="631"/>
              </a:spcBef>
              <a:spcAft>
                <a:spcPts val="0"/>
              </a:spcAft>
              <a:buClr>
                <a:srgbClr val="FF0053"/>
              </a:buClr>
              <a:buSzTx/>
              <a:buFont typeface="Wingdings" pitchFamily="2" charset="2"/>
              <a:buNone/>
              <a:tabLst/>
              <a:defRPr/>
            </a:pPr>
            <a:r>
              <a:rPr kumimoji="0" lang="ru-RU" sz="1600" b="1" i="0" u="none" strike="noStrike" kern="1200" cap="none" spc="0" normalizeH="0" baseline="0" noProof="0" dirty="0">
                <a:ln>
                  <a:noFill/>
                </a:ln>
                <a:solidFill>
                  <a:srgbClr val="520977"/>
                </a:solidFill>
                <a:effectLst/>
                <a:uLnTx/>
                <a:uFillTx/>
                <a:latin typeface="Montserrat"/>
                <a:ea typeface="+mn-ea"/>
                <a:cs typeface="+mn-cs"/>
              </a:rPr>
              <a:t>Михаил Урусов</a:t>
            </a:r>
          </a:p>
        </p:txBody>
      </p:sp>
      <p:sp>
        <p:nvSpPr>
          <p:cNvPr id="68" name="Oval 67"/>
          <p:cNvSpPr/>
          <p:nvPr/>
        </p:nvSpPr>
        <p:spPr>
          <a:xfrm>
            <a:off x="3174339" y="1897380"/>
            <a:ext cx="1234440" cy="1234440"/>
          </a:xfrm>
          <a:prstGeom prst="ellipse">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220" rtl="0" eaLnBrk="1" fontAlgn="auto" latinLnBrk="0" hangingPunct="1">
              <a:lnSpc>
                <a:spcPct val="100000"/>
              </a:lnSpc>
              <a:spcBef>
                <a:spcPts val="0"/>
              </a:spcBef>
              <a:spcAft>
                <a:spcPts val="0"/>
              </a:spcAft>
              <a:buClrTx/>
              <a:buSzTx/>
              <a:buFontTx/>
              <a:buNone/>
              <a:tabLst/>
              <a:defRPr/>
            </a:pPr>
            <a:r>
              <a:rPr kumimoji="0" sz="3000" b="0" i="0" u="none" strike="noStrike" kern="1200" cap="none" spc="0" normalizeH="0" baseline="0" noProof="0" dirty="0">
                <a:ln>
                  <a:noFill/>
                </a:ln>
                <a:solidFill>
                  <a:srgbClr val="520977"/>
                </a:solidFill>
                <a:effectLst/>
                <a:uLnTx/>
                <a:uFillTx/>
                <a:latin typeface="Montserrat"/>
                <a:ea typeface="Montserrat"/>
                <a:cs typeface="Montserrat"/>
              </a:rPr>
              <a:t>?</a:t>
            </a:r>
          </a:p>
        </p:txBody>
      </p:sp>
      <p:sp>
        <p:nvSpPr>
          <p:cNvPr id="69" name="Oval 68"/>
          <p:cNvSpPr/>
          <p:nvPr/>
        </p:nvSpPr>
        <p:spPr>
          <a:xfrm>
            <a:off x="5478627" y="1897380"/>
            <a:ext cx="1234440" cy="1234440"/>
          </a:xfrm>
          <a:prstGeom prst="ellipse">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220" rtl="0" eaLnBrk="1" fontAlgn="auto" latinLnBrk="0" hangingPunct="1">
              <a:lnSpc>
                <a:spcPct val="100000"/>
              </a:lnSpc>
              <a:spcBef>
                <a:spcPts val="0"/>
              </a:spcBef>
              <a:spcAft>
                <a:spcPts val="0"/>
              </a:spcAft>
              <a:buClrTx/>
              <a:buSzTx/>
              <a:buFontTx/>
              <a:buNone/>
              <a:tabLst/>
              <a:defRPr/>
            </a:pPr>
            <a:r>
              <a:rPr kumimoji="0" sz="3000" b="1" i="0" u="none" strike="noStrike" kern="1200" cap="none" spc="0" normalizeH="0" baseline="0" noProof="0">
                <a:ln>
                  <a:noFill/>
                </a:ln>
                <a:solidFill>
                  <a:srgbClr val="520977"/>
                </a:solidFill>
                <a:effectLst/>
                <a:uLnTx/>
                <a:uFillTx/>
                <a:latin typeface="Montserrat"/>
                <a:ea typeface="Montserrat"/>
                <a:cs typeface="Montserrat"/>
              </a:rPr>
              <a:t>?</a:t>
            </a:r>
          </a:p>
        </p:txBody>
      </p:sp>
      <p:sp>
        <p:nvSpPr>
          <p:cNvPr id="70" name="Oval 69"/>
          <p:cNvSpPr/>
          <p:nvPr/>
        </p:nvSpPr>
        <p:spPr>
          <a:xfrm>
            <a:off x="7782915" y="1897380"/>
            <a:ext cx="1234440" cy="1234440"/>
          </a:xfrm>
          <a:prstGeom prst="ellipse">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220" rtl="0" eaLnBrk="1" fontAlgn="auto" latinLnBrk="0" hangingPunct="1">
              <a:lnSpc>
                <a:spcPct val="100000"/>
              </a:lnSpc>
              <a:spcBef>
                <a:spcPts val="0"/>
              </a:spcBef>
              <a:spcAft>
                <a:spcPts val="0"/>
              </a:spcAft>
              <a:buClrTx/>
              <a:buSzTx/>
              <a:buFontTx/>
              <a:buNone/>
              <a:tabLst/>
              <a:defRPr/>
            </a:pPr>
            <a:r>
              <a:rPr kumimoji="0" sz="3000" b="1" i="0" u="none" strike="noStrike" kern="1200" cap="none" spc="0" normalizeH="0" baseline="0" noProof="0">
                <a:ln>
                  <a:noFill/>
                </a:ln>
                <a:solidFill>
                  <a:srgbClr val="520977"/>
                </a:solidFill>
                <a:effectLst/>
                <a:uLnTx/>
                <a:uFillTx/>
                <a:latin typeface="Montserrat"/>
                <a:ea typeface="Montserrat"/>
                <a:cs typeface="Montserrat"/>
              </a:rPr>
              <a:t>?</a:t>
            </a:r>
          </a:p>
        </p:txBody>
      </p:sp>
      <p:pic>
        <p:nvPicPr>
          <p:cNvPr id="5" name="Рисунок 4">
            <a:extLst>
              <a:ext uri="{FF2B5EF4-FFF2-40B4-BE49-F238E27FC236}">
                <a16:creationId xmlns:a16="http://schemas.microsoft.com/office/drawing/2014/main" id="{48F3239E-B922-CE21-04EF-0CE7B32D6BE5}"/>
              </a:ext>
            </a:extLst>
          </p:cNvPr>
          <p:cNvPicPr>
            <a:picLocks noChangeAspect="1"/>
          </p:cNvPicPr>
          <p:nvPr/>
        </p:nvPicPr>
        <p:blipFill>
          <a:blip r:embed="rId3"/>
          <a:stretch>
            <a:fillRect/>
          </a:stretch>
        </p:blipFill>
        <p:spPr>
          <a:xfrm>
            <a:off x="2906769" y="1691704"/>
            <a:ext cx="1642152" cy="1642152"/>
          </a:xfrm>
          <a:prstGeom prst="flowChartConnector">
            <a:avLst/>
          </a:prstGeom>
        </p:spPr>
      </p:pic>
      <p:pic>
        <p:nvPicPr>
          <p:cNvPr id="8" name="Рисунок 7">
            <a:extLst>
              <a:ext uri="{FF2B5EF4-FFF2-40B4-BE49-F238E27FC236}">
                <a16:creationId xmlns:a16="http://schemas.microsoft.com/office/drawing/2014/main" id="{762AEB89-1C6F-7FC7-B258-2FD598ED4529}"/>
              </a:ext>
            </a:extLst>
          </p:cNvPr>
          <p:cNvPicPr>
            <a:picLocks noChangeAspect="1"/>
          </p:cNvPicPr>
          <p:nvPr/>
        </p:nvPicPr>
        <p:blipFill>
          <a:blip r:embed="rId4"/>
          <a:srcRect b="20401"/>
          <a:stretch/>
        </p:blipFill>
        <p:spPr>
          <a:xfrm>
            <a:off x="5355619" y="1686536"/>
            <a:ext cx="1499311" cy="1644333"/>
          </a:xfrm>
          <a:prstGeom prst="flowChartConnector">
            <a:avLst/>
          </a:prstGeom>
        </p:spPr>
      </p:pic>
      <p:pic>
        <p:nvPicPr>
          <p:cNvPr id="11" name="Рисунок 10">
            <a:extLst>
              <a:ext uri="{FF2B5EF4-FFF2-40B4-BE49-F238E27FC236}">
                <a16:creationId xmlns:a16="http://schemas.microsoft.com/office/drawing/2014/main" id="{E1756D94-F4FB-15CC-319F-E95C7E58C6C3}"/>
              </a:ext>
            </a:extLst>
          </p:cNvPr>
          <p:cNvPicPr>
            <a:picLocks noChangeAspect="1"/>
          </p:cNvPicPr>
          <p:nvPr/>
        </p:nvPicPr>
        <p:blipFill>
          <a:blip r:embed="rId5"/>
          <a:srcRect l="11590" t="28849" r="19286" b="19027"/>
          <a:stretch/>
        </p:blipFill>
        <p:spPr>
          <a:xfrm>
            <a:off x="7522239" y="1691704"/>
            <a:ext cx="1630300" cy="1639166"/>
          </a:xfrm>
          <a:prstGeom prst="flowChartConnector">
            <a:avLst/>
          </a:prstGeom>
        </p:spPr>
      </p:pic>
    </p:spTree>
    <p:extLst>
      <p:ext uri="{BB962C8B-B14F-4D97-AF65-F5344CB8AC3E}">
        <p14:creationId xmlns:p14="http://schemas.microsoft.com/office/powerpoint/2010/main" val="21360078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Rounded Rectangle 1"/>
          <p:cNvSpPr/>
          <p:nvPr/>
        </p:nvSpPr>
        <p:spPr>
          <a:xfrm>
            <a:off x="346075" y="324562"/>
            <a:ext cx="3872483" cy="620919"/>
          </a:xfrm>
          <a:prstGeom prst="roundRect">
            <a:avLst>
              <a:gd name="adj" fmla="val 187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КОРОТКО О РЕШЕНИИ</a:t>
            </a:r>
          </a:p>
        </p:txBody>
      </p:sp>
      <p:sp>
        <p:nvSpPr>
          <p:cNvPr id="901" name="Номер слайда"/>
          <p:cNvSpPr>
            <a:spLocks noGrp="1"/>
          </p:cNvSpPr>
          <p:nvPr>
            <p:ph type="sldNum" sz="quarter" idx="4"/>
          </p:nvPr>
        </p:nvSpPr>
        <p:spPr>
          <a:xfrm>
            <a:off x="11064240" y="6355080"/>
            <a:ext cx="868680" cy="365760"/>
          </a:xfrm>
        </p:spPr>
        <p:txBody>
          <a:bodyPr/>
          <a:lstStyle/>
          <a:p>
            <a:r>
              <a:rPr/>
              <a:t>1</a:t>
            </a:r>
          </a:p>
        </p:txBody>
      </p:sp>
      <p:sp>
        <p:nvSpPr>
          <p:cNvPr id="902" name="Rounded Rectangle 901"/>
          <p:cNvSpPr/>
          <p:nvPr/>
        </p:nvSpPr>
        <p:spPr>
          <a:xfrm>
            <a:off x="346075" y="1207008"/>
            <a:ext cx="5440680" cy="4992624"/>
          </a:xfrm>
          <a:prstGeom prst="roundRect">
            <a:avLst>
              <a:gd name="adj" fmla="val 3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3" name="TextBox 902"/>
          <p:cNvSpPr txBox="1"/>
          <p:nvPr/>
        </p:nvSpPr>
        <p:spPr>
          <a:xfrm>
            <a:off x="620395" y="1481328"/>
            <a:ext cx="4892040" cy="457200"/>
          </a:xfrm>
          <a:prstGeom prst="rect">
            <a:avLst/>
          </a:prstGeom>
          <a:noFill/>
        </p:spPr>
        <p:txBody>
          <a:bodyPr wrap="square" lIns="0" tIns="0" rIns="0" bIns="0" anchor="t"/>
          <a:lstStyle/>
          <a:p>
            <a:pPr algn="l">
              <a:lnSpc>
                <a:spcPct val="110000"/>
              </a:lnSpc>
              <a:spcAft>
                <a:spcPts val="0"/>
              </a:spcAft>
            </a:pPr>
            <a:r>
              <a:rPr sz="2000" b="1" i="0">
                <a:solidFill>
                  <a:srgbClr val="520977"/>
                </a:solidFill>
                <a:latin typeface="Montserrat"/>
                <a:ea typeface="Montserrat"/>
                <a:cs typeface="Montserrat"/>
              </a:rPr>
              <a:t>Что получает специалист</a:t>
            </a:r>
          </a:p>
        </p:txBody>
      </p:sp>
      <p:sp>
        <p:nvSpPr>
          <p:cNvPr id="904" name="TextBox 903"/>
          <p:cNvSpPr txBox="1"/>
          <p:nvPr/>
        </p:nvSpPr>
        <p:spPr>
          <a:xfrm>
            <a:off x="620395" y="2029968"/>
            <a:ext cx="4892040" cy="4032504"/>
          </a:xfrm>
          <a:prstGeom prst="rect">
            <a:avLst/>
          </a:prstGeom>
          <a:noFill/>
        </p:spPr>
        <p:txBody>
          <a:bodyPr wrap="square" lIns="0" tIns="0" rIns="0" bIns="0" anchor="t"/>
          <a:lstStyle/>
          <a:p>
            <a:pPr marL="0" indent="0" algn="l">
              <a:lnSpc>
                <a:spcPct val="112000"/>
              </a:lnSpc>
              <a:spcAft>
                <a:spcPts val="1700"/>
              </a:spcAft>
              <a:buNone/>
            </a:pPr>
            <a:r>
              <a:rPr sz="1700">
                <a:solidFill>
                  <a:srgbClr val="251335"/>
                </a:solidFill>
                <a:latin typeface="Montserrat"/>
              </a:rPr>
              <a:t>• Вход: DICOM, папка или ZIP; повторы по пикселям удаляются.</a:t>
            </a:r>
          </a:p>
          <a:p>
            <a:pPr marL="0" indent="0" algn="l">
              <a:lnSpc>
                <a:spcPct val="112000"/>
              </a:lnSpc>
              <a:spcAft>
                <a:spcPts val="1700"/>
              </a:spcAft>
              <a:buNone/>
            </a:pPr>
            <a:r>
              <a:rPr sz="1700">
                <a:solidFill>
                  <a:srgbClr val="251335"/>
                </a:solidFill>
                <a:latin typeface="Montserrat"/>
              </a:rPr>
              <a:t>• Позвоночник и бедро: все найденные нарушения в одном отчёте.</a:t>
            </a:r>
          </a:p>
          <a:p>
            <a:pPr marL="0" indent="0" algn="l">
              <a:lnSpc>
                <a:spcPct val="112000"/>
              </a:lnSpc>
              <a:spcAft>
                <a:spcPts val="1700"/>
              </a:spcAft>
              <a:buNone/>
            </a:pPr>
            <a:r>
              <a:rPr sz="1700">
                <a:solidFill>
                  <a:srgbClr val="251335"/>
                </a:solidFill>
                <a:latin typeface="Montserrat"/>
              </a:rPr>
              <a:t>• Измерения в градусах и миллиметрах, разметка и пояснения.</a:t>
            </a:r>
          </a:p>
          <a:p>
            <a:pPr marL="0" indent="0" algn="l">
              <a:lnSpc>
                <a:spcPct val="112000"/>
              </a:lnSpc>
              <a:spcAft>
                <a:spcPts val="1700"/>
              </a:spcAft>
              <a:buNone/>
            </a:pPr>
            <a:r>
              <a:rPr sz="1700">
                <a:solidFill>
                  <a:srgbClr val="251335"/>
                </a:solidFill>
                <a:latin typeface="Montserrat"/>
              </a:rPr>
              <a:t>• Выход: XLSX / CSV, снимки с отметками и DICOM SR.</a:t>
            </a:r>
          </a:p>
        </p:txBody>
      </p:sp>
      <p:sp>
        <p:nvSpPr>
          <p:cNvPr id="905" name="Rounded Rectangle 904"/>
          <p:cNvSpPr/>
          <p:nvPr/>
        </p:nvSpPr>
        <p:spPr>
          <a:xfrm>
            <a:off x="6225667" y="1207008"/>
            <a:ext cx="5440680" cy="4992624"/>
          </a:xfrm>
          <a:prstGeom prst="roundRect">
            <a:avLst>
              <a:gd name="adj" fmla="val 3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6" name="TextBox 905"/>
          <p:cNvSpPr txBox="1"/>
          <p:nvPr/>
        </p:nvSpPr>
        <p:spPr>
          <a:xfrm>
            <a:off x="6499987" y="1481328"/>
            <a:ext cx="4892040" cy="457200"/>
          </a:xfrm>
          <a:prstGeom prst="rect">
            <a:avLst/>
          </a:prstGeom>
          <a:noFill/>
        </p:spPr>
        <p:txBody>
          <a:bodyPr wrap="square" lIns="0" tIns="0" rIns="0" bIns="0" anchor="t"/>
          <a:lstStyle/>
          <a:p>
            <a:pPr algn="l">
              <a:lnSpc>
                <a:spcPct val="110000"/>
              </a:lnSpc>
              <a:spcAft>
                <a:spcPts val="0"/>
              </a:spcAft>
            </a:pPr>
            <a:r>
              <a:rPr sz="2000" b="1" i="0">
                <a:solidFill>
                  <a:srgbClr val="520977"/>
                </a:solidFill>
                <a:latin typeface="Montserrat"/>
                <a:ea typeface="Montserrat"/>
                <a:cs typeface="Montserrat"/>
              </a:rPr>
              <a:t>Когда и как работает</a:t>
            </a:r>
          </a:p>
        </p:txBody>
      </p:sp>
      <p:sp>
        <p:nvSpPr>
          <p:cNvPr id="907" name="TextBox 906"/>
          <p:cNvSpPr txBox="1"/>
          <p:nvPr/>
        </p:nvSpPr>
        <p:spPr>
          <a:xfrm>
            <a:off x="6499987" y="2029968"/>
            <a:ext cx="4892040" cy="4032504"/>
          </a:xfrm>
          <a:prstGeom prst="rect">
            <a:avLst/>
          </a:prstGeom>
          <a:noFill/>
        </p:spPr>
        <p:txBody>
          <a:bodyPr wrap="square" lIns="0" tIns="0" rIns="0" bIns="0" anchor="t"/>
          <a:lstStyle/>
          <a:p>
            <a:pPr marL="0" indent="0" algn="l">
              <a:lnSpc>
                <a:spcPct val="112000"/>
              </a:lnSpc>
              <a:spcAft>
                <a:spcPts val="1700"/>
              </a:spcAft>
              <a:buNone/>
            </a:pPr>
            <a:r>
              <a:rPr sz="1700">
                <a:solidFill>
                  <a:srgbClr val="251335"/>
                </a:solidFill>
                <a:latin typeface="Montserrat"/>
              </a:rPr>
              <a:t>• Сразу после съёмки, пока можно проверить укладку пациента.</a:t>
            </a:r>
          </a:p>
          <a:p>
            <a:pPr marL="0" indent="0" algn="l">
              <a:lnSpc>
                <a:spcPct val="112000"/>
              </a:lnSpc>
              <a:spcAft>
                <a:spcPts val="1700"/>
              </a:spcAft>
              <a:buNone/>
            </a:pPr>
            <a:r>
              <a:rPr sz="1700">
                <a:solidFill>
                  <a:srgbClr val="251335"/>
                </a:solidFill>
                <a:latin typeface="Montserrat"/>
              </a:rPr>
              <a:t>• Локально, без интернета и GPU; пакетный API и интерфейс.</a:t>
            </a:r>
          </a:p>
          <a:p>
            <a:pPr marL="0" indent="0" algn="l">
              <a:lnSpc>
                <a:spcPct val="112000"/>
              </a:lnSpc>
              <a:spcAft>
                <a:spcPts val="1700"/>
              </a:spcAft>
              <a:buNone/>
            </a:pPr>
            <a:r>
              <a:rPr sz="1700">
                <a:solidFill>
                  <a:srgbClr val="251335"/>
                </a:solidFill>
                <a:latin typeface="Montserrat"/>
              </a:rPr>
              <a:t>• 1,6 с на исследование: медиана замера команды на CPU.</a:t>
            </a:r>
          </a:p>
          <a:p>
            <a:pPr marL="0" indent="0" algn="l">
              <a:lnSpc>
                <a:spcPct val="112000"/>
              </a:lnSpc>
              <a:spcAft>
                <a:spcPts val="1700"/>
              </a:spcAft>
              <a:buNone/>
            </a:pPr>
            <a:r>
              <a:rPr sz="1700">
                <a:solidFill>
                  <a:srgbClr val="251335"/>
                </a:solidFill>
                <a:latin typeface="Montserrat"/>
              </a:rPr>
              <a:t>• Спорные результаты проверяет специалист.</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46075" y="324562"/>
            <a:ext cx="1810512" cy="620919"/>
          </a:xfrm>
          <a:prstGeom prst="roundRect">
            <a:avLst>
              <a:gd name="adj" fmla="val 187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ЛОГИКА</a:t>
            </a:r>
          </a:p>
        </p:txBody>
      </p:sp>
      <p:sp>
        <p:nvSpPr>
          <p:cNvPr id="3" name="TextBox 2"/>
          <p:cNvSpPr txBox="1"/>
          <p:nvPr/>
        </p:nvSpPr>
        <p:spPr>
          <a:xfrm>
            <a:off x="346075" y="1097280"/>
            <a:ext cx="11338560" cy="822960"/>
          </a:xfrm>
          <a:prstGeom prst="rect">
            <a:avLst/>
          </a:prstGeom>
          <a:noFill/>
        </p:spPr>
        <p:txBody>
          <a:bodyPr wrap="square" lIns="0" tIns="0" rIns="0" bIns="0" anchor="t"/>
          <a:lstStyle/>
          <a:p>
            <a:pPr algn="l">
              <a:lnSpc>
                <a:spcPct val="102000"/>
              </a:lnSpc>
              <a:spcAft>
                <a:spcPts val="0"/>
              </a:spcAft>
            </a:pPr>
            <a:r>
              <a:rPr sz="2200" b="1" i="0">
                <a:solidFill>
                  <a:srgbClr val="FFFFFF"/>
                </a:solidFill>
                <a:latin typeface="Montserrat"/>
                <a:ea typeface="Montserrat"/>
                <a:cs typeface="Montserrat"/>
              </a:rPr>
              <a:t>От снимка к вердикту: какие проверки включаются и почему</a:t>
            </a:r>
          </a:p>
        </p:txBody>
      </p:sp>
      <p:sp>
        <p:nvSpPr>
          <p:cNvPr id="902" name="Номер слайда"/>
          <p:cNvSpPr>
            <a:spLocks noGrp="1"/>
          </p:cNvSpPr>
          <p:nvPr>
            <p:ph type="sldNum" sz="quarter" idx="4"/>
          </p:nvPr>
        </p:nvSpPr>
        <p:spPr>
          <a:xfrm>
            <a:off x="11064240" y="6355080"/>
            <a:ext cx="868680" cy="365760"/>
          </a:xfrm>
        </p:spPr>
        <p:txBody>
          <a:bodyPr/>
          <a:lstStyle/>
          <a:p>
            <a:r>
              <a:rPr/>
              <a:t>2</a:t>
            </a:r>
          </a:p>
        </p:txBody>
      </p:sp>
      <p:sp>
        <p:nvSpPr>
          <p:cNvPr id="3002" name="Скругленный прямоугольник 3001">
            <a:extLst>
              <a:ext uri="{FF2B5EF4-FFF2-40B4-BE49-F238E27FC236}">
                <a16:creationId xmlns:a16="http://schemas.microsoft.com/office/drawing/2014/main" id="{085308E6-4507-4287-84E0-314081665106}"/>
              </a:ext>
            </a:extLst>
          </p:cNvPr>
          <p:cNvSpPr>
            <a:spLocks noGrp="1"/>
          </p:cNvSpPr>
          <p:nvPr/>
        </p:nvSpPr>
        <p:spPr>
          <a:xfrm>
            <a:off x="342900" y="1809750"/>
            <a:ext cx="2381250" cy="857250"/>
          </a:xfrm>
          <a:prstGeom prst="roundRect">
            <a:avLst>
              <a:gd name="adj" fmla="val 15556"/>
            </a:avLst>
          </a:prstGeom>
          <a:solidFill>
            <a:srgbClr val="FFFFFF"/>
          </a:solidFill>
          <a:ln w="9525">
            <a:solidFill>
              <a:srgbClr val="FFFFFF"/>
            </a:solidFill>
            <a:prstDash val="solid"/>
          </a:ln>
        </p:spPr>
      </p:sp>
      <p:sp>
        <p:nvSpPr>
          <p:cNvPr id="3003" name="Прямоугольник 3002">
            <a:extLst>
              <a:ext uri="{FF2B5EF4-FFF2-40B4-BE49-F238E27FC236}">
                <a16:creationId xmlns:a16="http://schemas.microsoft.com/office/drawing/2014/main" id="{350C6C3F-4554-4748-8739-2C08AA4FFFDE}"/>
              </a:ext>
            </a:extLst>
          </p:cNvPr>
          <p:cNvSpPr>
            <a:spLocks noGrp="1"/>
          </p:cNvSpPr>
          <p:nvPr/>
        </p:nvSpPr>
        <p:spPr>
          <a:xfrm>
            <a:off x="533400" y="1952625"/>
            <a:ext cx="2000250" cy="285750"/>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Снимок DICOM</a:t>
            </a:r>
          </a:p>
        </p:txBody>
      </p:sp>
      <p:sp>
        <p:nvSpPr>
          <p:cNvPr id="3004" name="Прямоугольник 3003">
            <a:extLst>
              <a:ext uri="{FF2B5EF4-FFF2-40B4-BE49-F238E27FC236}">
                <a16:creationId xmlns:a16="http://schemas.microsoft.com/office/drawing/2014/main" id="{6E67BE8C-F532-47E1-8418-595D88443ADC}"/>
              </a:ext>
            </a:extLst>
          </p:cNvPr>
          <p:cNvSpPr>
            <a:spLocks noGrp="1"/>
          </p:cNvSpPr>
          <p:nvPr/>
        </p:nvSpPr>
        <p:spPr>
          <a:xfrm>
            <a:off x="533400" y="2333625"/>
            <a:ext cx="2000250" cy="23812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Файл, папка или ZIP</a:t>
            </a:r>
          </a:p>
        </p:txBody>
      </p:sp>
      <p:sp>
        <p:nvSpPr>
          <p:cNvPr id="3005" name="Стрелка вправо 3004">
            <a:extLst>
              <a:ext uri="{FF2B5EF4-FFF2-40B4-BE49-F238E27FC236}">
                <a16:creationId xmlns:a16="http://schemas.microsoft.com/office/drawing/2014/main" id="{53B0F5B4-06B3-43B0-BE8D-33FB17D819F1}"/>
              </a:ext>
            </a:extLst>
          </p:cNvPr>
          <p:cNvSpPr>
            <a:spLocks noGrp="1"/>
          </p:cNvSpPr>
          <p:nvPr/>
        </p:nvSpPr>
        <p:spPr>
          <a:xfrm>
            <a:off x="2857500" y="2095500"/>
            <a:ext cx="381000" cy="238125"/>
          </a:xfrm>
          <a:prstGeom prst="rightArrow">
            <a:avLst/>
          </a:prstGeom>
          <a:solidFill>
            <a:srgbClr val="FF0066"/>
          </a:solidFill>
          <a:ln w="0">
            <a:solidFill>
              <a:srgbClr val="FF0066"/>
            </a:solidFill>
            <a:prstDash val="solid"/>
          </a:ln>
        </p:spPr>
      </p:sp>
      <p:sp>
        <p:nvSpPr>
          <p:cNvPr id="3006" name="Скругленный прямоугольник 3005">
            <a:extLst>
              <a:ext uri="{FF2B5EF4-FFF2-40B4-BE49-F238E27FC236}">
                <a16:creationId xmlns:a16="http://schemas.microsoft.com/office/drawing/2014/main" id="{76DD82C0-C28F-4DC3-9DE6-3E6C245CDC6D}"/>
              </a:ext>
            </a:extLst>
          </p:cNvPr>
          <p:cNvSpPr>
            <a:spLocks noGrp="1"/>
          </p:cNvSpPr>
          <p:nvPr/>
        </p:nvSpPr>
        <p:spPr>
          <a:xfrm>
            <a:off x="3390900" y="1809750"/>
            <a:ext cx="3238500" cy="857250"/>
          </a:xfrm>
          <a:prstGeom prst="roundRect">
            <a:avLst>
              <a:gd name="adj" fmla="val 15556"/>
            </a:avLst>
          </a:prstGeom>
          <a:solidFill>
            <a:srgbClr val="FFFFFF"/>
          </a:solidFill>
          <a:ln w="9525">
            <a:solidFill>
              <a:srgbClr val="FFFFFF"/>
            </a:solidFill>
            <a:prstDash val="solid"/>
          </a:ln>
        </p:spPr>
      </p:sp>
      <p:sp>
        <p:nvSpPr>
          <p:cNvPr id="3007" name="Прямоугольник 3006">
            <a:extLst>
              <a:ext uri="{FF2B5EF4-FFF2-40B4-BE49-F238E27FC236}">
                <a16:creationId xmlns:a16="http://schemas.microsoft.com/office/drawing/2014/main" id="{9E6F039B-A854-4BF2-8C17-FF72D794DF31}"/>
              </a:ext>
            </a:extLst>
          </p:cNvPr>
          <p:cNvSpPr>
            <a:spLocks noGrp="1"/>
          </p:cNvSpPr>
          <p:nvPr/>
        </p:nvSpPr>
        <p:spPr>
          <a:xfrm>
            <a:off x="3581400" y="1952625"/>
            <a:ext cx="2857500" cy="285750"/>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Подготовка</a:t>
            </a:r>
          </a:p>
        </p:txBody>
      </p:sp>
      <p:sp>
        <p:nvSpPr>
          <p:cNvPr id="3008" name="Прямоугольник 3007">
            <a:extLst>
              <a:ext uri="{FF2B5EF4-FFF2-40B4-BE49-F238E27FC236}">
                <a16:creationId xmlns:a16="http://schemas.microsoft.com/office/drawing/2014/main" id="{4C73A0A4-2718-464E-953D-2E2C7E75738E}"/>
              </a:ext>
            </a:extLst>
          </p:cNvPr>
          <p:cNvSpPr>
            <a:spLocks noGrp="1"/>
          </p:cNvSpPr>
          <p:nvPr/>
        </p:nvSpPr>
        <p:spPr>
          <a:xfrm>
            <a:off x="3581400" y="2333625"/>
            <a:ext cx="2857500" cy="25717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Яркость, ориентация, повторы</a:t>
            </a:r>
          </a:p>
        </p:txBody>
      </p:sp>
      <p:sp>
        <p:nvSpPr>
          <p:cNvPr id="3009" name="Стрелка вправо 3008">
            <a:extLst>
              <a:ext uri="{FF2B5EF4-FFF2-40B4-BE49-F238E27FC236}">
                <a16:creationId xmlns:a16="http://schemas.microsoft.com/office/drawing/2014/main" id="{FA960F69-BCE9-439A-AFB3-4508D3FF0C43}"/>
              </a:ext>
            </a:extLst>
          </p:cNvPr>
          <p:cNvSpPr>
            <a:spLocks noGrp="1"/>
          </p:cNvSpPr>
          <p:nvPr/>
        </p:nvSpPr>
        <p:spPr>
          <a:xfrm>
            <a:off x="6762750" y="2095500"/>
            <a:ext cx="381000" cy="238125"/>
          </a:xfrm>
          <a:prstGeom prst="rightArrow">
            <a:avLst/>
          </a:prstGeom>
          <a:solidFill>
            <a:srgbClr val="FF0066"/>
          </a:solidFill>
          <a:ln w="0">
            <a:solidFill>
              <a:srgbClr val="FF0066"/>
            </a:solidFill>
            <a:prstDash val="solid"/>
          </a:ln>
        </p:spPr>
      </p:sp>
      <p:sp>
        <p:nvSpPr>
          <p:cNvPr id="3010" name="Скругленный прямоугольник 3009">
            <a:extLst>
              <a:ext uri="{FF2B5EF4-FFF2-40B4-BE49-F238E27FC236}">
                <a16:creationId xmlns:a16="http://schemas.microsoft.com/office/drawing/2014/main" id="{3CF7B150-B353-4196-8A9B-AD16CCD1F4B8}"/>
              </a:ext>
            </a:extLst>
          </p:cNvPr>
          <p:cNvSpPr>
            <a:spLocks noGrp="1"/>
          </p:cNvSpPr>
          <p:nvPr/>
        </p:nvSpPr>
        <p:spPr>
          <a:xfrm>
            <a:off x="7296150" y="1809750"/>
            <a:ext cx="4552950" cy="857250"/>
          </a:xfrm>
          <a:prstGeom prst="roundRect">
            <a:avLst>
              <a:gd name="adj" fmla="val 15556"/>
            </a:avLst>
          </a:prstGeom>
          <a:solidFill>
            <a:srgbClr val="FFFFFF"/>
          </a:solidFill>
          <a:ln w="9525">
            <a:solidFill>
              <a:srgbClr val="FFFFFF"/>
            </a:solidFill>
            <a:prstDash val="solid"/>
          </a:ln>
        </p:spPr>
      </p:sp>
      <p:sp>
        <p:nvSpPr>
          <p:cNvPr id="3011" name="Прямоугольник 3010">
            <a:extLst>
              <a:ext uri="{FF2B5EF4-FFF2-40B4-BE49-F238E27FC236}">
                <a16:creationId xmlns:a16="http://schemas.microsoft.com/office/drawing/2014/main" id="{74C637FB-0091-4142-BCE3-B05D69A9B006}"/>
              </a:ext>
            </a:extLst>
          </p:cNvPr>
          <p:cNvSpPr>
            <a:spLocks noGrp="1"/>
          </p:cNvSpPr>
          <p:nvPr/>
        </p:nvSpPr>
        <p:spPr>
          <a:xfrm>
            <a:off x="7486650" y="1952625"/>
            <a:ext cx="4171950" cy="285750"/>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Определение области</a:t>
            </a:r>
          </a:p>
        </p:txBody>
      </p:sp>
      <p:sp>
        <p:nvSpPr>
          <p:cNvPr id="3012" name="Прямоугольник 3011">
            <a:extLst>
              <a:ext uri="{FF2B5EF4-FFF2-40B4-BE49-F238E27FC236}">
                <a16:creationId xmlns:a16="http://schemas.microsoft.com/office/drawing/2014/main" id="{D8EF57C1-10A4-4347-A646-A3E68CEE79AC}"/>
              </a:ext>
            </a:extLst>
          </p:cNvPr>
          <p:cNvSpPr>
            <a:spLocks noGrp="1"/>
          </p:cNvSpPr>
          <p:nvPr/>
        </p:nvSpPr>
        <p:spPr>
          <a:xfrm>
            <a:off x="7486650" y="2333625"/>
            <a:ext cx="4171950" cy="25717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Позвоночник или левое / правое бедро</a:t>
            </a:r>
          </a:p>
        </p:txBody>
      </p:sp>
      <p:sp>
        <p:nvSpPr>
          <p:cNvPr id="3013" name="Прямая соединительная линия 3012">
            <a:extLst>
              <a:ext uri="{FF2B5EF4-FFF2-40B4-BE49-F238E27FC236}">
                <a16:creationId xmlns:a16="http://schemas.microsoft.com/office/drawing/2014/main" id="{F6B6E726-11B4-466B-A74C-A1B893381BE7}"/>
              </a:ext>
            </a:extLst>
          </p:cNvPr>
          <p:cNvSpPr>
            <a:spLocks noGrp="1"/>
          </p:cNvSpPr>
          <p:nvPr/>
        </p:nvSpPr>
        <p:spPr>
          <a:xfrm>
            <a:off x="9572625" y="2667000"/>
            <a:ext cx="0" cy="238125"/>
          </a:xfrm>
          <a:prstGeom prst="line">
            <a:avLst/>
          </a:prstGeom>
          <a:noFill/>
          <a:ln w="28575">
            <a:solidFill>
              <a:srgbClr val="FF0066"/>
            </a:solidFill>
            <a:prstDash val="solid"/>
          </a:ln>
        </p:spPr>
      </p:sp>
      <p:sp>
        <p:nvSpPr>
          <p:cNvPr id="3014" name="Прямая соединительная линия 3013">
            <a:extLst>
              <a:ext uri="{FF2B5EF4-FFF2-40B4-BE49-F238E27FC236}">
                <a16:creationId xmlns:a16="http://schemas.microsoft.com/office/drawing/2014/main" id="{53E8A092-DC5E-460A-BDB3-DF9ED7449D97}"/>
              </a:ext>
            </a:extLst>
          </p:cNvPr>
          <p:cNvSpPr>
            <a:spLocks noGrp="1"/>
          </p:cNvSpPr>
          <p:nvPr/>
        </p:nvSpPr>
        <p:spPr>
          <a:xfrm>
            <a:off x="3143250" y="2905125"/>
            <a:ext cx="6429375" cy="0"/>
          </a:xfrm>
          <a:prstGeom prst="line">
            <a:avLst/>
          </a:prstGeom>
          <a:noFill/>
          <a:ln w="28575">
            <a:solidFill>
              <a:srgbClr val="FF0066"/>
            </a:solidFill>
            <a:prstDash val="solid"/>
          </a:ln>
        </p:spPr>
      </p:sp>
      <p:sp>
        <p:nvSpPr>
          <p:cNvPr id="3015" name="Стрелка вниз 3014">
            <a:extLst>
              <a:ext uri="{FF2B5EF4-FFF2-40B4-BE49-F238E27FC236}">
                <a16:creationId xmlns:a16="http://schemas.microsoft.com/office/drawing/2014/main" id="{B7F13F6D-C7A8-4907-8DA9-F7472DE2BAAD}"/>
              </a:ext>
            </a:extLst>
          </p:cNvPr>
          <p:cNvSpPr>
            <a:spLocks noGrp="1"/>
          </p:cNvSpPr>
          <p:nvPr/>
        </p:nvSpPr>
        <p:spPr>
          <a:xfrm>
            <a:off x="3048000" y="2905125"/>
            <a:ext cx="190500" cy="276225"/>
          </a:xfrm>
          <a:prstGeom prst="downArrow">
            <a:avLst/>
          </a:prstGeom>
          <a:solidFill>
            <a:srgbClr val="FF0066"/>
          </a:solidFill>
          <a:ln w="0">
            <a:solidFill>
              <a:srgbClr val="FF0066"/>
            </a:solidFill>
            <a:prstDash val="solid"/>
          </a:ln>
        </p:spPr>
      </p:sp>
      <p:sp>
        <p:nvSpPr>
          <p:cNvPr id="3016" name="Стрелка вниз 3015">
            <a:extLst>
              <a:ext uri="{FF2B5EF4-FFF2-40B4-BE49-F238E27FC236}">
                <a16:creationId xmlns:a16="http://schemas.microsoft.com/office/drawing/2014/main" id="{3E8A137C-3958-4D36-BA7F-AB6377FDC042}"/>
              </a:ext>
            </a:extLst>
          </p:cNvPr>
          <p:cNvSpPr>
            <a:spLocks noGrp="1"/>
          </p:cNvSpPr>
          <p:nvPr/>
        </p:nvSpPr>
        <p:spPr>
          <a:xfrm>
            <a:off x="9048750" y="2905125"/>
            <a:ext cx="190500" cy="276225"/>
          </a:xfrm>
          <a:prstGeom prst="downArrow">
            <a:avLst/>
          </a:prstGeom>
          <a:solidFill>
            <a:srgbClr val="FF0066"/>
          </a:solidFill>
          <a:ln w="0">
            <a:solidFill>
              <a:srgbClr val="FF0066"/>
            </a:solidFill>
            <a:prstDash val="solid"/>
          </a:ln>
        </p:spPr>
      </p:sp>
      <p:sp>
        <p:nvSpPr>
          <p:cNvPr id="3017" name="Скругленный прямоугольник 3016">
            <a:extLst>
              <a:ext uri="{FF2B5EF4-FFF2-40B4-BE49-F238E27FC236}">
                <a16:creationId xmlns:a16="http://schemas.microsoft.com/office/drawing/2014/main" id="{8B55E2A9-8BAB-43D6-A783-BF8CC1B58865}"/>
              </a:ext>
            </a:extLst>
          </p:cNvPr>
          <p:cNvSpPr>
            <a:spLocks noGrp="1"/>
          </p:cNvSpPr>
          <p:nvPr/>
        </p:nvSpPr>
        <p:spPr>
          <a:xfrm>
            <a:off x="342900" y="3238500"/>
            <a:ext cx="5600700" cy="1476375"/>
          </a:xfrm>
          <a:prstGeom prst="roundRect">
            <a:avLst>
              <a:gd name="adj" fmla="val 9032"/>
            </a:avLst>
          </a:prstGeom>
          <a:solidFill>
            <a:srgbClr val="FFFFFF"/>
          </a:solidFill>
          <a:ln w="9525">
            <a:solidFill>
              <a:srgbClr val="FFFFFF"/>
            </a:solidFill>
            <a:prstDash val="solid"/>
          </a:ln>
        </p:spPr>
      </p:sp>
      <p:sp>
        <p:nvSpPr>
          <p:cNvPr id="3018" name="Прямоугольник 3017">
            <a:extLst>
              <a:ext uri="{FF2B5EF4-FFF2-40B4-BE49-F238E27FC236}">
                <a16:creationId xmlns:a16="http://schemas.microsoft.com/office/drawing/2014/main" id="{61743952-8229-4BAD-9EF2-ABF36C82AFF3}"/>
              </a:ext>
            </a:extLst>
          </p:cNvPr>
          <p:cNvSpPr>
            <a:spLocks noGrp="1"/>
          </p:cNvSpPr>
          <p:nvPr/>
        </p:nvSpPr>
        <p:spPr>
          <a:xfrm>
            <a:off x="552450" y="3352800"/>
            <a:ext cx="5191125"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Позвоночник</a:t>
            </a:r>
          </a:p>
        </p:txBody>
      </p:sp>
      <p:sp>
        <p:nvSpPr>
          <p:cNvPr id="3019" name="Прямоугольник 3018">
            <a:extLst>
              <a:ext uri="{FF2B5EF4-FFF2-40B4-BE49-F238E27FC236}">
                <a16:creationId xmlns:a16="http://schemas.microsoft.com/office/drawing/2014/main" id="{B5F070F1-B8D1-493F-84AF-0C54A3C137D5}"/>
              </a:ext>
            </a:extLst>
          </p:cNvPr>
          <p:cNvSpPr>
            <a:spLocks noGrp="1"/>
          </p:cNvSpPr>
          <p:nvPr/>
        </p:nvSpPr>
        <p:spPr>
          <a:xfrm>
            <a:off x="552450" y="3752850"/>
            <a:ext cx="5191125" cy="600075"/>
          </a:xfrm>
          <a:prstGeom prst="rect">
            <a:avLst/>
          </a:prstGeom>
          <a:noFill/>
          <a:ln w="0">
            <a:noFill/>
            <a:prstDash val="solid"/>
          </a:ln>
        </p:spPr>
        <p:txBody>
          <a:bodyPr lIns="0" tIns="0" rIns="0" bIns="0"/>
          <a:lstStyle>
            <a:defPPr>
              <a:defRPr sz="1575" b="0">
                <a:solidFill>
                  <a:srgbClr val="4C156F"/>
                </a:solidFill>
                <a:latin typeface="Montserrat"/>
                <a:ea typeface="Montserrat"/>
                <a:cs typeface="Montserrat"/>
              </a:defRPr>
            </a:defPPr>
            <a:lvl1pPr>
              <a:defRPr sz="1575" b="0">
                <a:solidFill>
                  <a:srgbClr val="4C156F"/>
                </a:solidFill>
                <a:latin typeface="Montserrat"/>
                <a:ea typeface="Montserrat"/>
                <a:cs typeface="Montserrat"/>
              </a:defRPr>
            </a:lvl1pPr>
            <a:lvl2pPr>
              <a:defRPr sz="1575" b="0">
                <a:solidFill>
                  <a:srgbClr val="4C156F"/>
                </a:solidFill>
                <a:latin typeface="Montserrat"/>
                <a:ea typeface="Montserrat"/>
                <a:cs typeface="Montserrat"/>
              </a:defRPr>
            </a:lvl2pPr>
            <a:lvl3pPr>
              <a:defRPr sz="1575" b="0">
                <a:solidFill>
                  <a:srgbClr val="4C156F"/>
                </a:solidFill>
                <a:latin typeface="Montserrat"/>
                <a:ea typeface="Montserrat"/>
                <a:cs typeface="Montserrat"/>
              </a:defRPr>
            </a:lvl3pPr>
            <a:lvl4pPr>
              <a:defRPr sz="1575" b="0">
                <a:solidFill>
                  <a:srgbClr val="4C156F"/>
                </a:solidFill>
                <a:latin typeface="Montserrat"/>
                <a:ea typeface="Montserrat"/>
                <a:cs typeface="Montserrat"/>
              </a:defRPr>
            </a:lvl4pPr>
            <a:lvl5pPr>
              <a:defRPr sz="1575" b="0">
                <a:solidFill>
                  <a:srgbClr val="4C156F"/>
                </a:solidFill>
                <a:latin typeface="Montserrat"/>
                <a:ea typeface="Montserrat"/>
                <a:cs typeface="Montserrat"/>
              </a:defRPr>
            </a:lvl5pPr>
            <a:lvl6pPr>
              <a:defRPr sz="1575" b="0">
                <a:solidFill>
                  <a:srgbClr val="4C156F"/>
                </a:solidFill>
                <a:latin typeface="Montserrat"/>
                <a:ea typeface="Montserrat"/>
                <a:cs typeface="Montserrat"/>
              </a:defRPr>
            </a:lvl6pPr>
            <a:lvl7pPr>
              <a:defRPr sz="1575" b="0">
                <a:solidFill>
                  <a:srgbClr val="4C156F"/>
                </a:solidFill>
                <a:latin typeface="Montserrat"/>
                <a:ea typeface="Montserrat"/>
                <a:cs typeface="Montserrat"/>
              </a:defRPr>
            </a:lvl7pPr>
            <a:lvl8pPr>
              <a:defRPr sz="1575" b="0">
                <a:solidFill>
                  <a:srgbClr val="4C156F"/>
                </a:solidFill>
                <a:latin typeface="Montserrat"/>
                <a:ea typeface="Montserrat"/>
                <a:cs typeface="Montserrat"/>
              </a:defRPr>
            </a:lvl8pPr>
            <a:lvl9pPr>
              <a:defRPr sz="1575" b="0">
                <a:solidFill>
                  <a:srgbClr val="4C156F"/>
                </a:solidFill>
                <a:latin typeface="Montserrat"/>
                <a:ea typeface="Montserrat"/>
                <a:cs typeface="Montserrat"/>
              </a:defRPr>
            </a:lvl9pPr>
          </a:lstStyle>
          <a:p>
            <a:pPr>
              <a:defRPr sz="1575" b="0">
                <a:solidFill>
                  <a:srgbClr val="4C156F"/>
                </a:solidFill>
                <a:latin typeface="Montserrat"/>
                <a:ea typeface="Montserrat"/>
                <a:cs typeface="Montserrat"/>
              </a:defRPr>
            </a:pPr>
            <a:r>
              <a:rPr sz="1575" b="0">
                <a:solidFill>
                  <a:srgbClr val="4C156F"/>
                </a:solidFill>
                <a:latin typeface="Montserrat"/>
                <a:ea typeface="Montserrat"/>
                <a:cs typeface="Montserrat"/>
              </a:rPr>
              <a:t>Геометрия: укладка и ось</a:t>
            </a:r>
          </a:p>
          <a:p>
            <a:pPr>
              <a:defRPr sz="1575" b="0">
                <a:solidFill>
                  <a:srgbClr val="4C156F"/>
                </a:solidFill>
                <a:latin typeface="Montserrat"/>
                <a:ea typeface="Montserrat"/>
                <a:cs typeface="Montserrat"/>
              </a:defRPr>
            </a:pPr>
            <a:r>
              <a:rPr sz="1575" b="0">
                <a:solidFill>
                  <a:srgbClr val="4C156F"/>
                </a:solidFill>
                <a:latin typeface="Montserrat"/>
                <a:ea typeface="Montserrat"/>
                <a:cs typeface="Montserrat"/>
              </a:rPr>
              <a:t>Геометрия + CNN: посторонние предметы</a:t>
            </a:r>
          </a:p>
        </p:txBody>
      </p:sp>
      <p:sp>
        <p:nvSpPr>
          <p:cNvPr id="3021" name="Скругленный прямоугольник 3020">
            <a:extLst>
              <a:ext uri="{FF2B5EF4-FFF2-40B4-BE49-F238E27FC236}">
                <a16:creationId xmlns:a16="http://schemas.microsoft.com/office/drawing/2014/main" id="{FEF0F0C7-D097-4F51-9EB8-A9DCA82C39ED}"/>
              </a:ext>
            </a:extLst>
          </p:cNvPr>
          <p:cNvSpPr>
            <a:spLocks noGrp="1"/>
          </p:cNvSpPr>
          <p:nvPr/>
        </p:nvSpPr>
        <p:spPr>
          <a:xfrm>
            <a:off x="6286500" y="3238500"/>
            <a:ext cx="5562600" cy="1476375"/>
          </a:xfrm>
          <a:prstGeom prst="roundRect">
            <a:avLst>
              <a:gd name="adj" fmla="val 9032"/>
            </a:avLst>
          </a:prstGeom>
          <a:solidFill>
            <a:srgbClr val="FFFFFF"/>
          </a:solidFill>
          <a:ln w="9525">
            <a:solidFill>
              <a:srgbClr val="FFFFFF"/>
            </a:solidFill>
            <a:prstDash val="solid"/>
          </a:ln>
        </p:spPr>
      </p:sp>
      <p:sp>
        <p:nvSpPr>
          <p:cNvPr id="3022" name="Прямоугольник 3021">
            <a:extLst>
              <a:ext uri="{FF2B5EF4-FFF2-40B4-BE49-F238E27FC236}">
                <a16:creationId xmlns:a16="http://schemas.microsoft.com/office/drawing/2014/main" id="{DD4C4E54-1801-4741-871A-1BA425AB96C7}"/>
              </a:ext>
            </a:extLst>
          </p:cNvPr>
          <p:cNvSpPr>
            <a:spLocks noGrp="1"/>
          </p:cNvSpPr>
          <p:nvPr/>
        </p:nvSpPr>
        <p:spPr>
          <a:xfrm>
            <a:off x="6496050" y="3352800"/>
            <a:ext cx="5143500"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Бедро</a:t>
            </a:r>
          </a:p>
        </p:txBody>
      </p:sp>
      <p:sp>
        <p:nvSpPr>
          <p:cNvPr id="3023" name="Прямоугольник 3022">
            <a:extLst>
              <a:ext uri="{FF2B5EF4-FFF2-40B4-BE49-F238E27FC236}">
                <a16:creationId xmlns:a16="http://schemas.microsoft.com/office/drawing/2014/main" id="{876694B4-7FC5-4850-ABFE-AE4AAFC5CA51}"/>
              </a:ext>
            </a:extLst>
          </p:cNvPr>
          <p:cNvSpPr>
            <a:spLocks noGrp="1"/>
          </p:cNvSpPr>
          <p:nvPr/>
        </p:nvSpPr>
        <p:spPr>
          <a:xfrm>
            <a:off x="6496050" y="3752850"/>
            <a:ext cx="5143500" cy="600075"/>
          </a:xfrm>
          <a:prstGeom prst="rect">
            <a:avLst/>
          </a:prstGeom>
          <a:noFill/>
          <a:ln w="0">
            <a:noFill/>
            <a:prstDash val="solid"/>
          </a:ln>
        </p:spPr>
        <p:txBody>
          <a:bodyPr lIns="0" tIns="0" rIns="0" bIns="0"/>
          <a:lstStyle>
            <a:defPPr>
              <a:defRPr sz="1575" b="0">
                <a:solidFill>
                  <a:srgbClr val="4C156F"/>
                </a:solidFill>
                <a:latin typeface="Montserrat"/>
                <a:ea typeface="Montserrat"/>
                <a:cs typeface="Montserrat"/>
              </a:defRPr>
            </a:defPPr>
            <a:lvl1pPr>
              <a:defRPr sz="1575" b="0">
                <a:solidFill>
                  <a:srgbClr val="4C156F"/>
                </a:solidFill>
                <a:latin typeface="Montserrat"/>
                <a:ea typeface="Montserrat"/>
                <a:cs typeface="Montserrat"/>
              </a:defRPr>
            </a:lvl1pPr>
            <a:lvl2pPr>
              <a:defRPr sz="1575" b="0">
                <a:solidFill>
                  <a:srgbClr val="4C156F"/>
                </a:solidFill>
                <a:latin typeface="Montserrat"/>
                <a:ea typeface="Montserrat"/>
                <a:cs typeface="Montserrat"/>
              </a:defRPr>
            </a:lvl2pPr>
            <a:lvl3pPr>
              <a:defRPr sz="1575" b="0">
                <a:solidFill>
                  <a:srgbClr val="4C156F"/>
                </a:solidFill>
                <a:latin typeface="Montserrat"/>
                <a:ea typeface="Montserrat"/>
                <a:cs typeface="Montserrat"/>
              </a:defRPr>
            </a:lvl3pPr>
            <a:lvl4pPr>
              <a:defRPr sz="1575" b="0">
                <a:solidFill>
                  <a:srgbClr val="4C156F"/>
                </a:solidFill>
                <a:latin typeface="Montserrat"/>
                <a:ea typeface="Montserrat"/>
                <a:cs typeface="Montserrat"/>
              </a:defRPr>
            </a:lvl4pPr>
            <a:lvl5pPr>
              <a:defRPr sz="1575" b="0">
                <a:solidFill>
                  <a:srgbClr val="4C156F"/>
                </a:solidFill>
                <a:latin typeface="Montserrat"/>
                <a:ea typeface="Montserrat"/>
                <a:cs typeface="Montserrat"/>
              </a:defRPr>
            </a:lvl5pPr>
            <a:lvl6pPr>
              <a:defRPr sz="1575" b="0">
                <a:solidFill>
                  <a:srgbClr val="4C156F"/>
                </a:solidFill>
                <a:latin typeface="Montserrat"/>
                <a:ea typeface="Montserrat"/>
                <a:cs typeface="Montserrat"/>
              </a:defRPr>
            </a:lvl6pPr>
            <a:lvl7pPr>
              <a:defRPr sz="1575" b="0">
                <a:solidFill>
                  <a:srgbClr val="4C156F"/>
                </a:solidFill>
                <a:latin typeface="Montserrat"/>
                <a:ea typeface="Montserrat"/>
                <a:cs typeface="Montserrat"/>
              </a:defRPr>
            </a:lvl7pPr>
            <a:lvl8pPr>
              <a:defRPr sz="1575" b="0">
                <a:solidFill>
                  <a:srgbClr val="4C156F"/>
                </a:solidFill>
                <a:latin typeface="Montserrat"/>
                <a:ea typeface="Montserrat"/>
                <a:cs typeface="Montserrat"/>
              </a:defRPr>
            </a:lvl8pPr>
            <a:lvl9pPr>
              <a:defRPr sz="1575" b="0">
                <a:solidFill>
                  <a:srgbClr val="4C156F"/>
                </a:solidFill>
                <a:latin typeface="Montserrat"/>
                <a:ea typeface="Montserrat"/>
                <a:cs typeface="Montserrat"/>
              </a:defRPr>
            </a:lvl9pPr>
          </a:lstStyle>
          <a:p>
            <a:pPr>
              <a:defRPr sz="1575" b="0">
                <a:solidFill>
                  <a:srgbClr val="4C156F"/>
                </a:solidFill>
                <a:latin typeface="Montserrat"/>
                <a:ea typeface="Montserrat"/>
                <a:cs typeface="Montserrat"/>
              </a:defRPr>
            </a:pPr>
            <a:r>
              <a:rPr sz="1575" b="0">
                <a:solidFill>
                  <a:srgbClr val="4C156F"/>
                </a:solidFill>
                <a:latin typeface="Montserrat"/>
                <a:ea typeface="Montserrat"/>
                <a:cs typeface="Montserrat"/>
              </a:rPr>
              <a:t>Геометрия: отступы ROI 3 / 3 / 2 см</a:t>
            </a:r>
          </a:p>
          <a:p>
            <a:pPr>
              <a:defRPr sz="1575" b="0">
                <a:solidFill>
                  <a:srgbClr val="4C156F"/>
                </a:solidFill>
                <a:latin typeface="Montserrat"/>
                <a:ea typeface="Montserrat"/>
                <a:cs typeface="Montserrat"/>
              </a:defRPr>
            </a:pPr>
            <a:r>
              <a:rPr sz="1575" b="0">
                <a:solidFill>
                  <a:srgbClr val="4C156F"/>
                </a:solidFill>
                <a:latin typeface="Montserrat"/>
                <a:ea typeface="Montserrat"/>
                <a:cs typeface="Montserrat"/>
              </a:rPr>
              <a:t>Геометрия + CNN: ротация по малому вертелу</a:t>
            </a:r>
          </a:p>
        </p:txBody>
      </p:sp>
      <p:sp>
        <p:nvSpPr>
          <p:cNvPr id="3025" name="Прямая соединительная линия 3024">
            <a:extLst>
              <a:ext uri="{FF2B5EF4-FFF2-40B4-BE49-F238E27FC236}">
                <a16:creationId xmlns:a16="http://schemas.microsoft.com/office/drawing/2014/main" id="{2FD9C8A5-0411-44C6-A6D4-9F067F506DD9}"/>
              </a:ext>
            </a:extLst>
          </p:cNvPr>
          <p:cNvSpPr>
            <a:spLocks noGrp="1"/>
          </p:cNvSpPr>
          <p:nvPr/>
        </p:nvSpPr>
        <p:spPr>
          <a:xfrm>
            <a:off x="3143250" y="4714875"/>
            <a:ext cx="0" cy="219075"/>
          </a:xfrm>
          <a:prstGeom prst="line">
            <a:avLst/>
          </a:prstGeom>
          <a:noFill/>
          <a:ln w="28575">
            <a:solidFill>
              <a:srgbClr val="FF0066"/>
            </a:solidFill>
            <a:prstDash val="solid"/>
          </a:ln>
        </p:spPr>
      </p:sp>
      <p:sp>
        <p:nvSpPr>
          <p:cNvPr id="3026" name="Прямая соединительная линия 3025">
            <a:extLst>
              <a:ext uri="{FF2B5EF4-FFF2-40B4-BE49-F238E27FC236}">
                <a16:creationId xmlns:a16="http://schemas.microsoft.com/office/drawing/2014/main" id="{2A7D3EF8-30EE-42F3-A184-425629AB0196}"/>
              </a:ext>
            </a:extLst>
          </p:cNvPr>
          <p:cNvSpPr>
            <a:spLocks noGrp="1"/>
          </p:cNvSpPr>
          <p:nvPr/>
        </p:nvSpPr>
        <p:spPr>
          <a:xfrm>
            <a:off x="9144000" y="4714875"/>
            <a:ext cx="0" cy="219075"/>
          </a:xfrm>
          <a:prstGeom prst="line">
            <a:avLst/>
          </a:prstGeom>
          <a:noFill/>
          <a:ln w="28575">
            <a:solidFill>
              <a:srgbClr val="FF0066"/>
            </a:solidFill>
            <a:prstDash val="solid"/>
          </a:ln>
        </p:spPr>
      </p:sp>
      <p:sp>
        <p:nvSpPr>
          <p:cNvPr id="3027" name="Прямая соединительная линия 3026">
            <a:extLst>
              <a:ext uri="{FF2B5EF4-FFF2-40B4-BE49-F238E27FC236}">
                <a16:creationId xmlns:a16="http://schemas.microsoft.com/office/drawing/2014/main" id="{1150489D-6827-4B3E-8774-A44A3220CA14}"/>
              </a:ext>
            </a:extLst>
          </p:cNvPr>
          <p:cNvSpPr>
            <a:spLocks noGrp="1"/>
          </p:cNvSpPr>
          <p:nvPr/>
        </p:nvSpPr>
        <p:spPr>
          <a:xfrm>
            <a:off x="3143250" y="4933950"/>
            <a:ext cx="6000750" cy="0"/>
          </a:xfrm>
          <a:prstGeom prst="line">
            <a:avLst/>
          </a:prstGeom>
          <a:noFill/>
          <a:ln w="28575">
            <a:solidFill>
              <a:srgbClr val="FF0066"/>
            </a:solidFill>
            <a:prstDash val="solid"/>
          </a:ln>
        </p:spPr>
      </p:sp>
      <p:sp>
        <p:nvSpPr>
          <p:cNvPr id="3028" name="Стрелка вниз 3027">
            <a:extLst>
              <a:ext uri="{FF2B5EF4-FFF2-40B4-BE49-F238E27FC236}">
                <a16:creationId xmlns:a16="http://schemas.microsoft.com/office/drawing/2014/main" id="{A3AED656-A07C-4258-A3A8-B03AEBA68A75}"/>
              </a:ext>
            </a:extLst>
          </p:cNvPr>
          <p:cNvSpPr>
            <a:spLocks noGrp="1"/>
          </p:cNvSpPr>
          <p:nvPr/>
        </p:nvSpPr>
        <p:spPr>
          <a:xfrm>
            <a:off x="6000750" y="4933950"/>
            <a:ext cx="190500" cy="266700"/>
          </a:xfrm>
          <a:prstGeom prst="downArrow">
            <a:avLst/>
          </a:prstGeom>
          <a:solidFill>
            <a:srgbClr val="FF0066"/>
          </a:solidFill>
          <a:ln w="0">
            <a:solidFill>
              <a:srgbClr val="FF0066"/>
            </a:solidFill>
            <a:prstDash val="solid"/>
          </a:ln>
        </p:spPr>
      </p:sp>
      <p:sp>
        <p:nvSpPr>
          <p:cNvPr id="3029" name="Скругленный прямоугольник 3028">
            <a:extLst>
              <a:ext uri="{FF2B5EF4-FFF2-40B4-BE49-F238E27FC236}">
                <a16:creationId xmlns:a16="http://schemas.microsoft.com/office/drawing/2014/main" id="{F1EAD13D-910E-43BA-A851-406A0397BEC8}"/>
              </a:ext>
            </a:extLst>
          </p:cNvPr>
          <p:cNvSpPr>
            <a:spLocks noGrp="1"/>
          </p:cNvSpPr>
          <p:nvPr/>
        </p:nvSpPr>
        <p:spPr>
          <a:xfrm>
            <a:off x="1714500" y="5257800"/>
            <a:ext cx="8763000" cy="819150"/>
          </a:xfrm>
          <a:prstGeom prst="roundRect">
            <a:avLst>
              <a:gd name="adj" fmla="val 16279"/>
            </a:avLst>
          </a:prstGeom>
          <a:solidFill>
            <a:srgbClr val="FFFFFF"/>
          </a:solidFill>
          <a:ln w="9525">
            <a:solidFill>
              <a:srgbClr val="FFFFFF"/>
            </a:solidFill>
            <a:prstDash val="solid"/>
          </a:ln>
        </p:spPr>
      </p:sp>
      <p:sp>
        <p:nvSpPr>
          <p:cNvPr id="3030" name="Прямоугольник 3029">
            <a:extLst>
              <a:ext uri="{FF2B5EF4-FFF2-40B4-BE49-F238E27FC236}">
                <a16:creationId xmlns:a16="http://schemas.microsoft.com/office/drawing/2014/main" id="{B6150715-0351-4562-A643-6D98B16256AD}"/>
              </a:ext>
            </a:extLst>
          </p:cNvPr>
          <p:cNvSpPr>
            <a:spLocks noGrp="1"/>
          </p:cNvSpPr>
          <p:nvPr/>
        </p:nvSpPr>
        <p:spPr>
          <a:xfrm>
            <a:off x="1914525" y="5372100"/>
            <a:ext cx="8382000" cy="304800"/>
          </a:xfrm>
          <a:prstGeom prst="rect">
            <a:avLst/>
          </a:prstGeom>
          <a:noFill/>
          <a:ln w="0">
            <a:noFill/>
            <a:prstDash val="solid"/>
          </a:ln>
        </p:spPr>
        <p:txBody>
          <a:bodyPr lIns="0" tIns="0" rIns="0" bIns="0"/>
          <a:lstStyle>
            <a:defPPr>
              <a:defRPr sz="1725" b="1">
                <a:solidFill>
                  <a:srgbClr val="4C156F"/>
                </a:solidFill>
                <a:latin typeface="Montserrat"/>
                <a:ea typeface="Montserrat"/>
                <a:cs typeface="Montserrat"/>
              </a:defRPr>
            </a:defPPr>
            <a:lvl1pPr>
              <a:defRPr sz="1725" b="1">
                <a:solidFill>
                  <a:srgbClr val="4C156F"/>
                </a:solidFill>
                <a:latin typeface="Montserrat"/>
                <a:ea typeface="Montserrat"/>
                <a:cs typeface="Montserrat"/>
              </a:defRPr>
            </a:lvl1pPr>
            <a:lvl2pPr>
              <a:defRPr sz="1725" b="1">
                <a:solidFill>
                  <a:srgbClr val="4C156F"/>
                </a:solidFill>
                <a:latin typeface="Montserrat"/>
                <a:ea typeface="Montserrat"/>
                <a:cs typeface="Montserrat"/>
              </a:defRPr>
            </a:lvl2pPr>
            <a:lvl3pPr>
              <a:defRPr sz="1725" b="1">
                <a:solidFill>
                  <a:srgbClr val="4C156F"/>
                </a:solidFill>
                <a:latin typeface="Montserrat"/>
                <a:ea typeface="Montserrat"/>
                <a:cs typeface="Montserrat"/>
              </a:defRPr>
            </a:lvl3pPr>
            <a:lvl4pPr>
              <a:defRPr sz="1725" b="1">
                <a:solidFill>
                  <a:srgbClr val="4C156F"/>
                </a:solidFill>
                <a:latin typeface="Montserrat"/>
                <a:ea typeface="Montserrat"/>
                <a:cs typeface="Montserrat"/>
              </a:defRPr>
            </a:lvl4pPr>
            <a:lvl5pPr>
              <a:defRPr sz="1725" b="1">
                <a:solidFill>
                  <a:srgbClr val="4C156F"/>
                </a:solidFill>
                <a:latin typeface="Montserrat"/>
                <a:ea typeface="Montserrat"/>
                <a:cs typeface="Montserrat"/>
              </a:defRPr>
            </a:lvl5pPr>
            <a:lvl6pPr>
              <a:defRPr sz="1725" b="1">
                <a:solidFill>
                  <a:srgbClr val="4C156F"/>
                </a:solidFill>
                <a:latin typeface="Montserrat"/>
                <a:ea typeface="Montserrat"/>
                <a:cs typeface="Montserrat"/>
              </a:defRPr>
            </a:lvl6pPr>
            <a:lvl7pPr>
              <a:defRPr sz="1725" b="1">
                <a:solidFill>
                  <a:srgbClr val="4C156F"/>
                </a:solidFill>
                <a:latin typeface="Montserrat"/>
                <a:ea typeface="Montserrat"/>
                <a:cs typeface="Montserrat"/>
              </a:defRPr>
            </a:lvl7pPr>
            <a:lvl8pPr>
              <a:defRPr sz="1725" b="1">
                <a:solidFill>
                  <a:srgbClr val="4C156F"/>
                </a:solidFill>
                <a:latin typeface="Montserrat"/>
                <a:ea typeface="Montserrat"/>
                <a:cs typeface="Montserrat"/>
              </a:defRPr>
            </a:lvl8pPr>
            <a:lvl9pPr>
              <a:defRPr sz="1725" b="1">
                <a:solidFill>
                  <a:srgbClr val="4C156F"/>
                </a:solidFill>
                <a:latin typeface="Montserrat"/>
                <a:ea typeface="Montserrat"/>
                <a:cs typeface="Montserrat"/>
              </a:defRPr>
            </a:lvl9pPr>
          </a:lstStyle>
          <a:p>
            <a:pPr>
              <a:defRPr sz="1725" b="1">
                <a:solidFill>
                  <a:srgbClr val="4C156F"/>
                </a:solidFill>
                <a:latin typeface="Montserrat"/>
                <a:ea typeface="Montserrat"/>
                <a:cs typeface="Montserrat"/>
              </a:defRPr>
            </a:pPr>
            <a:r>
              <a:rPr sz="1725" b="1">
                <a:solidFill>
                  <a:srgbClr val="4C156F"/>
                </a:solidFill>
                <a:latin typeface="Montserrat"/>
                <a:ea typeface="Montserrat"/>
                <a:cs typeface="Montserrat"/>
              </a:rPr>
              <a:t>Хотя бы один критерий сработал: класс 1. Иначе: класс 0.</a:t>
            </a:r>
          </a:p>
        </p:txBody>
      </p:sp>
      <p:sp>
        <p:nvSpPr>
          <p:cNvPr id="3031" name="Прямоугольник 3030">
            <a:extLst>
              <a:ext uri="{FF2B5EF4-FFF2-40B4-BE49-F238E27FC236}">
                <a16:creationId xmlns:a16="http://schemas.microsoft.com/office/drawing/2014/main" id="{92E76E45-B119-40B9-912A-F9E757BC292C}"/>
              </a:ext>
            </a:extLst>
          </p:cNvPr>
          <p:cNvSpPr>
            <a:spLocks noGrp="1"/>
          </p:cNvSpPr>
          <p:nvPr/>
        </p:nvSpPr>
        <p:spPr>
          <a:xfrm>
            <a:off x="1914525" y="5753100"/>
            <a:ext cx="8382000" cy="238125"/>
          </a:xfrm>
          <a:prstGeom prst="rect">
            <a:avLst/>
          </a:prstGeom>
          <a:noFill/>
          <a:ln w="0">
            <a:noFill/>
            <a:prstDash val="solid"/>
          </a:ln>
        </p:spPr>
        <p:txBody>
          <a:bodyPr lIns="0" tIns="0" rIns="0" bIns="0"/>
          <a:lstStyle>
            <a:defPPr>
              <a:defRPr sz="1500" b="0">
                <a:solidFill>
                  <a:srgbClr val="4C156F"/>
                </a:solidFill>
                <a:latin typeface="Montserrat"/>
                <a:ea typeface="Montserrat"/>
                <a:cs typeface="Montserrat"/>
              </a:defRPr>
            </a:defPPr>
            <a:lvl1pPr>
              <a:defRPr sz="1500" b="0">
                <a:solidFill>
                  <a:srgbClr val="4C156F"/>
                </a:solidFill>
                <a:latin typeface="Montserrat"/>
                <a:ea typeface="Montserrat"/>
                <a:cs typeface="Montserrat"/>
              </a:defRPr>
            </a:lvl1pPr>
            <a:lvl2pPr>
              <a:defRPr sz="1500" b="0">
                <a:solidFill>
                  <a:srgbClr val="4C156F"/>
                </a:solidFill>
                <a:latin typeface="Montserrat"/>
                <a:ea typeface="Montserrat"/>
                <a:cs typeface="Montserrat"/>
              </a:defRPr>
            </a:lvl2pPr>
            <a:lvl3pPr>
              <a:defRPr sz="1500" b="0">
                <a:solidFill>
                  <a:srgbClr val="4C156F"/>
                </a:solidFill>
                <a:latin typeface="Montserrat"/>
                <a:ea typeface="Montserrat"/>
                <a:cs typeface="Montserrat"/>
              </a:defRPr>
            </a:lvl3pPr>
            <a:lvl4pPr>
              <a:defRPr sz="1500" b="0">
                <a:solidFill>
                  <a:srgbClr val="4C156F"/>
                </a:solidFill>
                <a:latin typeface="Montserrat"/>
                <a:ea typeface="Montserrat"/>
                <a:cs typeface="Montserrat"/>
              </a:defRPr>
            </a:lvl4pPr>
            <a:lvl5pPr>
              <a:defRPr sz="1500" b="0">
                <a:solidFill>
                  <a:srgbClr val="4C156F"/>
                </a:solidFill>
                <a:latin typeface="Montserrat"/>
                <a:ea typeface="Montserrat"/>
                <a:cs typeface="Montserrat"/>
              </a:defRPr>
            </a:lvl5pPr>
            <a:lvl6pPr>
              <a:defRPr sz="1500" b="0">
                <a:solidFill>
                  <a:srgbClr val="4C156F"/>
                </a:solidFill>
                <a:latin typeface="Montserrat"/>
                <a:ea typeface="Montserrat"/>
                <a:cs typeface="Montserrat"/>
              </a:defRPr>
            </a:lvl6pPr>
            <a:lvl7pPr>
              <a:defRPr sz="1500" b="0">
                <a:solidFill>
                  <a:srgbClr val="4C156F"/>
                </a:solidFill>
                <a:latin typeface="Montserrat"/>
                <a:ea typeface="Montserrat"/>
                <a:cs typeface="Montserrat"/>
              </a:defRPr>
            </a:lvl7pPr>
            <a:lvl8pPr>
              <a:defRPr sz="1500" b="0">
                <a:solidFill>
                  <a:srgbClr val="4C156F"/>
                </a:solidFill>
                <a:latin typeface="Montserrat"/>
                <a:ea typeface="Montserrat"/>
                <a:cs typeface="Montserrat"/>
              </a:defRPr>
            </a:lvl8pPr>
            <a:lvl9pPr>
              <a:defRPr sz="1500" b="0">
                <a:solidFill>
                  <a:srgbClr val="4C156F"/>
                </a:solidFill>
                <a:latin typeface="Montserrat"/>
                <a:ea typeface="Montserrat"/>
                <a:cs typeface="Montserrat"/>
              </a:defRPr>
            </a:lvl9pPr>
          </a:lstStyle>
          <a:p>
            <a:pPr>
              <a:defRPr sz="1500" b="0">
                <a:solidFill>
                  <a:srgbClr val="4C156F"/>
                </a:solidFill>
                <a:latin typeface="Montserrat"/>
                <a:ea typeface="Montserrat"/>
                <a:cs typeface="Montserrat"/>
              </a:defRPr>
            </a:pPr>
            <a:r>
              <a:rPr sz="1500" b="0">
                <a:solidFill>
                  <a:srgbClr val="4C156F"/>
                </a:solidFill>
                <a:latin typeface="Montserrat"/>
                <a:ea typeface="Montserrat"/>
                <a:cs typeface="Montserrat"/>
              </a:rPr>
              <a:t>Все нарушения + измерения + разметка + таблица + DICOM SR</a:t>
            </a:r>
          </a:p>
        </p:txBody>
      </p:sp>
      <p:sp>
        <p:nvSpPr>
          <p:cNvPr id="3032" name="Прямоугольник 3031">
            <a:extLst>
              <a:ext uri="{FF2B5EF4-FFF2-40B4-BE49-F238E27FC236}">
                <a16:creationId xmlns:a16="http://schemas.microsoft.com/office/drawing/2014/main" id="{C5CB483B-5FB5-4CDA-9689-B3B299CF4829}"/>
              </a:ext>
            </a:extLst>
          </p:cNvPr>
          <p:cNvSpPr>
            <a:spLocks noGrp="1"/>
          </p:cNvSpPr>
          <p:nvPr/>
        </p:nvSpPr>
        <p:spPr>
          <a:xfrm>
            <a:off x="342900" y="6248400"/>
            <a:ext cx="10858500" cy="266700"/>
          </a:xfrm>
          <a:prstGeom prst="rect">
            <a:avLst/>
          </a:prstGeom>
          <a:noFill/>
          <a:ln w="0">
            <a:noFill/>
            <a:prstDash val="solid"/>
          </a:ln>
        </p:spPr>
        <p:txBody>
          <a:bodyPr lIns="0" tIns="0" rIns="0" bIns="0"/>
          <a:lstStyle>
            <a:defPPr>
              <a:defRPr sz="1275" b="0">
                <a:solidFill>
                  <a:srgbClr val="FFFFFF"/>
                </a:solidFill>
                <a:latin typeface="Montserrat"/>
                <a:ea typeface="Montserrat"/>
                <a:cs typeface="Montserrat"/>
              </a:defRPr>
            </a:defPPr>
            <a:lvl1pPr>
              <a:defRPr sz="1275" b="0">
                <a:solidFill>
                  <a:srgbClr val="FFFFFF"/>
                </a:solidFill>
                <a:latin typeface="Montserrat"/>
                <a:ea typeface="Montserrat"/>
                <a:cs typeface="Montserrat"/>
              </a:defRPr>
            </a:lvl1pPr>
            <a:lvl2pPr>
              <a:defRPr sz="1275" b="0">
                <a:solidFill>
                  <a:srgbClr val="FFFFFF"/>
                </a:solidFill>
                <a:latin typeface="Montserrat"/>
                <a:ea typeface="Montserrat"/>
                <a:cs typeface="Montserrat"/>
              </a:defRPr>
            </a:lvl2pPr>
            <a:lvl3pPr>
              <a:defRPr sz="1275" b="0">
                <a:solidFill>
                  <a:srgbClr val="FFFFFF"/>
                </a:solidFill>
                <a:latin typeface="Montserrat"/>
                <a:ea typeface="Montserrat"/>
                <a:cs typeface="Montserrat"/>
              </a:defRPr>
            </a:lvl3pPr>
            <a:lvl4pPr>
              <a:defRPr sz="1275" b="0">
                <a:solidFill>
                  <a:srgbClr val="FFFFFF"/>
                </a:solidFill>
                <a:latin typeface="Montserrat"/>
                <a:ea typeface="Montserrat"/>
                <a:cs typeface="Montserrat"/>
              </a:defRPr>
            </a:lvl4pPr>
            <a:lvl5pPr>
              <a:defRPr sz="1275" b="0">
                <a:solidFill>
                  <a:srgbClr val="FFFFFF"/>
                </a:solidFill>
                <a:latin typeface="Montserrat"/>
                <a:ea typeface="Montserrat"/>
                <a:cs typeface="Montserrat"/>
              </a:defRPr>
            </a:lvl5pPr>
            <a:lvl6pPr>
              <a:defRPr sz="1275" b="0">
                <a:solidFill>
                  <a:srgbClr val="FFFFFF"/>
                </a:solidFill>
                <a:latin typeface="Montserrat"/>
                <a:ea typeface="Montserrat"/>
                <a:cs typeface="Montserrat"/>
              </a:defRPr>
            </a:lvl6pPr>
            <a:lvl7pPr>
              <a:defRPr sz="1275" b="0">
                <a:solidFill>
                  <a:srgbClr val="FFFFFF"/>
                </a:solidFill>
                <a:latin typeface="Montserrat"/>
                <a:ea typeface="Montserrat"/>
                <a:cs typeface="Montserrat"/>
              </a:defRPr>
            </a:lvl7pPr>
            <a:lvl8pPr>
              <a:defRPr sz="1275" b="0">
                <a:solidFill>
                  <a:srgbClr val="FFFFFF"/>
                </a:solidFill>
                <a:latin typeface="Montserrat"/>
                <a:ea typeface="Montserrat"/>
                <a:cs typeface="Montserrat"/>
              </a:defRPr>
            </a:lvl8pPr>
            <a:lvl9pPr>
              <a:defRPr sz="1275" b="0">
                <a:solidFill>
                  <a:srgbClr val="FFFFFF"/>
                </a:solidFill>
                <a:latin typeface="Montserrat"/>
                <a:ea typeface="Montserrat"/>
                <a:cs typeface="Montserrat"/>
              </a:defRPr>
            </a:lvl9pPr>
          </a:lstStyle>
          <a:p>
            <a:pPr>
              <a:defRPr sz="1275" b="0">
                <a:solidFill>
                  <a:srgbClr val="FFFFFF"/>
                </a:solidFill>
                <a:latin typeface="Montserrat"/>
                <a:ea typeface="Montserrat"/>
                <a:cs typeface="Montserrat"/>
              </a:defRPr>
            </a:pPr>
            <a:r>
              <a:rPr sz="1275" b="0">
                <a:solidFill>
                  <a:srgbClr val="FFFFFF"/>
                </a:solidFill>
                <a:latin typeface="Montserrat"/>
                <a:ea typeface="Montserrat"/>
                <a:cs typeface="Montserrat"/>
              </a:rPr>
              <a:t>Расхождение оценок: пометка специалисту. Неизвестная область / сбой: ручной разбор или Failure.</a:t>
            </a:r>
          </a:p>
        </p:txBody>
      </p:sp>
    </p:spTree>
    <p:extLst>
      <p:ext uri="{BB962C8B-B14F-4D97-AF65-F5344CB8AC3E}">
        <p14:creationId xmlns:p14="http://schemas.microsoft.com/office/powerpoint/2010/main" val="4191781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46075" y="324562"/>
            <a:ext cx="1810512" cy="620919"/>
          </a:xfrm>
          <a:prstGeom prst="roundRect">
            <a:avLst>
              <a:gd name="adj" fmla="val 187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ЛОГИКА</a:t>
            </a:r>
          </a:p>
        </p:txBody>
      </p:sp>
      <p:sp>
        <p:nvSpPr>
          <p:cNvPr id="3" name="TextBox 2"/>
          <p:cNvSpPr txBox="1"/>
          <p:nvPr/>
        </p:nvSpPr>
        <p:spPr>
          <a:xfrm>
            <a:off x="346075" y="1097280"/>
            <a:ext cx="11338560" cy="822960"/>
          </a:xfrm>
          <a:prstGeom prst="rect">
            <a:avLst/>
          </a:prstGeom>
          <a:noFill/>
        </p:spPr>
        <p:txBody>
          <a:bodyPr wrap="square" lIns="0" tIns="0" rIns="0" bIns="0" anchor="t"/>
          <a:lstStyle/>
          <a:p>
            <a:pPr algn="l">
              <a:lnSpc>
                <a:spcPct val="102000"/>
              </a:lnSpc>
              <a:spcAft>
                <a:spcPts val="0"/>
              </a:spcAft>
            </a:pPr>
            <a:r>
              <a:rPr sz="2200" b="1" i="0">
                <a:solidFill>
                  <a:srgbClr val="FFFFFF"/>
                </a:solidFill>
                <a:latin typeface="Montserrat"/>
                <a:ea typeface="Montserrat"/>
                <a:cs typeface="Montserrat"/>
              </a:rPr>
              <a:t>Проверка позвоночника: укладка, ось и посторонние предметы</a:t>
            </a:r>
          </a:p>
        </p:txBody>
      </p:sp>
      <p:sp>
        <p:nvSpPr>
          <p:cNvPr id="902" name="Номер слайда"/>
          <p:cNvSpPr>
            <a:spLocks noGrp="1"/>
          </p:cNvSpPr>
          <p:nvPr>
            <p:ph type="sldNum" sz="quarter" idx="4"/>
          </p:nvPr>
        </p:nvSpPr>
        <p:spPr>
          <a:xfrm>
            <a:off x="11064240" y="6355080"/>
            <a:ext cx="868680" cy="365760"/>
          </a:xfrm>
        </p:spPr>
        <p:txBody>
          <a:bodyPr/>
          <a:lstStyle/>
          <a:p>
            <a:r>
              <a:rPr/>
              <a:t>3</a:t>
            </a:r>
          </a:p>
        </p:txBody>
      </p:sp>
      <p:sp>
        <p:nvSpPr>
          <p:cNvPr id="4002" name="Скругленный прямоугольник 4001">
            <a:extLst>
              <a:ext uri="{FF2B5EF4-FFF2-40B4-BE49-F238E27FC236}">
                <a16:creationId xmlns:a16="http://schemas.microsoft.com/office/drawing/2014/main" id="{3B001B42-DEA9-4C77-8963-4650BCA75093}"/>
              </a:ext>
            </a:extLst>
          </p:cNvPr>
          <p:cNvSpPr>
            <a:spLocks noGrp="1"/>
          </p:cNvSpPr>
          <p:nvPr/>
        </p:nvSpPr>
        <p:spPr>
          <a:xfrm>
            <a:off x="2190750" y="1733550"/>
            <a:ext cx="7810500" cy="628650"/>
          </a:xfrm>
          <a:prstGeom prst="roundRect">
            <a:avLst>
              <a:gd name="adj" fmla="val 21212"/>
            </a:avLst>
          </a:prstGeom>
          <a:solidFill>
            <a:srgbClr val="FFFFFF"/>
          </a:solidFill>
          <a:ln w="9525">
            <a:solidFill>
              <a:srgbClr val="FFFFFF"/>
            </a:solidFill>
            <a:prstDash val="solid"/>
          </a:ln>
        </p:spPr>
      </p:sp>
      <p:sp>
        <p:nvSpPr>
          <p:cNvPr id="4003" name="Прямоугольник 4002">
            <a:extLst>
              <a:ext uri="{FF2B5EF4-FFF2-40B4-BE49-F238E27FC236}">
                <a16:creationId xmlns:a16="http://schemas.microsoft.com/office/drawing/2014/main" id="{0959AEC6-E797-40DC-8C8C-F1F334506A5C}"/>
              </a:ext>
            </a:extLst>
          </p:cNvPr>
          <p:cNvSpPr>
            <a:spLocks noGrp="1"/>
          </p:cNvSpPr>
          <p:nvPr/>
        </p:nvSpPr>
        <p:spPr>
          <a:xfrm>
            <a:off x="2419350" y="1895475"/>
            <a:ext cx="7353300" cy="381000"/>
          </a:xfrm>
          <a:prstGeom prst="rect">
            <a:avLst/>
          </a:prstGeom>
          <a:noFill/>
          <a:ln w="0">
            <a:noFill/>
            <a:prstDash val="solid"/>
          </a:ln>
        </p:spPr>
        <p:txBody>
          <a:bodyPr lIns="0" tIns="0" rIns="0" bIns="0"/>
          <a:lstStyle>
            <a:defPPr>
              <a:defRPr sz="2025" b="1">
                <a:solidFill>
                  <a:srgbClr val="4C156F"/>
                </a:solidFill>
                <a:latin typeface="Montserrat"/>
                <a:ea typeface="Montserrat"/>
                <a:cs typeface="Montserrat"/>
              </a:defRPr>
            </a:defPPr>
            <a:lvl1pPr>
              <a:defRPr sz="2025" b="1">
                <a:solidFill>
                  <a:srgbClr val="4C156F"/>
                </a:solidFill>
                <a:latin typeface="Montserrat"/>
                <a:ea typeface="Montserrat"/>
                <a:cs typeface="Montserrat"/>
              </a:defRPr>
            </a:lvl1pPr>
            <a:lvl2pPr>
              <a:defRPr sz="2025" b="1">
                <a:solidFill>
                  <a:srgbClr val="4C156F"/>
                </a:solidFill>
                <a:latin typeface="Montserrat"/>
                <a:ea typeface="Montserrat"/>
                <a:cs typeface="Montserrat"/>
              </a:defRPr>
            </a:lvl2pPr>
            <a:lvl3pPr>
              <a:defRPr sz="2025" b="1">
                <a:solidFill>
                  <a:srgbClr val="4C156F"/>
                </a:solidFill>
                <a:latin typeface="Montserrat"/>
                <a:ea typeface="Montserrat"/>
                <a:cs typeface="Montserrat"/>
              </a:defRPr>
            </a:lvl3pPr>
            <a:lvl4pPr>
              <a:defRPr sz="2025" b="1">
                <a:solidFill>
                  <a:srgbClr val="4C156F"/>
                </a:solidFill>
                <a:latin typeface="Montserrat"/>
                <a:ea typeface="Montserrat"/>
                <a:cs typeface="Montserrat"/>
              </a:defRPr>
            </a:lvl4pPr>
            <a:lvl5pPr>
              <a:defRPr sz="2025" b="1">
                <a:solidFill>
                  <a:srgbClr val="4C156F"/>
                </a:solidFill>
                <a:latin typeface="Montserrat"/>
                <a:ea typeface="Montserrat"/>
                <a:cs typeface="Montserrat"/>
              </a:defRPr>
            </a:lvl5pPr>
            <a:lvl6pPr>
              <a:defRPr sz="2025" b="1">
                <a:solidFill>
                  <a:srgbClr val="4C156F"/>
                </a:solidFill>
                <a:latin typeface="Montserrat"/>
                <a:ea typeface="Montserrat"/>
                <a:cs typeface="Montserrat"/>
              </a:defRPr>
            </a:lvl6pPr>
            <a:lvl7pPr>
              <a:defRPr sz="2025" b="1">
                <a:solidFill>
                  <a:srgbClr val="4C156F"/>
                </a:solidFill>
                <a:latin typeface="Montserrat"/>
                <a:ea typeface="Montserrat"/>
                <a:cs typeface="Montserrat"/>
              </a:defRPr>
            </a:lvl7pPr>
            <a:lvl8pPr>
              <a:defRPr sz="2025" b="1">
                <a:solidFill>
                  <a:srgbClr val="4C156F"/>
                </a:solidFill>
                <a:latin typeface="Montserrat"/>
                <a:ea typeface="Montserrat"/>
                <a:cs typeface="Montserrat"/>
              </a:defRPr>
            </a:lvl8pPr>
            <a:lvl9pPr>
              <a:defRPr sz="2025" b="1">
                <a:solidFill>
                  <a:srgbClr val="4C156F"/>
                </a:solidFill>
                <a:latin typeface="Montserrat"/>
                <a:ea typeface="Montserrat"/>
                <a:cs typeface="Montserrat"/>
              </a:defRPr>
            </a:lvl9pPr>
          </a:lstStyle>
          <a:p>
            <a:pPr>
              <a:defRPr sz="2025" b="1">
                <a:solidFill>
                  <a:srgbClr val="4C156F"/>
                </a:solidFill>
                <a:latin typeface="Montserrat"/>
                <a:ea typeface="Montserrat"/>
                <a:cs typeface="Montserrat"/>
              </a:defRPr>
            </a:pPr>
            <a:r>
              <a:rPr sz="2025" b="1">
                <a:solidFill>
                  <a:srgbClr val="4C156F"/>
                </a:solidFill>
                <a:latin typeface="Montserrat"/>
                <a:ea typeface="Montserrat"/>
                <a:cs typeface="Montserrat"/>
              </a:rPr>
              <a:t>Снимок позвоночника после общей подготовки</a:t>
            </a:r>
          </a:p>
        </p:txBody>
      </p:sp>
      <p:sp>
        <p:nvSpPr>
          <p:cNvPr id="4004" name="Прямая соединительная линия 4003">
            <a:extLst>
              <a:ext uri="{FF2B5EF4-FFF2-40B4-BE49-F238E27FC236}">
                <a16:creationId xmlns:a16="http://schemas.microsoft.com/office/drawing/2014/main" id="{ED24E270-B428-4774-95AE-2C1A892E3861}"/>
              </a:ext>
            </a:extLst>
          </p:cNvPr>
          <p:cNvSpPr>
            <a:spLocks noGrp="1"/>
          </p:cNvSpPr>
          <p:nvPr/>
        </p:nvSpPr>
        <p:spPr>
          <a:xfrm>
            <a:off x="6096000" y="2362200"/>
            <a:ext cx="0" cy="238125"/>
          </a:xfrm>
          <a:prstGeom prst="line">
            <a:avLst/>
          </a:prstGeom>
          <a:noFill/>
          <a:ln w="28575">
            <a:solidFill>
              <a:srgbClr val="FF0066"/>
            </a:solidFill>
            <a:prstDash val="solid"/>
          </a:ln>
        </p:spPr>
      </p:sp>
      <p:sp>
        <p:nvSpPr>
          <p:cNvPr id="4005" name="Прямая соединительная линия 4004">
            <a:extLst>
              <a:ext uri="{FF2B5EF4-FFF2-40B4-BE49-F238E27FC236}">
                <a16:creationId xmlns:a16="http://schemas.microsoft.com/office/drawing/2014/main" id="{77DF851A-8042-4C04-B326-87648F6DCE03}"/>
              </a:ext>
            </a:extLst>
          </p:cNvPr>
          <p:cNvSpPr>
            <a:spLocks noGrp="1"/>
          </p:cNvSpPr>
          <p:nvPr/>
        </p:nvSpPr>
        <p:spPr>
          <a:xfrm>
            <a:off x="2152650" y="2600325"/>
            <a:ext cx="7886700" cy="0"/>
          </a:xfrm>
          <a:prstGeom prst="line">
            <a:avLst/>
          </a:prstGeom>
          <a:noFill/>
          <a:ln w="28575">
            <a:solidFill>
              <a:srgbClr val="FF0066"/>
            </a:solidFill>
            <a:prstDash val="solid"/>
          </a:ln>
        </p:spPr>
      </p:sp>
      <p:sp>
        <p:nvSpPr>
          <p:cNvPr id="4006" name="Стрелка вниз 4005">
            <a:extLst>
              <a:ext uri="{FF2B5EF4-FFF2-40B4-BE49-F238E27FC236}">
                <a16:creationId xmlns:a16="http://schemas.microsoft.com/office/drawing/2014/main" id="{0EC24750-DF3E-403C-8C68-27CCC62F2878}"/>
              </a:ext>
            </a:extLst>
          </p:cNvPr>
          <p:cNvSpPr>
            <a:spLocks noGrp="1"/>
          </p:cNvSpPr>
          <p:nvPr/>
        </p:nvSpPr>
        <p:spPr>
          <a:xfrm>
            <a:off x="2057400" y="2600325"/>
            <a:ext cx="190500" cy="238125"/>
          </a:xfrm>
          <a:prstGeom prst="downArrow">
            <a:avLst/>
          </a:prstGeom>
          <a:solidFill>
            <a:srgbClr val="FF0066"/>
          </a:solidFill>
          <a:ln w="0">
            <a:solidFill>
              <a:srgbClr val="FF0066"/>
            </a:solidFill>
            <a:prstDash val="solid"/>
          </a:ln>
        </p:spPr>
      </p:sp>
      <p:sp>
        <p:nvSpPr>
          <p:cNvPr id="4007" name="Стрелка вниз 4006">
            <a:extLst>
              <a:ext uri="{FF2B5EF4-FFF2-40B4-BE49-F238E27FC236}">
                <a16:creationId xmlns:a16="http://schemas.microsoft.com/office/drawing/2014/main" id="{1ECF341B-59F6-4552-BA78-57B50D150AC9}"/>
              </a:ext>
            </a:extLst>
          </p:cNvPr>
          <p:cNvSpPr>
            <a:spLocks noGrp="1"/>
          </p:cNvSpPr>
          <p:nvPr/>
        </p:nvSpPr>
        <p:spPr>
          <a:xfrm>
            <a:off x="6000750" y="2600325"/>
            <a:ext cx="190500" cy="238125"/>
          </a:xfrm>
          <a:prstGeom prst="downArrow">
            <a:avLst/>
          </a:prstGeom>
          <a:solidFill>
            <a:srgbClr val="FF0066"/>
          </a:solidFill>
          <a:ln w="0">
            <a:solidFill>
              <a:srgbClr val="FF0066"/>
            </a:solidFill>
            <a:prstDash val="solid"/>
          </a:ln>
        </p:spPr>
      </p:sp>
      <p:sp>
        <p:nvSpPr>
          <p:cNvPr id="4008" name="Стрелка вниз 4007">
            <a:extLst>
              <a:ext uri="{FF2B5EF4-FFF2-40B4-BE49-F238E27FC236}">
                <a16:creationId xmlns:a16="http://schemas.microsoft.com/office/drawing/2014/main" id="{20E32A67-7944-4334-BD10-7B61D88A0A54}"/>
              </a:ext>
            </a:extLst>
          </p:cNvPr>
          <p:cNvSpPr>
            <a:spLocks noGrp="1"/>
          </p:cNvSpPr>
          <p:nvPr/>
        </p:nvSpPr>
        <p:spPr>
          <a:xfrm>
            <a:off x="9944100" y="2600325"/>
            <a:ext cx="190500" cy="238125"/>
          </a:xfrm>
          <a:prstGeom prst="downArrow">
            <a:avLst/>
          </a:prstGeom>
          <a:solidFill>
            <a:srgbClr val="FF0066"/>
          </a:solidFill>
          <a:ln w="0">
            <a:solidFill>
              <a:srgbClr val="FF0066"/>
            </a:solidFill>
            <a:prstDash val="solid"/>
          </a:ln>
        </p:spPr>
      </p:sp>
      <p:sp>
        <p:nvSpPr>
          <p:cNvPr id="4009" name="Скругленный прямоугольник 4008">
            <a:extLst>
              <a:ext uri="{FF2B5EF4-FFF2-40B4-BE49-F238E27FC236}">
                <a16:creationId xmlns:a16="http://schemas.microsoft.com/office/drawing/2014/main" id="{92C6AD31-E82D-48DA-BDCB-AD86CE329324}"/>
              </a:ext>
            </a:extLst>
          </p:cNvPr>
          <p:cNvSpPr>
            <a:spLocks noGrp="1"/>
          </p:cNvSpPr>
          <p:nvPr/>
        </p:nvSpPr>
        <p:spPr>
          <a:xfrm>
            <a:off x="342900" y="2857500"/>
            <a:ext cx="3619500" cy="2133600"/>
          </a:xfrm>
          <a:prstGeom prst="roundRect">
            <a:avLst>
              <a:gd name="adj" fmla="val 6250"/>
            </a:avLst>
          </a:prstGeom>
          <a:solidFill>
            <a:srgbClr val="FFFFFF"/>
          </a:solidFill>
          <a:ln w="9525">
            <a:solidFill>
              <a:srgbClr val="FFFFFF"/>
            </a:solidFill>
            <a:prstDash val="solid"/>
          </a:ln>
        </p:spPr>
      </p:sp>
      <p:sp>
        <p:nvSpPr>
          <p:cNvPr id="4010" name="Прямоугольник 4009">
            <a:extLst>
              <a:ext uri="{FF2B5EF4-FFF2-40B4-BE49-F238E27FC236}">
                <a16:creationId xmlns:a16="http://schemas.microsoft.com/office/drawing/2014/main" id="{8E3D9339-C388-4C6E-B94E-003C8250BE85}"/>
              </a:ext>
            </a:extLst>
          </p:cNvPr>
          <p:cNvSpPr>
            <a:spLocks noGrp="1"/>
          </p:cNvSpPr>
          <p:nvPr/>
        </p:nvSpPr>
        <p:spPr>
          <a:xfrm>
            <a:off x="533400" y="2981325"/>
            <a:ext cx="3238500"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Укладка</a:t>
            </a:r>
          </a:p>
        </p:txBody>
      </p:sp>
      <p:sp>
        <p:nvSpPr>
          <p:cNvPr id="4011" name="Прямоугольник 4010">
            <a:extLst>
              <a:ext uri="{FF2B5EF4-FFF2-40B4-BE49-F238E27FC236}">
                <a16:creationId xmlns:a16="http://schemas.microsoft.com/office/drawing/2014/main" id="{542C7E04-774F-44C5-BFF6-6E683F8C3966}"/>
              </a:ext>
            </a:extLst>
          </p:cNvPr>
          <p:cNvSpPr>
            <a:spLocks noGrp="1"/>
          </p:cNvSpPr>
          <p:nvPr/>
        </p:nvSpPr>
        <p:spPr>
          <a:xfrm>
            <a:off x="533400" y="3390900"/>
            <a:ext cx="3238500" cy="60007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Кость в нижних боковых зонах</a:t>
            </a:r>
          </a:p>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 модель вида снимка</a:t>
            </a:r>
          </a:p>
        </p:txBody>
      </p:sp>
      <p:sp>
        <p:nvSpPr>
          <p:cNvPr id="4012" name="Прямая соединительная линия 4011">
            <a:extLst>
              <a:ext uri="{FF2B5EF4-FFF2-40B4-BE49-F238E27FC236}">
                <a16:creationId xmlns:a16="http://schemas.microsoft.com/office/drawing/2014/main" id="{7A651114-4898-4C35-8C1E-087370CD9B20}"/>
              </a:ext>
            </a:extLst>
          </p:cNvPr>
          <p:cNvSpPr>
            <a:spLocks noGrp="1"/>
          </p:cNvSpPr>
          <p:nvPr/>
        </p:nvSpPr>
        <p:spPr>
          <a:xfrm>
            <a:off x="533400" y="4076700"/>
            <a:ext cx="3238500" cy="0"/>
          </a:xfrm>
          <a:prstGeom prst="line">
            <a:avLst/>
          </a:prstGeom>
          <a:noFill/>
          <a:ln w="28575">
            <a:solidFill>
              <a:srgbClr val="FF0066"/>
            </a:solidFill>
            <a:prstDash val="solid"/>
          </a:ln>
        </p:spPr>
      </p:sp>
      <p:sp>
        <p:nvSpPr>
          <p:cNvPr id="4013" name="Прямоугольник 4012">
            <a:extLst>
              <a:ext uri="{FF2B5EF4-FFF2-40B4-BE49-F238E27FC236}">
                <a16:creationId xmlns:a16="http://schemas.microsoft.com/office/drawing/2014/main" id="{29D0D44B-BFD5-4DD9-A550-9794CC38D08C}"/>
              </a:ext>
            </a:extLst>
          </p:cNvPr>
          <p:cNvSpPr>
            <a:spLocks noGrp="1"/>
          </p:cNvSpPr>
          <p:nvPr/>
        </p:nvSpPr>
        <p:spPr>
          <a:xfrm>
            <a:off x="533400" y="4210050"/>
            <a:ext cx="3238500" cy="495300"/>
          </a:xfrm>
          <a:prstGeom prst="rect">
            <a:avLst/>
          </a:prstGeom>
          <a:noFill/>
          <a:ln w="0">
            <a:noFill/>
            <a:prstDash val="solid"/>
          </a:ln>
        </p:spPr>
        <p:txBody>
          <a:bodyPr lIns="0" tIns="0" rIns="0" bIns="0"/>
          <a:lstStyle>
            <a:defPPr>
              <a:defRPr sz="1350" b="1">
                <a:solidFill>
                  <a:srgbClr val="4C156F"/>
                </a:solidFill>
                <a:latin typeface="Montserrat"/>
                <a:ea typeface="Montserrat"/>
                <a:cs typeface="Montserrat"/>
              </a:defRPr>
            </a:defPPr>
            <a:lvl1pPr>
              <a:defRPr sz="1350" b="1">
                <a:solidFill>
                  <a:srgbClr val="4C156F"/>
                </a:solidFill>
                <a:latin typeface="Montserrat"/>
                <a:ea typeface="Montserrat"/>
                <a:cs typeface="Montserrat"/>
              </a:defRPr>
            </a:lvl1pPr>
            <a:lvl2pPr>
              <a:defRPr sz="1350" b="1">
                <a:solidFill>
                  <a:srgbClr val="4C156F"/>
                </a:solidFill>
                <a:latin typeface="Montserrat"/>
                <a:ea typeface="Montserrat"/>
                <a:cs typeface="Montserrat"/>
              </a:defRPr>
            </a:lvl2pPr>
            <a:lvl3pPr>
              <a:defRPr sz="1350" b="1">
                <a:solidFill>
                  <a:srgbClr val="4C156F"/>
                </a:solidFill>
                <a:latin typeface="Montserrat"/>
                <a:ea typeface="Montserrat"/>
                <a:cs typeface="Montserrat"/>
              </a:defRPr>
            </a:lvl3pPr>
            <a:lvl4pPr>
              <a:defRPr sz="1350" b="1">
                <a:solidFill>
                  <a:srgbClr val="4C156F"/>
                </a:solidFill>
                <a:latin typeface="Montserrat"/>
                <a:ea typeface="Montserrat"/>
                <a:cs typeface="Montserrat"/>
              </a:defRPr>
            </a:lvl4pPr>
            <a:lvl5pPr>
              <a:defRPr sz="1350" b="1">
                <a:solidFill>
                  <a:srgbClr val="4C156F"/>
                </a:solidFill>
                <a:latin typeface="Montserrat"/>
                <a:ea typeface="Montserrat"/>
                <a:cs typeface="Montserrat"/>
              </a:defRPr>
            </a:lvl5pPr>
            <a:lvl6pPr>
              <a:defRPr sz="1350" b="1">
                <a:solidFill>
                  <a:srgbClr val="4C156F"/>
                </a:solidFill>
                <a:latin typeface="Montserrat"/>
                <a:ea typeface="Montserrat"/>
                <a:cs typeface="Montserrat"/>
              </a:defRPr>
            </a:lvl6pPr>
            <a:lvl7pPr>
              <a:defRPr sz="1350" b="1">
                <a:solidFill>
                  <a:srgbClr val="4C156F"/>
                </a:solidFill>
                <a:latin typeface="Montserrat"/>
                <a:ea typeface="Montserrat"/>
                <a:cs typeface="Montserrat"/>
              </a:defRPr>
            </a:lvl7pPr>
            <a:lvl8pPr>
              <a:defRPr sz="1350" b="1">
                <a:solidFill>
                  <a:srgbClr val="4C156F"/>
                </a:solidFill>
                <a:latin typeface="Montserrat"/>
                <a:ea typeface="Montserrat"/>
                <a:cs typeface="Montserrat"/>
              </a:defRPr>
            </a:lvl8pPr>
            <a:lvl9pPr>
              <a:defRPr sz="1350" b="1">
                <a:solidFill>
                  <a:srgbClr val="4C156F"/>
                </a:solidFill>
                <a:latin typeface="Montserrat"/>
                <a:ea typeface="Montserrat"/>
                <a:cs typeface="Montserrat"/>
              </a:defRPr>
            </a:lvl9pPr>
          </a:lstStyle>
          <a:p>
            <a:pPr>
              <a:defRPr sz="1350" b="1">
                <a:solidFill>
                  <a:srgbClr val="4C156F"/>
                </a:solidFill>
                <a:latin typeface="Montserrat"/>
                <a:ea typeface="Montserrat"/>
                <a:cs typeface="Montserrat"/>
              </a:defRPr>
            </a:pPr>
            <a:r>
              <a:rPr sz="1350" b="1">
                <a:solidFill>
                  <a:srgbClr val="4C156F"/>
                </a:solidFill>
                <a:latin typeface="Montserrat"/>
                <a:ea typeface="Montserrat"/>
                <a:cs typeface="Montserrat"/>
              </a:rPr>
              <a:t>Гребни не попали в кадр</a:t>
            </a:r>
          </a:p>
          <a:p>
            <a:pPr>
              <a:defRPr sz="1350" b="1">
                <a:solidFill>
                  <a:srgbClr val="4C156F"/>
                </a:solidFill>
                <a:latin typeface="Montserrat"/>
                <a:ea typeface="Montserrat"/>
                <a:cs typeface="Montserrat"/>
              </a:defRPr>
            </a:pPr>
            <a:r>
              <a:rPr sz="1350" b="1">
                <a:solidFill>
                  <a:srgbClr val="4C156F"/>
                </a:solidFill>
                <a:latin typeface="Montserrat"/>
                <a:ea typeface="Montserrat"/>
                <a:cs typeface="Montserrat"/>
              </a:rPr>
              <a:t>spine_position</a:t>
            </a:r>
          </a:p>
        </p:txBody>
      </p:sp>
      <p:sp>
        <p:nvSpPr>
          <p:cNvPr id="4014" name="Прямоугольник 4013">
            <a:extLst>
              <a:ext uri="{FF2B5EF4-FFF2-40B4-BE49-F238E27FC236}">
                <a16:creationId xmlns:a16="http://schemas.microsoft.com/office/drawing/2014/main" id="{400EF339-50A4-41BE-9495-26254330CA5F}"/>
              </a:ext>
            </a:extLst>
          </p:cNvPr>
          <p:cNvSpPr>
            <a:spLocks noGrp="1"/>
          </p:cNvSpPr>
          <p:nvPr/>
        </p:nvSpPr>
        <p:spPr>
          <a:xfrm>
            <a:off x="533400" y="4762500"/>
            <a:ext cx="3238500" cy="209550"/>
          </a:xfrm>
          <a:prstGeom prst="rect">
            <a:avLst/>
          </a:prstGeom>
          <a:noFill/>
          <a:ln w="0">
            <a:noFill/>
            <a:prstDash val="solid"/>
          </a:ln>
        </p:spPr>
        <p:txBody>
          <a:bodyPr lIns="0" tIns="0" rIns="0" bIns="0"/>
          <a:lstStyle>
            <a:defPPr>
              <a:defRPr sz="1050" b="1">
                <a:solidFill>
                  <a:srgbClr val="FF0066"/>
                </a:solidFill>
                <a:latin typeface="Montserrat"/>
                <a:ea typeface="Montserrat"/>
                <a:cs typeface="Montserrat"/>
              </a:defRPr>
            </a:defPPr>
            <a:lvl1pPr>
              <a:defRPr sz="1050" b="1">
                <a:solidFill>
                  <a:srgbClr val="FF0066"/>
                </a:solidFill>
                <a:latin typeface="Montserrat"/>
                <a:ea typeface="Montserrat"/>
                <a:cs typeface="Montserrat"/>
              </a:defRPr>
            </a:lvl1pPr>
            <a:lvl2pPr>
              <a:defRPr sz="1050" b="1">
                <a:solidFill>
                  <a:srgbClr val="FF0066"/>
                </a:solidFill>
                <a:latin typeface="Montserrat"/>
                <a:ea typeface="Montserrat"/>
                <a:cs typeface="Montserrat"/>
              </a:defRPr>
            </a:lvl2pPr>
            <a:lvl3pPr>
              <a:defRPr sz="1050" b="1">
                <a:solidFill>
                  <a:srgbClr val="FF0066"/>
                </a:solidFill>
                <a:latin typeface="Montserrat"/>
                <a:ea typeface="Montserrat"/>
                <a:cs typeface="Montserrat"/>
              </a:defRPr>
            </a:lvl3pPr>
            <a:lvl4pPr>
              <a:defRPr sz="1050" b="1">
                <a:solidFill>
                  <a:srgbClr val="FF0066"/>
                </a:solidFill>
                <a:latin typeface="Montserrat"/>
                <a:ea typeface="Montserrat"/>
                <a:cs typeface="Montserrat"/>
              </a:defRPr>
            </a:lvl4pPr>
            <a:lvl5pPr>
              <a:defRPr sz="1050" b="1">
                <a:solidFill>
                  <a:srgbClr val="FF0066"/>
                </a:solidFill>
                <a:latin typeface="Montserrat"/>
                <a:ea typeface="Montserrat"/>
                <a:cs typeface="Montserrat"/>
              </a:defRPr>
            </a:lvl5pPr>
            <a:lvl6pPr>
              <a:defRPr sz="1050" b="1">
                <a:solidFill>
                  <a:srgbClr val="FF0066"/>
                </a:solidFill>
                <a:latin typeface="Montserrat"/>
                <a:ea typeface="Montserrat"/>
                <a:cs typeface="Montserrat"/>
              </a:defRPr>
            </a:lvl6pPr>
            <a:lvl7pPr>
              <a:defRPr sz="1050" b="1">
                <a:solidFill>
                  <a:srgbClr val="FF0066"/>
                </a:solidFill>
                <a:latin typeface="Montserrat"/>
                <a:ea typeface="Montserrat"/>
                <a:cs typeface="Montserrat"/>
              </a:defRPr>
            </a:lvl7pPr>
            <a:lvl8pPr>
              <a:defRPr sz="1050" b="1">
                <a:solidFill>
                  <a:srgbClr val="FF0066"/>
                </a:solidFill>
                <a:latin typeface="Montserrat"/>
                <a:ea typeface="Montserrat"/>
                <a:cs typeface="Montserrat"/>
              </a:defRPr>
            </a:lvl8pPr>
            <a:lvl9pPr>
              <a:defRPr sz="1050" b="1">
                <a:solidFill>
                  <a:srgbClr val="FF0066"/>
                </a:solidFill>
                <a:latin typeface="Montserrat"/>
                <a:ea typeface="Montserrat"/>
                <a:cs typeface="Montserrat"/>
              </a:defRPr>
            </a:lvl9pPr>
          </a:lstStyle>
          <a:p>
            <a:pPr>
              <a:defRPr sz="1050" b="1">
                <a:solidFill>
                  <a:srgbClr val="FF0066"/>
                </a:solidFill>
                <a:latin typeface="Montserrat"/>
                <a:ea typeface="Montserrat"/>
                <a:cs typeface="Montserrat"/>
              </a:defRPr>
            </a:pPr>
            <a:r>
              <a:rPr sz="1050" b="1" dirty="0" err="1">
                <a:solidFill>
                  <a:srgbClr val="FF0066"/>
                </a:solidFill>
                <a:latin typeface="Montserrat"/>
                <a:ea typeface="Montserrat"/>
                <a:cs typeface="Montserrat"/>
              </a:rPr>
              <a:t>Верх</a:t>
            </a:r>
            <a:r>
              <a:rPr sz="1050" b="1" dirty="0">
                <a:solidFill>
                  <a:srgbClr val="FF0066"/>
                </a:solidFill>
                <a:latin typeface="Montserrat"/>
                <a:ea typeface="Montserrat"/>
                <a:cs typeface="Montserrat"/>
              </a:rPr>
              <a:t> </a:t>
            </a:r>
            <a:r>
              <a:rPr sz="1050" b="1" dirty="0" err="1">
                <a:solidFill>
                  <a:srgbClr val="FF0066"/>
                </a:solidFill>
                <a:latin typeface="Montserrat"/>
                <a:ea typeface="Montserrat"/>
                <a:cs typeface="Montserrat"/>
              </a:rPr>
              <a:t>кадра</a:t>
            </a:r>
            <a:r>
              <a:rPr sz="1050" b="1" dirty="0">
                <a:solidFill>
                  <a:srgbClr val="FF0066"/>
                </a:solidFill>
                <a:latin typeface="Montserrat"/>
                <a:ea typeface="Montserrat"/>
                <a:cs typeface="Montserrat"/>
              </a:rPr>
              <a:t>: </a:t>
            </a:r>
            <a:r>
              <a:rPr sz="1050" b="1" dirty="0" err="1">
                <a:solidFill>
                  <a:srgbClr val="FF0066"/>
                </a:solidFill>
                <a:latin typeface="Montserrat"/>
                <a:ea typeface="Montserrat"/>
                <a:cs typeface="Montserrat"/>
              </a:rPr>
              <a:t>отдельная</a:t>
            </a:r>
            <a:r>
              <a:rPr sz="1050" b="1" dirty="0">
                <a:solidFill>
                  <a:srgbClr val="FF0066"/>
                </a:solidFill>
                <a:latin typeface="Montserrat"/>
                <a:ea typeface="Montserrat"/>
                <a:cs typeface="Montserrat"/>
              </a:rPr>
              <a:t> </a:t>
            </a:r>
            <a:r>
              <a:rPr sz="1050" b="1" dirty="0" err="1">
                <a:solidFill>
                  <a:srgbClr val="FF0066"/>
                </a:solidFill>
                <a:latin typeface="Montserrat"/>
                <a:ea typeface="Montserrat"/>
                <a:cs typeface="Montserrat"/>
              </a:rPr>
              <a:t>проверка</a:t>
            </a:r>
            <a:r>
              <a:rPr sz="1050" b="1" dirty="0">
                <a:solidFill>
                  <a:srgbClr val="FF0066"/>
                </a:solidFill>
                <a:latin typeface="Montserrat"/>
                <a:ea typeface="Montserrat"/>
                <a:cs typeface="Montserrat"/>
              </a:rPr>
              <a:t> Th12</a:t>
            </a:r>
          </a:p>
        </p:txBody>
      </p:sp>
      <p:sp>
        <p:nvSpPr>
          <p:cNvPr id="4015" name="Скругленный прямоугольник 4014">
            <a:extLst>
              <a:ext uri="{FF2B5EF4-FFF2-40B4-BE49-F238E27FC236}">
                <a16:creationId xmlns:a16="http://schemas.microsoft.com/office/drawing/2014/main" id="{F21F632F-B10F-4834-9BB4-111FD06CF873}"/>
              </a:ext>
            </a:extLst>
          </p:cNvPr>
          <p:cNvSpPr>
            <a:spLocks noGrp="1"/>
          </p:cNvSpPr>
          <p:nvPr/>
        </p:nvSpPr>
        <p:spPr>
          <a:xfrm>
            <a:off x="4286250" y="2857500"/>
            <a:ext cx="3619500" cy="2133600"/>
          </a:xfrm>
          <a:prstGeom prst="roundRect">
            <a:avLst>
              <a:gd name="adj" fmla="val 6250"/>
            </a:avLst>
          </a:prstGeom>
          <a:solidFill>
            <a:srgbClr val="FFFFFF"/>
          </a:solidFill>
          <a:ln w="9525">
            <a:solidFill>
              <a:srgbClr val="FFFFFF"/>
            </a:solidFill>
            <a:prstDash val="solid"/>
          </a:ln>
        </p:spPr>
      </p:sp>
      <p:sp>
        <p:nvSpPr>
          <p:cNvPr id="4016" name="Прямоугольник 4015">
            <a:extLst>
              <a:ext uri="{FF2B5EF4-FFF2-40B4-BE49-F238E27FC236}">
                <a16:creationId xmlns:a16="http://schemas.microsoft.com/office/drawing/2014/main" id="{58498867-C73B-4884-A07B-327793C7003D}"/>
              </a:ext>
            </a:extLst>
          </p:cNvPr>
          <p:cNvSpPr>
            <a:spLocks noGrp="1"/>
          </p:cNvSpPr>
          <p:nvPr/>
        </p:nvSpPr>
        <p:spPr>
          <a:xfrm>
            <a:off x="4476750" y="2981325"/>
            <a:ext cx="3238500"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Ось</a:t>
            </a:r>
          </a:p>
        </p:txBody>
      </p:sp>
      <p:sp>
        <p:nvSpPr>
          <p:cNvPr id="4017" name="Прямоугольник 4016">
            <a:extLst>
              <a:ext uri="{FF2B5EF4-FFF2-40B4-BE49-F238E27FC236}">
                <a16:creationId xmlns:a16="http://schemas.microsoft.com/office/drawing/2014/main" id="{CFE5B75A-9C69-454D-BEDD-A6E6DCF17491}"/>
              </a:ext>
            </a:extLst>
          </p:cNvPr>
          <p:cNvSpPr>
            <a:spLocks noGrp="1"/>
          </p:cNvSpPr>
          <p:nvPr/>
        </p:nvSpPr>
        <p:spPr>
          <a:xfrm>
            <a:off x="4476750" y="3390900"/>
            <a:ext cx="3238500" cy="60007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Линия через центры позвонков</a:t>
            </a:r>
          </a:p>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 контроль по краям колонны</a:t>
            </a:r>
          </a:p>
        </p:txBody>
      </p:sp>
      <p:sp>
        <p:nvSpPr>
          <p:cNvPr id="4018" name="Прямая соединительная линия 4017">
            <a:extLst>
              <a:ext uri="{FF2B5EF4-FFF2-40B4-BE49-F238E27FC236}">
                <a16:creationId xmlns:a16="http://schemas.microsoft.com/office/drawing/2014/main" id="{9BE3E760-79CE-4D73-89CC-8D112EE52A11}"/>
              </a:ext>
            </a:extLst>
          </p:cNvPr>
          <p:cNvSpPr>
            <a:spLocks noGrp="1"/>
          </p:cNvSpPr>
          <p:nvPr/>
        </p:nvSpPr>
        <p:spPr>
          <a:xfrm>
            <a:off x="4476750" y="4076700"/>
            <a:ext cx="3238500" cy="0"/>
          </a:xfrm>
          <a:prstGeom prst="line">
            <a:avLst/>
          </a:prstGeom>
          <a:noFill/>
          <a:ln w="28575">
            <a:solidFill>
              <a:srgbClr val="FF0066"/>
            </a:solidFill>
            <a:prstDash val="solid"/>
          </a:ln>
        </p:spPr>
      </p:sp>
      <p:sp>
        <p:nvSpPr>
          <p:cNvPr id="4019" name="Прямоугольник 4018">
            <a:extLst>
              <a:ext uri="{FF2B5EF4-FFF2-40B4-BE49-F238E27FC236}">
                <a16:creationId xmlns:a16="http://schemas.microsoft.com/office/drawing/2014/main" id="{DA2817C6-8F1B-4D52-8B24-00ECA5174B7E}"/>
              </a:ext>
            </a:extLst>
          </p:cNvPr>
          <p:cNvSpPr>
            <a:spLocks noGrp="1"/>
          </p:cNvSpPr>
          <p:nvPr/>
        </p:nvSpPr>
        <p:spPr>
          <a:xfrm>
            <a:off x="4476750" y="4210050"/>
            <a:ext cx="3238500" cy="495300"/>
          </a:xfrm>
          <a:prstGeom prst="rect">
            <a:avLst/>
          </a:prstGeom>
          <a:noFill/>
          <a:ln w="0">
            <a:noFill/>
            <a:prstDash val="solid"/>
          </a:ln>
        </p:spPr>
        <p:txBody>
          <a:bodyPr lIns="0" tIns="0" rIns="0" bIns="0"/>
          <a:lstStyle>
            <a:defPPr>
              <a:defRPr sz="1350" b="1">
                <a:solidFill>
                  <a:srgbClr val="4C156F"/>
                </a:solidFill>
                <a:latin typeface="Montserrat"/>
                <a:ea typeface="Montserrat"/>
                <a:cs typeface="Montserrat"/>
              </a:defRPr>
            </a:defPPr>
            <a:lvl1pPr>
              <a:defRPr sz="1350" b="1">
                <a:solidFill>
                  <a:srgbClr val="4C156F"/>
                </a:solidFill>
                <a:latin typeface="Montserrat"/>
                <a:ea typeface="Montserrat"/>
                <a:cs typeface="Montserrat"/>
              </a:defRPr>
            </a:lvl1pPr>
            <a:lvl2pPr>
              <a:defRPr sz="1350" b="1">
                <a:solidFill>
                  <a:srgbClr val="4C156F"/>
                </a:solidFill>
                <a:latin typeface="Montserrat"/>
                <a:ea typeface="Montserrat"/>
                <a:cs typeface="Montserrat"/>
              </a:defRPr>
            </a:lvl2pPr>
            <a:lvl3pPr>
              <a:defRPr sz="1350" b="1">
                <a:solidFill>
                  <a:srgbClr val="4C156F"/>
                </a:solidFill>
                <a:latin typeface="Montserrat"/>
                <a:ea typeface="Montserrat"/>
                <a:cs typeface="Montserrat"/>
              </a:defRPr>
            </a:lvl3pPr>
            <a:lvl4pPr>
              <a:defRPr sz="1350" b="1">
                <a:solidFill>
                  <a:srgbClr val="4C156F"/>
                </a:solidFill>
                <a:latin typeface="Montserrat"/>
                <a:ea typeface="Montserrat"/>
                <a:cs typeface="Montserrat"/>
              </a:defRPr>
            </a:lvl4pPr>
            <a:lvl5pPr>
              <a:defRPr sz="1350" b="1">
                <a:solidFill>
                  <a:srgbClr val="4C156F"/>
                </a:solidFill>
                <a:latin typeface="Montserrat"/>
                <a:ea typeface="Montserrat"/>
                <a:cs typeface="Montserrat"/>
              </a:defRPr>
            </a:lvl5pPr>
            <a:lvl6pPr>
              <a:defRPr sz="1350" b="1">
                <a:solidFill>
                  <a:srgbClr val="4C156F"/>
                </a:solidFill>
                <a:latin typeface="Montserrat"/>
                <a:ea typeface="Montserrat"/>
                <a:cs typeface="Montserrat"/>
              </a:defRPr>
            </a:lvl6pPr>
            <a:lvl7pPr>
              <a:defRPr sz="1350" b="1">
                <a:solidFill>
                  <a:srgbClr val="4C156F"/>
                </a:solidFill>
                <a:latin typeface="Montserrat"/>
                <a:ea typeface="Montserrat"/>
                <a:cs typeface="Montserrat"/>
              </a:defRPr>
            </a:lvl7pPr>
            <a:lvl8pPr>
              <a:defRPr sz="1350" b="1">
                <a:solidFill>
                  <a:srgbClr val="4C156F"/>
                </a:solidFill>
                <a:latin typeface="Montserrat"/>
                <a:ea typeface="Montserrat"/>
                <a:cs typeface="Montserrat"/>
              </a:defRPr>
            </a:lvl8pPr>
            <a:lvl9pPr>
              <a:defRPr sz="1350" b="1">
                <a:solidFill>
                  <a:srgbClr val="4C156F"/>
                </a:solidFill>
                <a:latin typeface="Montserrat"/>
                <a:ea typeface="Montserrat"/>
                <a:cs typeface="Montserrat"/>
              </a:defRPr>
            </a:lvl9pPr>
          </a:lstStyle>
          <a:p>
            <a:pPr>
              <a:defRPr sz="1350" b="1">
                <a:solidFill>
                  <a:srgbClr val="4C156F"/>
                </a:solidFill>
                <a:latin typeface="Montserrat"/>
                <a:ea typeface="Montserrat"/>
                <a:cs typeface="Montserrat"/>
              </a:defRPr>
            </a:pPr>
            <a:r>
              <a:rPr sz="1350" b="1">
                <a:solidFill>
                  <a:srgbClr val="4C156F"/>
                </a:solidFill>
                <a:latin typeface="Montserrat"/>
                <a:ea typeface="Montserrat"/>
                <a:cs typeface="Montserrat"/>
              </a:rPr>
              <a:t>Наклон &gt;5°; разница углов ≤2°</a:t>
            </a:r>
          </a:p>
          <a:p>
            <a:pPr>
              <a:defRPr sz="1350" b="1">
                <a:solidFill>
                  <a:srgbClr val="4C156F"/>
                </a:solidFill>
                <a:latin typeface="Montserrat"/>
                <a:ea typeface="Montserrat"/>
                <a:cs typeface="Montserrat"/>
              </a:defRPr>
            </a:pPr>
            <a:r>
              <a:rPr sz="1350" b="1">
                <a:solidFill>
                  <a:srgbClr val="4C156F"/>
                </a:solidFill>
                <a:latin typeface="Montserrat"/>
                <a:ea typeface="Montserrat"/>
                <a:cs typeface="Montserrat"/>
              </a:rPr>
              <a:t>spine_axis</a:t>
            </a:r>
          </a:p>
        </p:txBody>
      </p:sp>
      <p:sp>
        <p:nvSpPr>
          <p:cNvPr id="4020" name="Прямоугольник 4019">
            <a:extLst>
              <a:ext uri="{FF2B5EF4-FFF2-40B4-BE49-F238E27FC236}">
                <a16:creationId xmlns:a16="http://schemas.microsoft.com/office/drawing/2014/main" id="{F8138300-038B-44D4-AB56-9249614773B7}"/>
              </a:ext>
            </a:extLst>
          </p:cNvPr>
          <p:cNvSpPr>
            <a:spLocks noGrp="1"/>
          </p:cNvSpPr>
          <p:nvPr/>
        </p:nvSpPr>
        <p:spPr>
          <a:xfrm>
            <a:off x="4476750" y="4762500"/>
            <a:ext cx="3238500" cy="209550"/>
          </a:xfrm>
          <a:prstGeom prst="rect">
            <a:avLst/>
          </a:prstGeom>
          <a:noFill/>
          <a:ln w="0">
            <a:noFill/>
            <a:prstDash val="solid"/>
          </a:ln>
        </p:spPr>
        <p:txBody>
          <a:bodyPr lIns="0" tIns="0" rIns="0" bIns="0"/>
          <a:lstStyle>
            <a:defPPr>
              <a:defRPr sz="1050" b="1">
                <a:solidFill>
                  <a:srgbClr val="FF0066"/>
                </a:solidFill>
                <a:latin typeface="Montserrat"/>
                <a:ea typeface="Montserrat"/>
                <a:cs typeface="Montserrat"/>
              </a:defRPr>
            </a:defPPr>
            <a:lvl1pPr>
              <a:defRPr sz="1050" b="1">
                <a:solidFill>
                  <a:srgbClr val="FF0066"/>
                </a:solidFill>
                <a:latin typeface="Montserrat"/>
                <a:ea typeface="Montserrat"/>
                <a:cs typeface="Montserrat"/>
              </a:defRPr>
            </a:lvl1pPr>
            <a:lvl2pPr>
              <a:defRPr sz="1050" b="1">
                <a:solidFill>
                  <a:srgbClr val="FF0066"/>
                </a:solidFill>
                <a:latin typeface="Montserrat"/>
                <a:ea typeface="Montserrat"/>
                <a:cs typeface="Montserrat"/>
              </a:defRPr>
            </a:lvl2pPr>
            <a:lvl3pPr>
              <a:defRPr sz="1050" b="1">
                <a:solidFill>
                  <a:srgbClr val="FF0066"/>
                </a:solidFill>
                <a:latin typeface="Montserrat"/>
                <a:ea typeface="Montserrat"/>
                <a:cs typeface="Montserrat"/>
              </a:defRPr>
            </a:lvl3pPr>
            <a:lvl4pPr>
              <a:defRPr sz="1050" b="1">
                <a:solidFill>
                  <a:srgbClr val="FF0066"/>
                </a:solidFill>
                <a:latin typeface="Montserrat"/>
                <a:ea typeface="Montserrat"/>
                <a:cs typeface="Montserrat"/>
              </a:defRPr>
            </a:lvl4pPr>
            <a:lvl5pPr>
              <a:defRPr sz="1050" b="1">
                <a:solidFill>
                  <a:srgbClr val="FF0066"/>
                </a:solidFill>
                <a:latin typeface="Montserrat"/>
                <a:ea typeface="Montserrat"/>
                <a:cs typeface="Montserrat"/>
              </a:defRPr>
            </a:lvl5pPr>
            <a:lvl6pPr>
              <a:defRPr sz="1050" b="1">
                <a:solidFill>
                  <a:srgbClr val="FF0066"/>
                </a:solidFill>
                <a:latin typeface="Montserrat"/>
                <a:ea typeface="Montserrat"/>
                <a:cs typeface="Montserrat"/>
              </a:defRPr>
            </a:lvl6pPr>
            <a:lvl7pPr>
              <a:defRPr sz="1050" b="1">
                <a:solidFill>
                  <a:srgbClr val="FF0066"/>
                </a:solidFill>
                <a:latin typeface="Montserrat"/>
                <a:ea typeface="Montserrat"/>
                <a:cs typeface="Montserrat"/>
              </a:defRPr>
            </a:lvl7pPr>
            <a:lvl8pPr>
              <a:defRPr sz="1050" b="1">
                <a:solidFill>
                  <a:srgbClr val="FF0066"/>
                </a:solidFill>
                <a:latin typeface="Montserrat"/>
                <a:ea typeface="Montserrat"/>
                <a:cs typeface="Montserrat"/>
              </a:defRPr>
            </a:lvl8pPr>
            <a:lvl9pPr>
              <a:defRPr sz="1050" b="1">
                <a:solidFill>
                  <a:srgbClr val="FF0066"/>
                </a:solidFill>
                <a:latin typeface="Montserrat"/>
                <a:ea typeface="Montserrat"/>
                <a:cs typeface="Montserrat"/>
              </a:defRPr>
            </a:lvl9pPr>
          </a:lstStyle>
          <a:p>
            <a:pPr>
              <a:defRPr sz="1050" b="1">
                <a:solidFill>
                  <a:srgbClr val="FF0066"/>
                </a:solidFill>
                <a:latin typeface="Montserrat"/>
                <a:ea typeface="Montserrat"/>
                <a:cs typeface="Montserrat"/>
              </a:defRPr>
            </a:pPr>
            <a:r>
              <a:rPr sz="1050" b="1" dirty="0" err="1">
                <a:solidFill>
                  <a:srgbClr val="FF0066"/>
                </a:solidFill>
                <a:latin typeface="Montserrat"/>
                <a:ea typeface="Montserrat"/>
                <a:cs typeface="Montserrat"/>
              </a:rPr>
              <a:t>Изгиб</a:t>
            </a:r>
            <a:r>
              <a:rPr sz="1050" b="1" dirty="0">
                <a:solidFill>
                  <a:srgbClr val="FF0066"/>
                </a:solidFill>
                <a:latin typeface="Montserrat"/>
                <a:ea typeface="Montserrat"/>
                <a:cs typeface="Montserrat"/>
              </a:rPr>
              <a:t> / </a:t>
            </a:r>
            <a:r>
              <a:rPr sz="1050" b="1" dirty="0" err="1">
                <a:solidFill>
                  <a:srgbClr val="FF0066"/>
                </a:solidFill>
                <a:latin typeface="Montserrat"/>
                <a:ea typeface="Montserrat"/>
                <a:cs typeface="Montserrat"/>
              </a:rPr>
              <a:t>спорный</a:t>
            </a:r>
            <a:r>
              <a:rPr sz="1050" b="1" dirty="0">
                <a:solidFill>
                  <a:srgbClr val="FF0066"/>
                </a:solidFill>
                <a:latin typeface="Montserrat"/>
                <a:ea typeface="Montserrat"/>
                <a:cs typeface="Montserrat"/>
              </a:rPr>
              <a:t> </a:t>
            </a:r>
            <a:r>
              <a:rPr sz="1050" b="1" dirty="0" err="1">
                <a:solidFill>
                  <a:srgbClr val="FF0066"/>
                </a:solidFill>
                <a:latin typeface="Montserrat"/>
                <a:ea typeface="Montserrat"/>
                <a:cs typeface="Montserrat"/>
              </a:rPr>
              <a:t>угол</a:t>
            </a:r>
            <a:r>
              <a:rPr sz="1050" b="1" dirty="0">
                <a:solidFill>
                  <a:srgbClr val="FF0066"/>
                </a:solidFill>
                <a:latin typeface="Montserrat"/>
                <a:ea typeface="Montserrat"/>
                <a:cs typeface="Montserrat"/>
              </a:rPr>
              <a:t>: проверка¹</a:t>
            </a:r>
          </a:p>
        </p:txBody>
      </p:sp>
      <p:sp>
        <p:nvSpPr>
          <p:cNvPr id="4021" name="Скругленный прямоугольник 4020">
            <a:extLst>
              <a:ext uri="{FF2B5EF4-FFF2-40B4-BE49-F238E27FC236}">
                <a16:creationId xmlns:a16="http://schemas.microsoft.com/office/drawing/2014/main" id="{5CD50EE7-608A-4D53-8EB0-4306934E0FFF}"/>
              </a:ext>
            </a:extLst>
          </p:cNvPr>
          <p:cNvSpPr>
            <a:spLocks noGrp="1"/>
          </p:cNvSpPr>
          <p:nvPr/>
        </p:nvSpPr>
        <p:spPr>
          <a:xfrm>
            <a:off x="8229600" y="2857500"/>
            <a:ext cx="3619500" cy="2133600"/>
          </a:xfrm>
          <a:prstGeom prst="roundRect">
            <a:avLst>
              <a:gd name="adj" fmla="val 6250"/>
            </a:avLst>
          </a:prstGeom>
          <a:solidFill>
            <a:srgbClr val="FFFFFF"/>
          </a:solidFill>
          <a:ln w="9525">
            <a:solidFill>
              <a:srgbClr val="FFFFFF"/>
            </a:solidFill>
            <a:prstDash val="solid"/>
          </a:ln>
        </p:spPr>
      </p:sp>
      <p:sp>
        <p:nvSpPr>
          <p:cNvPr id="4022" name="Прямоугольник 4021">
            <a:extLst>
              <a:ext uri="{FF2B5EF4-FFF2-40B4-BE49-F238E27FC236}">
                <a16:creationId xmlns:a16="http://schemas.microsoft.com/office/drawing/2014/main" id="{DED9BA7C-B4EE-40BA-9375-DD99F3C0B2F9}"/>
              </a:ext>
            </a:extLst>
          </p:cNvPr>
          <p:cNvSpPr>
            <a:spLocks noGrp="1"/>
          </p:cNvSpPr>
          <p:nvPr/>
        </p:nvSpPr>
        <p:spPr>
          <a:xfrm>
            <a:off x="8420100" y="2981325"/>
            <a:ext cx="3238500"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Посторонние предметы</a:t>
            </a:r>
          </a:p>
        </p:txBody>
      </p:sp>
      <p:sp>
        <p:nvSpPr>
          <p:cNvPr id="4023" name="Прямоугольник 4022">
            <a:extLst>
              <a:ext uri="{FF2B5EF4-FFF2-40B4-BE49-F238E27FC236}">
                <a16:creationId xmlns:a16="http://schemas.microsoft.com/office/drawing/2014/main" id="{6DA699E3-2E50-470E-93E4-22A97A65A25A}"/>
              </a:ext>
            </a:extLst>
          </p:cNvPr>
          <p:cNvSpPr>
            <a:spLocks noGrp="1"/>
          </p:cNvSpPr>
          <p:nvPr/>
        </p:nvSpPr>
        <p:spPr>
          <a:xfrm>
            <a:off x="8420100" y="3390900"/>
            <a:ext cx="3238500" cy="60007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Top-hat: яркие тонкие структуры</a:t>
            </a:r>
          </a:p>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 среднее 3 моделей ResNet-34</a:t>
            </a:r>
          </a:p>
        </p:txBody>
      </p:sp>
      <p:sp>
        <p:nvSpPr>
          <p:cNvPr id="4024" name="Прямая соединительная линия 4023">
            <a:extLst>
              <a:ext uri="{FF2B5EF4-FFF2-40B4-BE49-F238E27FC236}">
                <a16:creationId xmlns:a16="http://schemas.microsoft.com/office/drawing/2014/main" id="{A901C385-94F3-45A8-9898-7AE71098F94A}"/>
              </a:ext>
            </a:extLst>
          </p:cNvPr>
          <p:cNvSpPr>
            <a:spLocks noGrp="1"/>
          </p:cNvSpPr>
          <p:nvPr/>
        </p:nvSpPr>
        <p:spPr>
          <a:xfrm>
            <a:off x="8420100" y="4076700"/>
            <a:ext cx="3238500" cy="0"/>
          </a:xfrm>
          <a:prstGeom prst="line">
            <a:avLst/>
          </a:prstGeom>
          <a:noFill/>
          <a:ln w="28575">
            <a:solidFill>
              <a:srgbClr val="FF0066"/>
            </a:solidFill>
            <a:prstDash val="solid"/>
          </a:ln>
        </p:spPr>
      </p:sp>
      <p:sp>
        <p:nvSpPr>
          <p:cNvPr id="4025" name="Прямоугольник 4024">
            <a:extLst>
              <a:ext uri="{FF2B5EF4-FFF2-40B4-BE49-F238E27FC236}">
                <a16:creationId xmlns:a16="http://schemas.microsoft.com/office/drawing/2014/main" id="{3532A166-1FE6-4995-BD64-183B79C4EFC3}"/>
              </a:ext>
            </a:extLst>
          </p:cNvPr>
          <p:cNvSpPr>
            <a:spLocks noGrp="1"/>
          </p:cNvSpPr>
          <p:nvPr/>
        </p:nvSpPr>
        <p:spPr>
          <a:xfrm>
            <a:off x="8420100" y="4210050"/>
            <a:ext cx="3238500" cy="495300"/>
          </a:xfrm>
          <a:prstGeom prst="rect">
            <a:avLst/>
          </a:prstGeom>
          <a:noFill/>
          <a:ln w="0">
            <a:noFill/>
            <a:prstDash val="solid"/>
          </a:ln>
        </p:spPr>
        <p:txBody>
          <a:bodyPr lIns="0" tIns="0" rIns="0" bIns="0"/>
          <a:lstStyle>
            <a:defPPr>
              <a:defRPr sz="1350" b="1">
                <a:solidFill>
                  <a:srgbClr val="4C156F"/>
                </a:solidFill>
                <a:latin typeface="Montserrat"/>
                <a:ea typeface="Montserrat"/>
                <a:cs typeface="Montserrat"/>
              </a:defRPr>
            </a:defPPr>
            <a:lvl1pPr>
              <a:defRPr sz="1350" b="1">
                <a:solidFill>
                  <a:srgbClr val="4C156F"/>
                </a:solidFill>
                <a:latin typeface="Montserrat"/>
                <a:ea typeface="Montserrat"/>
                <a:cs typeface="Montserrat"/>
              </a:defRPr>
            </a:lvl1pPr>
            <a:lvl2pPr>
              <a:defRPr sz="1350" b="1">
                <a:solidFill>
                  <a:srgbClr val="4C156F"/>
                </a:solidFill>
                <a:latin typeface="Montserrat"/>
                <a:ea typeface="Montserrat"/>
                <a:cs typeface="Montserrat"/>
              </a:defRPr>
            </a:lvl2pPr>
            <a:lvl3pPr>
              <a:defRPr sz="1350" b="1">
                <a:solidFill>
                  <a:srgbClr val="4C156F"/>
                </a:solidFill>
                <a:latin typeface="Montserrat"/>
                <a:ea typeface="Montserrat"/>
                <a:cs typeface="Montserrat"/>
              </a:defRPr>
            </a:lvl3pPr>
            <a:lvl4pPr>
              <a:defRPr sz="1350" b="1">
                <a:solidFill>
                  <a:srgbClr val="4C156F"/>
                </a:solidFill>
                <a:latin typeface="Montserrat"/>
                <a:ea typeface="Montserrat"/>
                <a:cs typeface="Montserrat"/>
              </a:defRPr>
            </a:lvl4pPr>
            <a:lvl5pPr>
              <a:defRPr sz="1350" b="1">
                <a:solidFill>
                  <a:srgbClr val="4C156F"/>
                </a:solidFill>
                <a:latin typeface="Montserrat"/>
                <a:ea typeface="Montserrat"/>
                <a:cs typeface="Montserrat"/>
              </a:defRPr>
            </a:lvl5pPr>
            <a:lvl6pPr>
              <a:defRPr sz="1350" b="1">
                <a:solidFill>
                  <a:srgbClr val="4C156F"/>
                </a:solidFill>
                <a:latin typeface="Montserrat"/>
                <a:ea typeface="Montserrat"/>
                <a:cs typeface="Montserrat"/>
              </a:defRPr>
            </a:lvl6pPr>
            <a:lvl7pPr>
              <a:defRPr sz="1350" b="1">
                <a:solidFill>
                  <a:srgbClr val="4C156F"/>
                </a:solidFill>
                <a:latin typeface="Montserrat"/>
                <a:ea typeface="Montserrat"/>
                <a:cs typeface="Montserrat"/>
              </a:defRPr>
            </a:lvl7pPr>
            <a:lvl8pPr>
              <a:defRPr sz="1350" b="1">
                <a:solidFill>
                  <a:srgbClr val="4C156F"/>
                </a:solidFill>
                <a:latin typeface="Montserrat"/>
                <a:ea typeface="Montserrat"/>
                <a:cs typeface="Montserrat"/>
              </a:defRPr>
            </a:lvl8pPr>
            <a:lvl9pPr>
              <a:defRPr sz="1350" b="1">
                <a:solidFill>
                  <a:srgbClr val="4C156F"/>
                </a:solidFill>
                <a:latin typeface="Montserrat"/>
                <a:ea typeface="Montserrat"/>
                <a:cs typeface="Montserrat"/>
              </a:defRPr>
            </a:lvl9pPr>
          </a:lstStyle>
          <a:p>
            <a:pPr>
              <a:defRPr sz="1350" b="1">
                <a:solidFill>
                  <a:srgbClr val="4C156F"/>
                </a:solidFill>
                <a:latin typeface="Montserrat"/>
                <a:ea typeface="Montserrat"/>
                <a:cs typeface="Montserrat"/>
              </a:defRPr>
            </a:pPr>
            <a:r>
              <a:rPr sz="1350" b="1" dirty="0" err="1">
                <a:solidFill>
                  <a:srgbClr val="4C156F"/>
                </a:solidFill>
                <a:latin typeface="Montserrat"/>
                <a:ea typeface="Montserrat"/>
                <a:cs typeface="Montserrat"/>
              </a:rPr>
              <a:t>Объединённая</a:t>
            </a:r>
            <a:r>
              <a:rPr sz="1350" b="1" dirty="0">
                <a:solidFill>
                  <a:srgbClr val="4C156F"/>
                </a:solidFill>
                <a:latin typeface="Montserrat"/>
                <a:ea typeface="Montserrat"/>
                <a:cs typeface="Montserrat"/>
              </a:rPr>
              <a:t> </a:t>
            </a:r>
            <a:r>
              <a:rPr sz="1350" b="1" dirty="0" err="1">
                <a:solidFill>
                  <a:srgbClr val="4C156F"/>
                </a:solidFill>
                <a:latin typeface="Montserrat"/>
                <a:ea typeface="Montserrat"/>
                <a:cs typeface="Montserrat"/>
              </a:rPr>
              <a:t>оценка</a:t>
            </a:r>
            <a:r>
              <a:rPr sz="1350" b="1" dirty="0">
                <a:solidFill>
                  <a:srgbClr val="4C156F"/>
                </a:solidFill>
                <a:latin typeface="Montserrat"/>
                <a:ea typeface="Montserrat"/>
                <a:cs typeface="Montserrat"/>
              </a:rPr>
              <a:t> &gt; </a:t>
            </a:r>
            <a:r>
              <a:rPr sz="1350" b="1" dirty="0" err="1">
                <a:solidFill>
                  <a:srgbClr val="4C156F"/>
                </a:solidFill>
                <a:latin typeface="Montserrat"/>
                <a:ea typeface="Montserrat"/>
                <a:cs typeface="Montserrat"/>
              </a:rPr>
              <a:t>порога</a:t>
            </a:r>
            <a:endParaRPr sz="1350" b="1" dirty="0">
              <a:solidFill>
                <a:srgbClr val="4C156F"/>
              </a:solidFill>
              <a:latin typeface="Montserrat"/>
              <a:ea typeface="Montserrat"/>
              <a:cs typeface="Montserrat"/>
            </a:endParaRPr>
          </a:p>
          <a:p>
            <a:pPr>
              <a:defRPr sz="1350" b="1">
                <a:solidFill>
                  <a:srgbClr val="4C156F"/>
                </a:solidFill>
                <a:latin typeface="Montserrat"/>
                <a:ea typeface="Montserrat"/>
                <a:cs typeface="Montserrat"/>
              </a:defRPr>
            </a:pPr>
            <a:r>
              <a:rPr sz="1350" b="1" dirty="0" err="1">
                <a:solidFill>
                  <a:srgbClr val="4C156F"/>
                </a:solidFill>
                <a:latin typeface="Montserrat"/>
                <a:ea typeface="Montserrat"/>
                <a:cs typeface="Montserrat"/>
              </a:rPr>
              <a:t>spine_artifacts</a:t>
            </a:r>
            <a:endParaRPr sz="1350" b="1" dirty="0">
              <a:solidFill>
                <a:srgbClr val="4C156F"/>
              </a:solidFill>
              <a:latin typeface="Montserrat"/>
              <a:ea typeface="Montserrat"/>
              <a:cs typeface="Montserrat"/>
            </a:endParaRPr>
          </a:p>
        </p:txBody>
      </p:sp>
      <p:sp>
        <p:nvSpPr>
          <p:cNvPr id="4026" name="Прямоугольник 4025">
            <a:extLst>
              <a:ext uri="{FF2B5EF4-FFF2-40B4-BE49-F238E27FC236}">
                <a16:creationId xmlns:a16="http://schemas.microsoft.com/office/drawing/2014/main" id="{5A7046D1-6690-4230-A975-CC3601E48C1D}"/>
              </a:ext>
            </a:extLst>
          </p:cNvPr>
          <p:cNvSpPr>
            <a:spLocks noGrp="1"/>
          </p:cNvSpPr>
          <p:nvPr/>
        </p:nvSpPr>
        <p:spPr>
          <a:xfrm>
            <a:off x="8420100" y="4762500"/>
            <a:ext cx="3238500" cy="209550"/>
          </a:xfrm>
          <a:prstGeom prst="rect">
            <a:avLst/>
          </a:prstGeom>
          <a:noFill/>
          <a:ln w="0">
            <a:noFill/>
            <a:prstDash val="solid"/>
          </a:ln>
        </p:spPr>
        <p:txBody>
          <a:bodyPr lIns="0" tIns="0" rIns="0" bIns="0"/>
          <a:lstStyle>
            <a:defPPr>
              <a:defRPr sz="1050" b="1">
                <a:solidFill>
                  <a:srgbClr val="FF0066"/>
                </a:solidFill>
                <a:latin typeface="Montserrat"/>
                <a:ea typeface="Montserrat"/>
                <a:cs typeface="Montserrat"/>
              </a:defRPr>
            </a:defPPr>
            <a:lvl1pPr>
              <a:defRPr sz="1050" b="1">
                <a:solidFill>
                  <a:srgbClr val="FF0066"/>
                </a:solidFill>
                <a:latin typeface="Montserrat"/>
                <a:ea typeface="Montserrat"/>
                <a:cs typeface="Montserrat"/>
              </a:defRPr>
            </a:lvl1pPr>
            <a:lvl2pPr>
              <a:defRPr sz="1050" b="1">
                <a:solidFill>
                  <a:srgbClr val="FF0066"/>
                </a:solidFill>
                <a:latin typeface="Montserrat"/>
                <a:ea typeface="Montserrat"/>
                <a:cs typeface="Montserrat"/>
              </a:defRPr>
            </a:lvl2pPr>
            <a:lvl3pPr>
              <a:defRPr sz="1050" b="1">
                <a:solidFill>
                  <a:srgbClr val="FF0066"/>
                </a:solidFill>
                <a:latin typeface="Montserrat"/>
                <a:ea typeface="Montserrat"/>
                <a:cs typeface="Montserrat"/>
              </a:defRPr>
            </a:lvl3pPr>
            <a:lvl4pPr>
              <a:defRPr sz="1050" b="1">
                <a:solidFill>
                  <a:srgbClr val="FF0066"/>
                </a:solidFill>
                <a:latin typeface="Montserrat"/>
                <a:ea typeface="Montserrat"/>
                <a:cs typeface="Montserrat"/>
              </a:defRPr>
            </a:lvl4pPr>
            <a:lvl5pPr>
              <a:defRPr sz="1050" b="1">
                <a:solidFill>
                  <a:srgbClr val="FF0066"/>
                </a:solidFill>
                <a:latin typeface="Montserrat"/>
                <a:ea typeface="Montserrat"/>
                <a:cs typeface="Montserrat"/>
              </a:defRPr>
            </a:lvl5pPr>
            <a:lvl6pPr>
              <a:defRPr sz="1050" b="1">
                <a:solidFill>
                  <a:srgbClr val="FF0066"/>
                </a:solidFill>
                <a:latin typeface="Montserrat"/>
                <a:ea typeface="Montserrat"/>
                <a:cs typeface="Montserrat"/>
              </a:defRPr>
            </a:lvl6pPr>
            <a:lvl7pPr>
              <a:defRPr sz="1050" b="1">
                <a:solidFill>
                  <a:srgbClr val="FF0066"/>
                </a:solidFill>
                <a:latin typeface="Montserrat"/>
                <a:ea typeface="Montserrat"/>
                <a:cs typeface="Montserrat"/>
              </a:defRPr>
            </a:lvl7pPr>
            <a:lvl8pPr>
              <a:defRPr sz="1050" b="1">
                <a:solidFill>
                  <a:srgbClr val="FF0066"/>
                </a:solidFill>
                <a:latin typeface="Montserrat"/>
                <a:ea typeface="Montserrat"/>
                <a:cs typeface="Montserrat"/>
              </a:defRPr>
            </a:lvl8pPr>
            <a:lvl9pPr>
              <a:defRPr sz="1050" b="1">
                <a:solidFill>
                  <a:srgbClr val="FF0066"/>
                </a:solidFill>
                <a:latin typeface="Montserrat"/>
                <a:ea typeface="Montserrat"/>
                <a:cs typeface="Montserrat"/>
              </a:defRPr>
            </a:lvl9pPr>
          </a:lstStyle>
          <a:p>
            <a:pPr>
              <a:defRPr sz="1050" b="1">
                <a:solidFill>
                  <a:srgbClr val="FF0066"/>
                </a:solidFill>
                <a:latin typeface="Montserrat"/>
                <a:ea typeface="Montserrat"/>
                <a:cs typeface="Montserrat"/>
              </a:defRPr>
            </a:pPr>
            <a:r>
              <a:rPr sz="1050" b="1">
                <a:solidFill>
                  <a:srgbClr val="FF0066"/>
                </a:solidFill>
                <a:latin typeface="Montserrat"/>
                <a:ea typeface="Montserrat"/>
                <a:cs typeface="Montserrat"/>
              </a:rPr>
              <a:t>Без CNN: геометрия + пометка</a:t>
            </a:r>
          </a:p>
        </p:txBody>
      </p:sp>
      <p:sp>
        <p:nvSpPr>
          <p:cNvPr id="4027" name="Прямая соединительная линия 4026">
            <a:extLst>
              <a:ext uri="{FF2B5EF4-FFF2-40B4-BE49-F238E27FC236}">
                <a16:creationId xmlns:a16="http://schemas.microsoft.com/office/drawing/2014/main" id="{EB250F70-525D-4B18-AC11-E324EA922E31}"/>
              </a:ext>
            </a:extLst>
          </p:cNvPr>
          <p:cNvSpPr>
            <a:spLocks noGrp="1"/>
          </p:cNvSpPr>
          <p:nvPr/>
        </p:nvSpPr>
        <p:spPr>
          <a:xfrm>
            <a:off x="2152650" y="4991100"/>
            <a:ext cx="0" cy="209550"/>
          </a:xfrm>
          <a:prstGeom prst="line">
            <a:avLst/>
          </a:prstGeom>
          <a:noFill/>
          <a:ln w="28575">
            <a:solidFill>
              <a:srgbClr val="FF0066"/>
            </a:solidFill>
            <a:prstDash val="solid"/>
          </a:ln>
        </p:spPr>
      </p:sp>
      <p:sp>
        <p:nvSpPr>
          <p:cNvPr id="4028" name="Прямая соединительная линия 4027">
            <a:extLst>
              <a:ext uri="{FF2B5EF4-FFF2-40B4-BE49-F238E27FC236}">
                <a16:creationId xmlns:a16="http://schemas.microsoft.com/office/drawing/2014/main" id="{69664321-8C8A-4676-B793-46B162A18713}"/>
              </a:ext>
            </a:extLst>
          </p:cNvPr>
          <p:cNvSpPr>
            <a:spLocks noGrp="1"/>
          </p:cNvSpPr>
          <p:nvPr/>
        </p:nvSpPr>
        <p:spPr>
          <a:xfrm>
            <a:off x="6096000" y="4991100"/>
            <a:ext cx="0" cy="209550"/>
          </a:xfrm>
          <a:prstGeom prst="line">
            <a:avLst/>
          </a:prstGeom>
          <a:noFill/>
          <a:ln w="28575">
            <a:solidFill>
              <a:srgbClr val="FF0066"/>
            </a:solidFill>
            <a:prstDash val="solid"/>
          </a:ln>
        </p:spPr>
      </p:sp>
      <p:sp>
        <p:nvSpPr>
          <p:cNvPr id="4029" name="Прямая соединительная линия 4028">
            <a:extLst>
              <a:ext uri="{FF2B5EF4-FFF2-40B4-BE49-F238E27FC236}">
                <a16:creationId xmlns:a16="http://schemas.microsoft.com/office/drawing/2014/main" id="{F45E5CA8-E1B7-45DD-9721-F8DC3743FD46}"/>
              </a:ext>
            </a:extLst>
          </p:cNvPr>
          <p:cNvSpPr>
            <a:spLocks noGrp="1"/>
          </p:cNvSpPr>
          <p:nvPr/>
        </p:nvSpPr>
        <p:spPr>
          <a:xfrm>
            <a:off x="10039350" y="4991100"/>
            <a:ext cx="0" cy="209550"/>
          </a:xfrm>
          <a:prstGeom prst="line">
            <a:avLst/>
          </a:prstGeom>
          <a:noFill/>
          <a:ln w="28575">
            <a:solidFill>
              <a:srgbClr val="FF0066"/>
            </a:solidFill>
            <a:prstDash val="solid"/>
          </a:ln>
        </p:spPr>
      </p:sp>
      <p:sp>
        <p:nvSpPr>
          <p:cNvPr id="4030" name="Прямая соединительная линия 4029">
            <a:extLst>
              <a:ext uri="{FF2B5EF4-FFF2-40B4-BE49-F238E27FC236}">
                <a16:creationId xmlns:a16="http://schemas.microsoft.com/office/drawing/2014/main" id="{FA97FC25-CCD8-447B-97EF-000BBEC7E73E}"/>
              </a:ext>
            </a:extLst>
          </p:cNvPr>
          <p:cNvSpPr>
            <a:spLocks noGrp="1"/>
          </p:cNvSpPr>
          <p:nvPr/>
        </p:nvSpPr>
        <p:spPr>
          <a:xfrm>
            <a:off x="2152650" y="5200650"/>
            <a:ext cx="7886700" cy="0"/>
          </a:xfrm>
          <a:prstGeom prst="line">
            <a:avLst/>
          </a:prstGeom>
          <a:noFill/>
          <a:ln w="28575">
            <a:solidFill>
              <a:srgbClr val="FF0066"/>
            </a:solidFill>
            <a:prstDash val="solid"/>
          </a:ln>
        </p:spPr>
      </p:sp>
      <p:sp>
        <p:nvSpPr>
          <p:cNvPr id="4031" name="Стрелка вниз 4030">
            <a:extLst>
              <a:ext uri="{FF2B5EF4-FFF2-40B4-BE49-F238E27FC236}">
                <a16:creationId xmlns:a16="http://schemas.microsoft.com/office/drawing/2014/main" id="{715A920D-4E20-45A6-8929-8581AD028CA5}"/>
              </a:ext>
            </a:extLst>
          </p:cNvPr>
          <p:cNvSpPr>
            <a:spLocks noGrp="1"/>
          </p:cNvSpPr>
          <p:nvPr/>
        </p:nvSpPr>
        <p:spPr>
          <a:xfrm>
            <a:off x="6000750" y="5200650"/>
            <a:ext cx="190500" cy="247650"/>
          </a:xfrm>
          <a:prstGeom prst="downArrow">
            <a:avLst/>
          </a:prstGeom>
          <a:solidFill>
            <a:srgbClr val="FF0066"/>
          </a:solidFill>
          <a:ln w="0">
            <a:solidFill>
              <a:srgbClr val="FF0066"/>
            </a:solidFill>
            <a:prstDash val="solid"/>
          </a:ln>
        </p:spPr>
      </p:sp>
      <p:sp>
        <p:nvSpPr>
          <p:cNvPr id="4032" name="Скругленный прямоугольник 4031">
            <a:extLst>
              <a:ext uri="{FF2B5EF4-FFF2-40B4-BE49-F238E27FC236}">
                <a16:creationId xmlns:a16="http://schemas.microsoft.com/office/drawing/2014/main" id="{1111CDFF-66A4-4DFA-8CF4-036C70413F36}"/>
              </a:ext>
            </a:extLst>
          </p:cNvPr>
          <p:cNvSpPr>
            <a:spLocks noGrp="1"/>
          </p:cNvSpPr>
          <p:nvPr/>
        </p:nvSpPr>
        <p:spPr>
          <a:xfrm>
            <a:off x="1476375" y="5524500"/>
            <a:ext cx="9239250" cy="523875"/>
          </a:xfrm>
          <a:prstGeom prst="roundRect">
            <a:avLst>
              <a:gd name="adj" fmla="val 25455"/>
            </a:avLst>
          </a:prstGeom>
          <a:solidFill>
            <a:srgbClr val="FFFFFF"/>
          </a:solidFill>
          <a:ln w="9525">
            <a:solidFill>
              <a:srgbClr val="FFFFFF"/>
            </a:solidFill>
            <a:prstDash val="solid"/>
          </a:ln>
        </p:spPr>
      </p:sp>
      <p:sp>
        <p:nvSpPr>
          <p:cNvPr id="4033" name="Прямоугольник 4032">
            <a:extLst>
              <a:ext uri="{FF2B5EF4-FFF2-40B4-BE49-F238E27FC236}">
                <a16:creationId xmlns:a16="http://schemas.microsoft.com/office/drawing/2014/main" id="{24A62A3A-651B-42D7-A849-A66748F50250}"/>
              </a:ext>
            </a:extLst>
          </p:cNvPr>
          <p:cNvSpPr>
            <a:spLocks noGrp="1"/>
          </p:cNvSpPr>
          <p:nvPr/>
        </p:nvSpPr>
        <p:spPr>
          <a:xfrm>
            <a:off x="1676400" y="5657850"/>
            <a:ext cx="8858250" cy="333375"/>
          </a:xfrm>
          <a:prstGeom prst="rect">
            <a:avLst/>
          </a:prstGeom>
          <a:noFill/>
          <a:ln w="0">
            <a:noFill/>
            <a:prstDash val="solid"/>
          </a:ln>
        </p:spPr>
        <p:txBody>
          <a:bodyPr lIns="0" tIns="0" rIns="0" bIns="0"/>
          <a:lstStyle>
            <a:defPPr>
              <a:defRPr sz="1725" b="1">
                <a:solidFill>
                  <a:srgbClr val="4C156F"/>
                </a:solidFill>
                <a:latin typeface="Montserrat"/>
                <a:ea typeface="Montserrat"/>
                <a:cs typeface="Montserrat"/>
              </a:defRPr>
            </a:defPPr>
            <a:lvl1pPr>
              <a:defRPr sz="1725" b="1">
                <a:solidFill>
                  <a:srgbClr val="4C156F"/>
                </a:solidFill>
                <a:latin typeface="Montserrat"/>
                <a:ea typeface="Montserrat"/>
                <a:cs typeface="Montserrat"/>
              </a:defRPr>
            </a:lvl1pPr>
            <a:lvl2pPr>
              <a:defRPr sz="1725" b="1">
                <a:solidFill>
                  <a:srgbClr val="4C156F"/>
                </a:solidFill>
                <a:latin typeface="Montserrat"/>
                <a:ea typeface="Montserrat"/>
                <a:cs typeface="Montserrat"/>
              </a:defRPr>
            </a:lvl2pPr>
            <a:lvl3pPr>
              <a:defRPr sz="1725" b="1">
                <a:solidFill>
                  <a:srgbClr val="4C156F"/>
                </a:solidFill>
                <a:latin typeface="Montserrat"/>
                <a:ea typeface="Montserrat"/>
                <a:cs typeface="Montserrat"/>
              </a:defRPr>
            </a:lvl3pPr>
            <a:lvl4pPr>
              <a:defRPr sz="1725" b="1">
                <a:solidFill>
                  <a:srgbClr val="4C156F"/>
                </a:solidFill>
                <a:latin typeface="Montserrat"/>
                <a:ea typeface="Montserrat"/>
                <a:cs typeface="Montserrat"/>
              </a:defRPr>
            </a:lvl4pPr>
            <a:lvl5pPr>
              <a:defRPr sz="1725" b="1">
                <a:solidFill>
                  <a:srgbClr val="4C156F"/>
                </a:solidFill>
                <a:latin typeface="Montserrat"/>
                <a:ea typeface="Montserrat"/>
                <a:cs typeface="Montserrat"/>
              </a:defRPr>
            </a:lvl5pPr>
            <a:lvl6pPr>
              <a:defRPr sz="1725" b="1">
                <a:solidFill>
                  <a:srgbClr val="4C156F"/>
                </a:solidFill>
                <a:latin typeface="Montserrat"/>
                <a:ea typeface="Montserrat"/>
                <a:cs typeface="Montserrat"/>
              </a:defRPr>
            </a:lvl6pPr>
            <a:lvl7pPr>
              <a:defRPr sz="1725" b="1">
                <a:solidFill>
                  <a:srgbClr val="4C156F"/>
                </a:solidFill>
                <a:latin typeface="Montserrat"/>
                <a:ea typeface="Montserrat"/>
                <a:cs typeface="Montserrat"/>
              </a:defRPr>
            </a:lvl7pPr>
            <a:lvl8pPr>
              <a:defRPr sz="1725" b="1">
                <a:solidFill>
                  <a:srgbClr val="4C156F"/>
                </a:solidFill>
                <a:latin typeface="Montserrat"/>
                <a:ea typeface="Montserrat"/>
                <a:cs typeface="Montserrat"/>
              </a:defRPr>
            </a:lvl8pPr>
            <a:lvl9pPr>
              <a:defRPr sz="1725" b="1">
                <a:solidFill>
                  <a:srgbClr val="4C156F"/>
                </a:solidFill>
                <a:latin typeface="Montserrat"/>
                <a:ea typeface="Montserrat"/>
                <a:cs typeface="Montserrat"/>
              </a:defRPr>
            </a:lvl9pPr>
          </a:lstStyle>
          <a:p>
            <a:pPr>
              <a:defRPr sz="1725" b="1">
                <a:solidFill>
                  <a:srgbClr val="4C156F"/>
                </a:solidFill>
                <a:latin typeface="Montserrat"/>
                <a:ea typeface="Montserrat"/>
                <a:cs typeface="Montserrat"/>
              </a:defRPr>
            </a:pPr>
            <a:r>
              <a:rPr sz="1725" b="1">
                <a:solidFill>
                  <a:srgbClr val="4C156F"/>
                </a:solidFill>
                <a:latin typeface="Montserrat"/>
                <a:ea typeface="Montserrat"/>
                <a:cs typeface="Montserrat"/>
              </a:rPr>
              <a:t>Сработал любой критерий: класс 1 + все нарушения и измерения</a:t>
            </a:r>
          </a:p>
        </p:txBody>
      </p:sp>
      <p:sp>
        <p:nvSpPr>
          <p:cNvPr id="4034" name="Прямоугольник 4033">
            <a:extLst>
              <a:ext uri="{FF2B5EF4-FFF2-40B4-BE49-F238E27FC236}">
                <a16:creationId xmlns:a16="http://schemas.microsoft.com/office/drawing/2014/main" id="{74238246-F85B-45E7-B855-8E086B9DD2B9}"/>
              </a:ext>
            </a:extLst>
          </p:cNvPr>
          <p:cNvSpPr>
            <a:spLocks noGrp="1"/>
          </p:cNvSpPr>
          <p:nvPr/>
        </p:nvSpPr>
        <p:spPr>
          <a:xfrm>
            <a:off x="342900" y="6172200"/>
            <a:ext cx="11506200" cy="238125"/>
          </a:xfrm>
          <a:prstGeom prst="rect">
            <a:avLst/>
          </a:prstGeom>
          <a:noFill/>
          <a:ln w="0">
            <a:noFill/>
            <a:prstDash val="solid"/>
          </a:ln>
        </p:spPr>
        <p:txBody>
          <a:bodyPr lIns="0" tIns="0" rIns="0" bIns="0"/>
          <a:lstStyle>
            <a:defPPr>
              <a:defRPr sz="1200" b="0">
                <a:solidFill>
                  <a:srgbClr val="FFFFFF"/>
                </a:solidFill>
                <a:latin typeface="Montserrat"/>
                <a:ea typeface="Montserrat"/>
                <a:cs typeface="Montserrat"/>
              </a:defRPr>
            </a:defPPr>
            <a:lvl1pPr>
              <a:defRPr sz="1200" b="0">
                <a:solidFill>
                  <a:srgbClr val="FFFFFF"/>
                </a:solidFill>
                <a:latin typeface="Montserrat"/>
                <a:ea typeface="Montserrat"/>
                <a:cs typeface="Montserrat"/>
              </a:defRPr>
            </a:lvl1pPr>
            <a:lvl2pPr>
              <a:defRPr sz="1200" b="0">
                <a:solidFill>
                  <a:srgbClr val="FFFFFF"/>
                </a:solidFill>
                <a:latin typeface="Montserrat"/>
                <a:ea typeface="Montserrat"/>
                <a:cs typeface="Montserrat"/>
              </a:defRPr>
            </a:lvl2pPr>
            <a:lvl3pPr>
              <a:defRPr sz="1200" b="0">
                <a:solidFill>
                  <a:srgbClr val="FFFFFF"/>
                </a:solidFill>
                <a:latin typeface="Montserrat"/>
                <a:ea typeface="Montserrat"/>
                <a:cs typeface="Montserrat"/>
              </a:defRPr>
            </a:lvl3pPr>
            <a:lvl4pPr>
              <a:defRPr sz="1200" b="0">
                <a:solidFill>
                  <a:srgbClr val="FFFFFF"/>
                </a:solidFill>
                <a:latin typeface="Montserrat"/>
                <a:ea typeface="Montserrat"/>
                <a:cs typeface="Montserrat"/>
              </a:defRPr>
            </a:lvl4pPr>
            <a:lvl5pPr>
              <a:defRPr sz="1200" b="0">
                <a:solidFill>
                  <a:srgbClr val="FFFFFF"/>
                </a:solidFill>
                <a:latin typeface="Montserrat"/>
                <a:ea typeface="Montserrat"/>
                <a:cs typeface="Montserrat"/>
              </a:defRPr>
            </a:lvl5pPr>
            <a:lvl6pPr>
              <a:defRPr sz="1200" b="0">
                <a:solidFill>
                  <a:srgbClr val="FFFFFF"/>
                </a:solidFill>
                <a:latin typeface="Montserrat"/>
                <a:ea typeface="Montserrat"/>
                <a:cs typeface="Montserrat"/>
              </a:defRPr>
            </a:lvl6pPr>
            <a:lvl7pPr>
              <a:defRPr sz="1200" b="0">
                <a:solidFill>
                  <a:srgbClr val="FFFFFF"/>
                </a:solidFill>
                <a:latin typeface="Montserrat"/>
                <a:ea typeface="Montserrat"/>
                <a:cs typeface="Montserrat"/>
              </a:defRPr>
            </a:lvl7pPr>
            <a:lvl8pPr>
              <a:defRPr sz="1200" b="0">
                <a:solidFill>
                  <a:srgbClr val="FFFFFF"/>
                </a:solidFill>
                <a:latin typeface="Montserrat"/>
                <a:ea typeface="Montserrat"/>
                <a:cs typeface="Montserrat"/>
              </a:defRPr>
            </a:lvl8pPr>
            <a:lvl9pPr>
              <a:defRPr sz="1200" b="0">
                <a:solidFill>
                  <a:srgbClr val="FFFFFF"/>
                </a:solidFill>
                <a:latin typeface="Montserrat"/>
                <a:ea typeface="Montserrat"/>
                <a:cs typeface="Montserrat"/>
              </a:defRPr>
            </a:lvl9pPr>
          </a:lstStyle>
          <a:p>
            <a:pPr>
              <a:defRPr sz="1200" b="0">
                <a:solidFill>
                  <a:srgbClr val="FFFFFF"/>
                </a:solidFill>
                <a:latin typeface="Montserrat"/>
                <a:ea typeface="Montserrat"/>
                <a:cs typeface="Montserrat"/>
              </a:defRPr>
            </a:pPr>
            <a:r>
              <a:rPr sz="1200" b="0">
                <a:solidFill>
                  <a:srgbClr val="FFFFFF"/>
                </a:solidFill>
                <a:latin typeface="Montserrat"/>
                <a:ea typeface="Montserrat"/>
                <a:cs typeface="Montserrat"/>
              </a:rPr>
              <a:t>Th12 опционально: &lt;5% тела — нарушение, 5–50% — ручная проверка. По умолчанию выключен.</a:t>
            </a:r>
          </a:p>
        </p:txBody>
      </p:sp>
      <p:sp>
        <p:nvSpPr>
          <p:cNvPr id="4035" name="Прямоугольник 4034">
            <a:extLst>
              <a:ext uri="{FF2B5EF4-FFF2-40B4-BE49-F238E27FC236}">
                <a16:creationId xmlns:a16="http://schemas.microsoft.com/office/drawing/2014/main" id="{C3F9D75F-5843-42EB-8A28-101AD6DF2CF1}"/>
              </a:ext>
            </a:extLst>
          </p:cNvPr>
          <p:cNvSpPr>
            <a:spLocks noGrp="1"/>
          </p:cNvSpPr>
          <p:nvPr/>
        </p:nvSpPr>
        <p:spPr>
          <a:xfrm>
            <a:off x="342900" y="6419850"/>
            <a:ext cx="10858500" cy="238125"/>
          </a:xfrm>
          <a:prstGeom prst="rect">
            <a:avLst/>
          </a:prstGeom>
          <a:noFill/>
          <a:ln w="0">
            <a:noFill/>
            <a:prstDash val="solid"/>
          </a:ln>
        </p:spPr>
        <p:txBody>
          <a:bodyPr lIns="0" tIns="0" rIns="0" bIns="0"/>
          <a:lstStyle>
            <a:defPPr>
              <a:defRPr sz="1200" b="0">
                <a:solidFill>
                  <a:srgbClr val="FFFFFF"/>
                </a:solidFill>
                <a:latin typeface="Montserrat"/>
                <a:ea typeface="Montserrat"/>
                <a:cs typeface="Montserrat"/>
              </a:defRPr>
            </a:defPPr>
            <a:lvl1pPr>
              <a:defRPr sz="1200" b="0">
                <a:solidFill>
                  <a:srgbClr val="FFFFFF"/>
                </a:solidFill>
                <a:latin typeface="Montserrat"/>
                <a:ea typeface="Montserrat"/>
                <a:cs typeface="Montserrat"/>
              </a:defRPr>
            </a:lvl1pPr>
            <a:lvl2pPr>
              <a:defRPr sz="1200" b="0">
                <a:solidFill>
                  <a:srgbClr val="FFFFFF"/>
                </a:solidFill>
                <a:latin typeface="Montserrat"/>
                <a:ea typeface="Montserrat"/>
                <a:cs typeface="Montserrat"/>
              </a:defRPr>
            </a:lvl2pPr>
            <a:lvl3pPr>
              <a:defRPr sz="1200" b="0">
                <a:solidFill>
                  <a:srgbClr val="FFFFFF"/>
                </a:solidFill>
                <a:latin typeface="Montserrat"/>
                <a:ea typeface="Montserrat"/>
                <a:cs typeface="Montserrat"/>
              </a:defRPr>
            </a:lvl3pPr>
            <a:lvl4pPr>
              <a:defRPr sz="1200" b="0">
                <a:solidFill>
                  <a:srgbClr val="FFFFFF"/>
                </a:solidFill>
                <a:latin typeface="Montserrat"/>
                <a:ea typeface="Montserrat"/>
                <a:cs typeface="Montserrat"/>
              </a:defRPr>
            </a:lvl4pPr>
            <a:lvl5pPr>
              <a:defRPr sz="1200" b="0">
                <a:solidFill>
                  <a:srgbClr val="FFFFFF"/>
                </a:solidFill>
                <a:latin typeface="Montserrat"/>
                <a:ea typeface="Montserrat"/>
                <a:cs typeface="Montserrat"/>
              </a:defRPr>
            </a:lvl5pPr>
            <a:lvl6pPr>
              <a:defRPr sz="1200" b="0">
                <a:solidFill>
                  <a:srgbClr val="FFFFFF"/>
                </a:solidFill>
                <a:latin typeface="Montserrat"/>
                <a:ea typeface="Montserrat"/>
                <a:cs typeface="Montserrat"/>
              </a:defRPr>
            </a:lvl6pPr>
            <a:lvl7pPr>
              <a:defRPr sz="1200" b="0">
                <a:solidFill>
                  <a:srgbClr val="FFFFFF"/>
                </a:solidFill>
                <a:latin typeface="Montserrat"/>
                <a:ea typeface="Montserrat"/>
                <a:cs typeface="Montserrat"/>
              </a:defRPr>
            </a:lvl7pPr>
            <a:lvl8pPr>
              <a:defRPr sz="1200" b="0">
                <a:solidFill>
                  <a:srgbClr val="FFFFFF"/>
                </a:solidFill>
                <a:latin typeface="Montserrat"/>
                <a:ea typeface="Montserrat"/>
                <a:cs typeface="Montserrat"/>
              </a:defRPr>
            </a:lvl8pPr>
            <a:lvl9pPr>
              <a:defRPr sz="1200" b="0">
                <a:solidFill>
                  <a:srgbClr val="FFFFFF"/>
                </a:solidFill>
                <a:latin typeface="Montserrat"/>
                <a:ea typeface="Montserrat"/>
                <a:cs typeface="Montserrat"/>
              </a:defRPr>
            </a:lvl9pPr>
          </a:lstStyle>
          <a:p>
            <a:pPr>
              <a:defRPr sz="1200" b="0">
                <a:solidFill>
                  <a:srgbClr val="FFFFFF"/>
                </a:solidFill>
                <a:latin typeface="Montserrat"/>
                <a:ea typeface="Montserrat"/>
                <a:cs typeface="Montserrat"/>
              </a:defRPr>
            </a:pPr>
            <a:r>
              <a:rPr sz="1200" b="0">
                <a:solidFill>
                  <a:srgbClr val="FFFFFF"/>
                </a:solidFill>
                <a:latin typeface="Montserrat"/>
                <a:ea typeface="Montserrat"/>
                <a:cs typeface="Montserrat"/>
              </a:rPr>
              <a:t>¹ При изгибе или несогласии оценок вердикт по оси может подавляться; пометка сохраняется.</a:t>
            </a:r>
          </a:p>
        </p:txBody>
      </p:sp>
    </p:spTree>
    <p:extLst>
      <p:ext uri="{BB962C8B-B14F-4D97-AF65-F5344CB8AC3E}">
        <p14:creationId xmlns:p14="http://schemas.microsoft.com/office/powerpoint/2010/main" val="4191781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46075" y="324562"/>
            <a:ext cx="1810512" cy="620919"/>
          </a:xfrm>
          <a:prstGeom prst="roundRect">
            <a:avLst>
              <a:gd name="adj" fmla="val 187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ЛОГИКА</a:t>
            </a:r>
          </a:p>
        </p:txBody>
      </p:sp>
      <p:sp>
        <p:nvSpPr>
          <p:cNvPr id="3" name="TextBox 2"/>
          <p:cNvSpPr txBox="1"/>
          <p:nvPr/>
        </p:nvSpPr>
        <p:spPr>
          <a:xfrm>
            <a:off x="346075" y="1097280"/>
            <a:ext cx="11338560" cy="822960"/>
          </a:xfrm>
          <a:prstGeom prst="rect">
            <a:avLst/>
          </a:prstGeom>
          <a:noFill/>
        </p:spPr>
        <p:txBody>
          <a:bodyPr wrap="square" lIns="0" tIns="0" rIns="0" bIns="0" anchor="t"/>
          <a:lstStyle/>
          <a:p>
            <a:pPr algn="l">
              <a:lnSpc>
                <a:spcPct val="102000"/>
              </a:lnSpc>
              <a:spcAft>
                <a:spcPts val="0"/>
              </a:spcAft>
            </a:pPr>
            <a:r>
              <a:rPr sz="2200" b="1" i="0">
                <a:solidFill>
                  <a:srgbClr val="FFFFFF"/>
                </a:solidFill>
                <a:latin typeface="Montserrat"/>
                <a:ea typeface="Montserrat"/>
                <a:cs typeface="Montserrat"/>
              </a:rPr>
              <a:t>Проверка бедра: отступы поля и ротация</a:t>
            </a:r>
          </a:p>
        </p:txBody>
      </p:sp>
      <p:sp>
        <p:nvSpPr>
          <p:cNvPr id="902" name="Номер слайда"/>
          <p:cNvSpPr>
            <a:spLocks noGrp="1"/>
          </p:cNvSpPr>
          <p:nvPr>
            <p:ph type="sldNum" sz="quarter" idx="4"/>
          </p:nvPr>
        </p:nvSpPr>
        <p:spPr>
          <a:xfrm>
            <a:off x="11064240" y="6355080"/>
            <a:ext cx="868680" cy="365760"/>
          </a:xfrm>
        </p:spPr>
        <p:txBody>
          <a:bodyPr/>
          <a:lstStyle/>
          <a:p>
            <a:r>
              <a:rPr/>
              <a:t>4</a:t>
            </a:r>
          </a:p>
        </p:txBody>
      </p:sp>
      <p:sp>
        <p:nvSpPr>
          <p:cNvPr id="4002" name="Скругленный прямоугольник 4001">
            <a:extLst>
              <a:ext uri="{FF2B5EF4-FFF2-40B4-BE49-F238E27FC236}">
                <a16:creationId xmlns:a16="http://schemas.microsoft.com/office/drawing/2014/main" id="{97FA1C4C-52A4-499D-A371-211F87B4D6FB}"/>
              </a:ext>
            </a:extLst>
          </p:cNvPr>
          <p:cNvSpPr>
            <a:spLocks noGrp="1"/>
          </p:cNvSpPr>
          <p:nvPr/>
        </p:nvSpPr>
        <p:spPr>
          <a:xfrm>
            <a:off x="1571625" y="1714500"/>
            <a:ext cx="9048750" cy="723900"/>
          </a:xfrm>
          <a:prstGeom prst="roundRect">
            <a:avLst>
              <a:gd name="adj" fmla="val 18421"/>
            </a:avLst>
          </a:prstGeom>
          <a:solidFill>
            <a:srgbClr val="FFFFFF"/>
          </a:solidFill>
          <a:ln w="9525">
            <a:solidFill>
              <a:srgbClr val="FFFFFF"/>
            </a:solidFill>
            <a:prstDash val="solid"/>
          </a:ln>
        </p:spPr>
      </p:sp>
      <p:sp>
        <p:nvSpPr>
          <p:cNvPr id="4003" name="Прямоугольник 4002">
            <a:extLst>
              <a:ext uri="{FF2B5EF4-FFF2-40B4-BE49-F238E27FC236}">
                <a16:creationId xmlns:a16="http://schemas.microsoft.com/office/drawing/2014/main" id="{D4E98360-F1DF-4708-8B86-8B4D96CC11E4}"/>
              </a:ext>
            </a:extLst>
          </p:cNvPr>
          <p:cNvSpPr>
            <a:spLocks noGrp="1"/>
          </p:cNvSpPr>
          <p:nvPr/>
        </p:nvSpPr>
        <p:spPr>
          <a:xfrm>
            <a:off x="1800225" y="1828800"/>
            <a:ext cx="8591550" cy="333375"/>
          </a:xfrm>
          <a:prstGeom prst="rect">
            <a:avLst/>
          </a:prstGeom>
          <a:noFill/>
          <a:ln w="0">
            <a:noFill/>
            <a:prstDash val="solid"/>
          </a:ln>
        </p:spPr>
        <p:txBody>
          <a:bodyPr lIns="0" tIns="0" rIns="0" bIns="0"/>
          <a:lstStyle>
            <a:defPPr>
              <a:defRPr sz="1950" b="1">
                <a:solidFill>
                  <a:srgbClr val="4C156F"/>
                </a:solidFill>
                <a:latin typeface="Montserrat"/>
                <a:ea typeface="Montserrat"/>
                <a:cs typeface="Montserrat"/>
              </a:defRPr>
            </a:defPPr>
            <a:lvl1pPr>
              <a:defRPr sz="1950" b="1">
                <a:solidFill>
                  <a:srgbClr val="4C156F"/>
                </a:solidFill>
                <a:latin typeface="Montserrat"/>
                <a:ea typeface="Montserrat"/>
                <a:cs typeface="Montserrat"/>
              </a:defRPr>
            </a:lvl1pPr>
            <a:lvl2pPr>
              <a:defRPr sz="1950" b="1">
                <a:solidFill>
                  <a:srgbClr val="4C156F"/>
                </a:solidFill>
                <a:latin typeface="Montserrat"/>
                <a:ea typeface="Montserrat"/>
                <a:cs typeface="Montserrat"/>
              </a:defRPr>
            </a:lvl2pPr>
            <a:lvl3pPr>
              <a:defRPr sz="1950" b="1">
                <a:solidFill>
                  <a:srgbClr val="4C156F"/>
                </a:solidFill>
                <a:latin typeface="Montserrat"/>
                <a:ea typeface="Montserrat"/>
                <a:cs typeface="Montserrat"/>
              </a:defRPr>
            </a:lvl3pPr>
            <a:lvl4pPr>
              <a:defRPr sz="1950" b="1">
                <a:solidFill>
                  <a:srgbClr val="4C156F"/>
                </a:solidFill>
                <a:latin typeface="Montserrat"/>
                <a:ea typeface="Montserrat"/>
                <a:cs typeface="Montserrat"/>
              </a:defRPr>
            </a:lvl4pPr>
            <a:lvl5pPr>
              <a:defRPr sz="1950" b="1">
                <a:solidFill>
                  <a:srgbClr val="4C156F"/>
                </a:solidFill>
                <a:latin typeface="Montserrat"/>
                <a:ea typeface="Montserrat"/>
                <a:cs typeface="Montserrat"/>
              </a:defRPr>
            </a:lvl5pPr>
            <a:lvl6pPr>
              <a:defRPr sz="1950" b="1">
                <a:solidFill>
                  <a:srgbClr val="4C156F"/>
                </a:solidFill>
                <a:latin typeface="Montserrat"/>
                <a:ea typeface="Montserrat"/>
                <a:cs typeface="Montserrat"/>
              </a:defRPr>
            </a:lvl6pPr>
            <a:lvl7pPr>
              <a:defRPr sz="1950" b="1">
                <a:solidFill>
                  <a:srgbClr val="4C156F"/>
                </a:solidFill>
                <a:latin typeface="Montserrat"/>
                <a:ea typeface="Montserrat"/>
                <a:cs typeface="Montserrat"/>
              </a:defRPr>
            </a:lvl7pPr>
            <a:lvl8pPr>
              <a:defRPr sz="1950" b="1">
                <a:solidFill>
                  <a:srgbClr val="4C156F"/>
                </a:solidFill>
                <a:latin typeface="Montserrat"/>
                <a:ea typeface="Montserrat"/>
                <a:cs typeface="Montserrat"/>
              </a:defRPr>
            </a:lvl8pPr>
            <a:lvl9pPr>
              <a:defRPr sz="1950" b="1">
                <a:solidFill>
                  <a:srgbClr val="4C156F"/>
                </a:solidFill>
                <a:latin typeface="Montserrat"/>
                <a:ea typeface="Montserrat"/>
                <a:cs typeface="Montserrat"/>
              </a:defRPr>
            </a:lvl9pPr>
          </a:lstStyle>
          <a:p>
            <a:pPr>
              <a:defRPr sz="1950" b="1">
                <a:solidFill>
                  <a:srgbClr val="4C156F"/>
                </a:solidFill>
                <a:latin typeface="Montserrat"/>
                <a:ea typeface="Montserrat"/>
                <a:cs typeface="Montserrat"/>
              </a:defRPr>
            </a:pPr>
            <a:r>
              <a:rPr sz="1950" b="1">
                <a:solidFill>
                  <a:srgbClr val="4C156F"/>
                </a:solidFill>
                <a:latin typeface="Montserrat"/>
                <a:ea typeface="Montserrat"/>
                <a:cs typeface="Montserrat"/>
              </a:rPr>
              <a:t>Снимок бедра после определения стороны</a:t>
            </a:r>
          </a:p>
        </p:txBody>
      </p:sp>
      <p:sp>
        <p:nvSpPr>
          <p:cNvPr id="4004" name="Прямоугольник 4003">
            <a:extLst>
              <a:ext uri="{FF2B5EF4-FFF2-40B4-BE49-F238E27FC236}">
                <a16:creationId xmlns:a16="http://schemas.microsoft.com/office/drawing/2014/main" id="{45F2407E-9740-48D7-9C19-DF0A06DC0024}"/>
              </a:ext>
            </a:extLst>
          </p:cNvPr>
          <p:cNvSpPr>
            <a:spLocks noGrp="1"/>
          </p:cNvSpPr>
          <p:nvPr/>
        </p:nvSpPr>
        <p:spPr>
          <a:xfrm>
            <a:off x="1800225" y="2200275"/>
            <a:ext cx="8591550" cy="238125"/>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Для CNN: правое бедро отражается в левое, длинная сторона — 320 px</a:t>
            </a:r>
          </a:p>
        </p:txBody>
      </p:sp>
      <p:sp>
        <p:nvSpPr>
          <p:cNvPr id="4005" name="Прямая соединительная линия 4004">
            <a:extLst>
              <a:ext uri="{FF2B5EF4-FFF2-40B4-BE49-F238E27FC236}">
                <a16:creationId xmlns:a16="http://schemas.microsoft.com/office/drawing/2014/main" id="{354B5651-F90F-4CFA-82D9-088D0369F8BE}"/>
              </a:ext>
            </a:extLst>
          </p:cNvPr>
          <p:cNvSpPr>
            <a:spLocks noGrp="1"/>
          </p:cNvSpPr>
          <p:nvPr/>
        </p:nvSpPr>
        <p:spPr>
          <a:xfrm>
            <a:off x="6096000" y="2438400"/>
            <a:ext cx="0" cy="228600"/>
          </a:xfrm>
          <a:prstGeom prst="line">
            <a:avLst/>
          </a:prstGeom>
          <a:noFill/>
          <a:ln w="28575">
            <a:solidFill>
              <a:srgbClr val="FF0066"/>
            </a:solidFill>
            <a:prstDash val="solid"/>
          </a:ln>
        </p:spPr>
      </p:sp>
      <p:sp>
        <p:nvSpPr>
          <p:cNvPr id="4006" name="Прямая соединительная линия 4005">
            <a:extLst>
              <a:ext uri="{FF2B5EF4-FFF2-40B4-BE49-F238E27FC236}">
                <a16:creationId xmlns:a16="http://schemas.microsoft.com/office/drawing/2014/main" id="{F3FDBECC-E59C-424F-883B-D8B54FDAE76D}"/>
              </a:ext>
            </a:extLst>
          </p:cNvPr>
          <p:cNvSpPr>
            <a:spLocks noGrp="1"/>
          </p:cNvSpPr>
          <p:nvPr/>
        </p:nvSpPr>
        <p:spPr>
          <a:xfrm>
            <a:off x="3143250" y="2667000"/>
            <a:ext cx="6000750" cy="0"/>
          </a:xfrm>
          <a:prstGeom prst="line">
            <a:avLst/>
          </a:prstGeom>
          <a:noFill/>
          <a:ln w="28575">
            <a:solidFill>
              <a:srgbClr val="FF0066"/>
            </a:solidFill>
            <a:prstDash val="solid"/>
          </a:ln>
        </p:spPr>
      </p:sp>
      <p:sp>
        <p:nvSpPr>
          <p:cNvPr id="4007" name="Стрелка вниз 4006">
            <a:extLst>
              <a:ext uri="{FF2B5EF4-FFF2-40B4-BE49-F238E27FC236}">
                <a16:creationId xmlns:a16="http://schemas.microsoft.com/office/drawing/2014/main" id="{F8CF6F32-86D9-4377-8280-7E8A4BC6FC48}"/>
              </a:ext>
            </a:extLst>
          </p:cNvPr>
          <p:cNvSpPr>
            <a:spLocks noGrp="1"/>
          </p:cNvSpPr>
          <p:nvPr/>
        </p:nvSpPr>
        <p:spPr>
          <a:xfrm>
            <a:off x="3048000" y="2667000"/>
            <a:ext cx="190500" cy="238125"/>
          </a:xfrm>
          <a:prstGeom prst="downArrow">
            <a:avLst/>
          </a:prstGeom>
          <a:solidFill>
            <a:srgbClr val="FF0066"/>
          </a:solidFill>
          <a:ln w="0">
            <a:solidFill>
              <a:srgbClr val="FF0066"/>
            </a:solidFill>
            <a:prstDash val="solid"/>
          </a:ln>
        </p:spPr>
      </p:sp>
      <p:sp>
        <p:nvSpPr>
          <p:cNvPr id="4008" name="Стрелка вниз 4007">
            <a:extLst>
              <a:ext uri="{FF2B5EF4-FFF2-40B4-BE49-F238E27FC236}">
                <a16:creationId xmlns:a16="http://schemas.microsoft.com/office/drawing/2014/main" id="{EEFA7C1C-A42D-432D-8E79-368D2E755ED5}"/>
              </a:ext>
            </a:extLst>
          </p:cNvPr>
          <p:cNvSpPr>
            <a:spLocks noGrp="1"/>
          </p:cNvSpPr>
          <p:nvPr/>
        </p:nvSpPr>
        <p:spPr>
          <a:xfrm>
            <a:off x="9048750" y="2667000"/>
            <a:ext cx="190500" cy="238125"/>
          </a:xfrm>
          <a:prstGeom prst="downArrow">
            <a:avLst/>
          </a:prstGeom>
          <a:solidFill>
            <a:srgbClr val="FF0066"/>
          </a:solidFill>
          <a:ln w="0">
            <a:solidFill>
              <a:srgbClr val="FF0066"/>
            </a:solidFill>
            <a:prstDash val="solid"/>
          </a:ln>
        </p:spPr>
      </p:sp>
      <p:sp>
        <p:nvSpPr>
          <p:cNvPr id="4009" name="Скругленный прямоугольник 4008">
            <a:extLst>
              <a:ext uri="{FF2B5EF4-FFF2-40B4-BE49-F238E27FC236}">
                <a16:creationId xmlns:a16="http://schemas.microsoft.com/office/drawing/2014/main" id="{4CF92B13-BE65-4ACF-93C9-E972F6FCA29A}"/>
              </a:ext>
            </a:extLst>
          </p:cNvPr>
          <p:cNvSpPr>
            <a:spLocks noGrp="1"/>
          </p:cNvSpPr>
          <p:nvPr/>
        </p:nvSpPr>
        <p:spPr>
          <a:xfrm>
            <a:off x="342900" y="2952750"/>
            <a:ext cx="5600700" cy="2171700"/>
          </a:xfrm>
          <a:prstGeom prst="roundRect">
            <a:avLst>
              <a:gd name="adj" fmla="val 6140"/>
            </a:avLst>
          </a:prstGeom>
          <a:solidFill>
            <a:srgbClr val="FFFFFF"/>
          </a:solidFill>
          <a:ln w="9525">
            <a:solidFill>
              <a:srgbClr val="FFFFFF"/>
            </a:solidFill>
            <a:prstDash val="solid"/>
          </a:ln>
        </p:spPr>
      </p:sp>
      <p:sp>
        <p:nvSpPr>
          <p:cNvPr id="4010" name="Прямоугольник 4009">
            <a:extLst>
              <a:ext uri="{FF2B5EF4-FFF2-40B4-BE49-F238E27FC236}">
                <a16:creationId xmlns:a16="http://schemas.microsoft.com/office/drawing/2014/main" id="{0058354C-AFFC-41CE-9A29-4D6FAED0CF3C}"/>
              </a:ext>
            </a:extLst>
          </p:cNvPr>
          <p:cNvSpPr>
            <a:spLocks noGrp="1"/>
          </p:cNvSpPr>
          <p:nvPr/>
        </p:nvSpPr>
        <p:spPr>
          <a:xfrm>
            <a:off x="552450" y="3067050"/>
            <a:ext cx="5181600"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Отступы ROI</a:t>
            </a:r>
          </a:p>
        </p:txBody>
      </p:sp>
      <p:sp>
        <p:nvSpPr>
          <p:cNvPr id="4011" name="Прямоугольник 4010">
            <a:extLst>
              <a:ext uri="{FF2B5EF4-FFF2-40B4-BE49-F238E27FC236}">
                <a16:creationId xmlns:a16="http://schemas.microsoft.com/office/drawing/2014/main" id="{38F401AF-F2E8-4C29-B378-9F9EB9372CD5}"/>
              </a:ext>
            </a:extLst>
          </p:cNvPr>
          <p:cNvSpPr>
            <a:spLocks noGrp="1"/>
          </p:cNvSpPr>
          <p:nvPr/>
        </p:nvSpPr>
        <p:spPr>
          <a:xfrm>
            <a:off x="552450" y="3495675"/>
            <a:ext cx="5181600" cy="552450"/>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Большой вертел, седалищная кость, наружный контур</a:t>
            </a:r>
          </a:p>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Измерение расстояний до границ поля в миллиметрах</a:t>
            </a:r>
          </a:p>
        </p:txBody>
      </p:sp>
      <p:sp>
        <p:nvSpPr>
          <p:cNvPr id="4012" name="Прямая соединительная линия 4011">
            <a:extLst>
              <a:ext uri="{FF2B5EF4-FFF2-40B4-BE49-F238E27FC236}">
                <a16:creationId xmlns:a16="http://schemas.microsoft.com/office/drawing/2014/main" id="{4C36A7F5-5426-43ED-ADC5-FF88A54F8135}"/>
              </a:ext>
            </a:extLst>
          </p:cNvPr>
          <p:cNvSpPr>
            <a:spLocks noGrp="1"/>
          </p:cNvSpPr>
          <p:nvPr/>
        </p:nvSpPr>
        <p:spPr>
          <a:xfrm>
            <a:off x="552450" y="4162425"/>
            <a:ext cx="5181600" cy="0"/>
          </a:xfrm>
          <a:prstGeom prst="line">
            <a:avLst/>
          </a:prstGeom>
          <a:noFill/>
          <a:ln w="28575">
            <a:solidFill>
              <a:srgbClr val="FF0066"/>
            </a:solidFill>
            <a:prstDash val="solid"/>
          </a:ln>
        </p:spPr>
      </p:sp>
      <p:sp>
        <p:nvSpPr>
          <p:cNvPr id="4013" name="Прямоугольник 4012">
            <a:extLst>
              <a:ext uri="{FF2B5EF4-FFF2-40B4-BE49-F238E27FC236}">
                <a16:creationId xmlns:a16="http://schemas.microsoft.com/office/drawing/2014/main" id="{E12FB2B4-EE35-44B8-AFEB-B81D1D13C5DF}"/>
              </a:ext>
            </a:extLst>
          </p:cNvPr>
          <p:cNvSpPr>
            <a:spLocks noGrp="1"/>
          </p:cNvSpPr>
          <p:nvPr/>
        </p:nvSpPr>
        <p:spPr>
          <a:xfrm>
            <a:off x="552450" y="4305300"/>
            <a:ext cx="5181600" cy="523875"/>
          </a:xfrm>
          <a:prstGeom prst="rect">
            <a:avLst/>
          </a:prstGeom>
          <a:noFill/>
          <a:ln w="0">
            <a:noFill/>
            <a:prstDash val="solid"/>
          </a:ln>
        </p:spPr>
        <p:txBody>
          <a:bodyPr lIns="0" tIns="0" rIns="0" bIns="0"/>
          <a:lstStyle>
            <a:defPPr>
              <a:defRPr sz="1500" b="1">
                <a:solidFill>
                  <a:srgbClr val="4C156F"/>
                </a:solidFill>
                <a:latin typeface="Montserrat"/>
                <a:ea typeface="Montserrat"/>
                <a:cs typeface="Montserrat"/>
              </a:defRPr>
            </a:defPPr>
            <a:lvl1pPr>
              <a:defRPr sz="1500" b="1">
                <a:solidFill>
                  <a:srgbClr val="4C156F"/>
                </a:solidFill>
                <a:latin typeface="Montserrat"/>
                <a:ea typeface="Montserrat"/>
                <a:cs typeface="Montserrat"/>
              </a:defRPr>
            </a:lvl1pPr>
            <a:lvl2pPr>
              <a:defRPr sz="1500" b="1">
                <a:solidFill>
                  <a:srgbClr val="4C156F"/>
                </a:solidFill>
                <a:latin typeface="Montserrat"/>
                <a:ea typeface="Montserrat"/>
                <a:cs typeface="Montserrat"/>
              </a:defRPr>
            </a:lvl2pPr>
            <a:lvl3pPr>
              <a:defRPr sz="1500" b="1">
                <a:solidFill>
                  <a:srgbClr val="4C156F"/>
                </a:solidFill>
                <a:latin typeface="Montserrat"/>
                <a:ea typeface="Montserrat"/>
                <a:cs typeface="Montserrat"/>
              </a:defRPr>
            </a:lvl3pPr>
            <a:lvl4pPr>
              <a:defRPr sz="1500" b="1">
                <a:solidFill>
                  <a:srgbClr val="4C156F"/>
                </a:solidFill>
                <a:latin typeface="Montserrat"/>
                <a:ea typeface="Montserrat"/>
                <a:cs typeface="Montserrat"/>
              </a:defRPr>
            </a:lvl4pPr>
            <a:lvl5pPr>
              <a:defRPr sz="1500" b="1">
                <a:solidFill>
                  <a:srgbClr val="4C156F"/>
                </a:solidFill>
                <a:latin typeface="Montserrat"/>
                <a:ea typeface="Montserrat"/>
                <a:cs typeface="Montserrat"/>
              </a:defRPr>
            </a:lvl5pPr>
            <a:lvl6pPr>
              <a:defRPr sz="1500" b="1">
                <a:solidFill>
                  <a:srgbClr val="4C156F"/>
                </a:solidFill>
                <a:latin typeface="Montserrat"/>
                <a:ea typeface="Montserrat"/>
                <a:cs typeface="Montserrat"/>
              </a:defRPr>
            </a:lvl6pPr>
            <a:lvl7pPr>
              <a:defRPr sz="1500" b="1">
                <a:solidFill>
                  <a:srgbClr val="4C156F"/>
                </a:solidFill>
                <a:latin typeface="Montserrat"/>
                <a:ea typeface="Montserrat"/>
                <a:cs typeface="Montserrat"/>
              </a:defRPr>
            </a:lvl7pPr>
            <a:lvl8pPr>
              <a:defRPr sz="1500" b="1">
                <a:solidFill>
                  <a:srgbClr val="4C156F"/>
                </a:solidFill>
                <a:latin typeface="Montserrat"/>
                <a:ea typeface="Montserrat"/>
                <a:cs typeface="Montserrat"/>
              </a:defRPr>
            </a:lvl8pPr>
            <a:lvl9pPr>
              <a:defRPr sz="1500" b="1">
                <a:solidFill>
                  <a:srgbClr val="4C156F"/>
                </a:solidFill>
                <a:latin typeface="Montserrat"/>
                <a:ea typeface="Montserrat"/>
                <a:cs typeface="Montserrat"/>
              </a:defRPr>
            </a:lvl9pPr>
          </a:lstStyle>
          <a:p>
            <a:pPr>
              <a:defRPr sz="1500" b="1">
                <a:solidFill>
                  <a:srgbClr val="4C156F"/>
                </a:solidFill>
                <a:latin typeface="Montserrat"/>
                <a:ea typeface="Montserrat"/>
                <a:cs typeface="Montserrat"/>
              </a:defRPr>
            </a:pPr>
            <a:r>
              <a:rPr sz="1500" b="1">
                <a:solidFill>
                  <a:srgbClr val="4C156F"/>
                </a:solidFill>
                <a:latin typeface="Montserrat"/>
                <a:ea typeface="Montserrat"/>
                <a:cs typeface="Montserrat"/>
              </a:rPr>
              <a:t>Сверху &lt;3 см / снизу &lt;3 см / сбоку &lt;2 см</a:t>
            </a:r>
          </a:p>
          <a:p>
            <a:pPr>
              <a:defRPr sz="1500" b="1">
                <a:solidFill>
                  <a:srgbClr val="4C156F"/>
                </a:solidFill>
                <a:latin typeface="Montserrat"/>
                <a:ea typeface="Montserrat"/>
                <a:cs typeface="Montserrat"/>
              </a:defRPr>
            </a:pPr>
            <a:r>
              <a:rPr sz="1500" b="1">
                <a:solidFill>
                  <a:srgbClr val="4C156F"/>
                </a:solidFill>
                <a:latin typeface="Montserrat"/>
                <a:ea typeface="Montserrat"/>
                <a:cs typeface="Montserrat"/>
              </a:rPr>
              <a:t>Любое условие → hip_roi</a:t>
            </a:r>
          </a:p>
        </p:txBody>
      </p:sp>
      <p:sp>
        <p:nvSpPr>
          <p:cNvPr id="4014" name="Прямоугольник 4013">
            <a:extLst>
              <a:ext uri="{FF2B5EF4-FFF2-40B4-BE49-F238E27FC236}">
                <a16:creationId xmlns:a16="http://schemas.microsoft.com/office/drawing/2014/main" id="{A9246AA9-CCFE-4B7E-AFC1-FE9484AAE517}"/>
              </a:ext>
            </a:extLst>
          </p:cNvPr>
          <p:cNvSpPr>
            <a:spLocks noGrp="1"/>
          </p:cNvSpPr>
          <p:nvPr/>
        </p:nvSpPr>
        <p:spPr>
          <a:xfrm>
            <a:off x="552450" y="4876800"/>
            <a:ext cx="5181600" cy="238125"/>
          </a:xfrm>
          <a:prstGeom prst="rect">
            <a:avLst/>
          </a:prstGeom>
          <a:noFill/>
          <a:ln w="0">
            <a:noFill/>
            <a:prstDash val="solid"/>
          </a:ln>
        </p:spPr>
        <p:txBody>
          <a:bodyPr lIns="0" tIns="0" rIns="0" bIns="0"/>
          <a:lstStyle>
            <a:defPPr>
              <a:defRPr sz="1125" b="1">
                <a:solidFill>
                  <a:srgbClr val="FF0066"/>
                </a:solidFill>
                <a:latin typeface="Montserrat"/>
                <a:ea typeface="Montserrat"/>
                <a:cs typeface="Montserrat"/>
              </a:defRPr>
            </a:defPPr>
            <a:lvl1pPr>
              <a:defRPr sz="1125" b="1">
                <a:solidFill>
                  <a:srgbClr val="FF0066"/>
                </a:solidFill>
                <a:latin typeface="Montserrat"/>
                <a:ea typeface="Montserrat"/>
                <a:cs typeface="Montserrat"/>
              </a:defRPr>
            </a:lvl1pPr>
            <a:lvl2pPr>
              <a:defRPr sz="1125" b="1">
                <a:solidFill>
                  <a:srgbClr val="FF0066"/>
                </a:solidFill>
                <a:latin typeface="Montserrat"/>
                <a:ea typeface="Montserrat"/>
                <a:cs typeface="Montserrat"/>
              </a:defRPr>
            </a:lvl2pPr>
            <a:lvl3pPr>
              <a:defRPr sz="1125" b="1">
                <a:solidFill>
                  <a:srgbClr val="FF0066"/>
                </a:solidFill>
                <a:latin typeface="Montserrat"/>
                <a:ea typeface="Montserrat"/>
                <a:cs typeface="Montserrat"/>
              </a:defRPr>
            </a:lvl3pPr>
            <a:lvl4pPr>
              <a:defRPr sz="1125" b="1">
                <a:solidFill>
                  <a:srgbClr val="FF0066"/>
                </a:solidFill>
                <a:latin typeface="Montserrat"/>
                <a:ea typeface="Montserrat"/>
                <a:cs typeface="Montserrat"/>
              </a:defRPr>
            </a:lvl4pPr>
            <a:lvl5pPr>
              <a:defRPr sz="1125" b="1">
                <a:solidFill>
                  <a:srgbClr val="FF0066"/>
                </a:solidFill>
                <a:latin typeface="Montserrat"/>
                <a:ea typeface="Montserrat"/>
                <a:cs typeface="Montserrat"/>
              </a:defRPr>
            </a:lvl5pPr>
            <a:lvl6pPr>
              <a:defRPr sz="1125" b="1">
                <a:solidFill>
                  <a:srgbClr val="FF0066"/>
                </a:solidFill>
                <a:latin typeface="Montserrat"/>
                <a:ea typeface="Montserrat"/>
                <a:cs typeface="Montserrat"/>
              </a:defRPr>
            </a:lvl6pPr>
            <a:lvl7pPr>
              <a:defRPr sz="1125" b="1">
                <a:solidFill>
                  <a:srgbClr val="FF0066"/>
                </a:solidFill>
                <a:latin typeface="Montserrat"/>
                <a:ea typeface="Montserrat"/>
                <a:cs typeface="Montserrat"/>
              </a:defRPr>
            </a:lvl7pPr>
            <a:lvl8pPr>
              <a:defRPr sz="1125" b="1">
                <a:solidFill>
                  <a:srgbClr val="FF0066"/>
                </a:solidFill>
                <a:latin typeface="Montserrat"/>
                <a:ea typeface="Montserrat"/>
                <a:cs typeface="Montserrat"/>
              </a:defRPr>
            </a:lvl8pPr>
            <a:lvl9pPr>
              <a:defRPr sz="1125" b="1">
                <a:solidFill>
                  <a:srgbClr val="FF0066"/>
                </a:solidFill>
                <a:latin typeface="Montserrat"/>
                <a:ea typeface="Montserrat"/>
                <a:cs typeface="Montserrat"/>
              </a:defRPr>
            </a:lvl9pPr>
          </a:lstStyle>
          <a:p>
            <a:pPr>
              <a:defRPr sz="1125" b="1">
                <a:solidFill>
                  <a:srgbClr val="FF0066"/>
                </a:solidFill>
                <a:latin typeface="Montserrat"/>
                <a:ea typeface="Montserrat"/>
                <a:cs typeface="Montserrat"/>
              </a:defRPr>
            </a:pPr>
            <a:r>
              <a:rPr sz="1125" b="1" dirty="0" err="1">
                <a:solidFill>
                  <a:srgbClr val="FF0066"/>
                </a:solidFill>
                <a:latin typeface="Montserrat"/>
                <a:ea typeface="Montserrat"/>
                <a:cs typeface="Montserrat"/>
              </a:rPr>
              <a:t>Не</a:t>
            </a:r>
            <a:r>
              <a:rPr sz="1125" b="1" dirty="0">
                <a:solidFill>
                  <a:srgbClr val="FF0066"/>
                </a:solidFill>
                <a:latin typeface="Montserrat"/>
                <a:ea typeface="Montserrat"/>
                <a:cs typeface="Montserrat"/>
              </a:rPr>
              <a:t> </a:t>
            </a:r>
            <a:r>
              <a:rPr sz="1125" b="1" dirty="0" err="1">
                <a:solidFill>
                  <a:srgbClr val="FF0066"/>
                </a:solidFill>
                <a:latin typeface="Montserrat"/>
                <a:ea typeface="Montserrat"/>
                <a:cs typeface="Montserrat"/>
              </a:rPr>
              <a:t>найдена</a:t>
            </a:r>
            <a:r>
              <a:rPr sz="1125" b="1" dirty="0">
                <a:solidFill>
                  <a:srgbClr val="FF0066"/>
                </a:solidFill>
                <a:latin typeface="Montserrat"/>
                <a:ea typeface="Montserrat"/>
                <a:cs typeface="Montserrat"/>
              </a:rPr>
              <a:t> </a:t>
            </a:r>
            <a:r>
              <a:rPr sz="1125" b="1" dirty="0" err="1">
                <a:solidFill>
                  <a:srgbClr val="FF0066"/>
                </a:solidFill>
                <a:latin typeface="Montserrat"/>
                <a:ea typeface="Montserrat"/>
                <a:cs typeface="Montserrat"/>
              </a:rPr>
              <a:t>седалищная</a:t>
            </a:r>
            <a:r>
              <a:rPr sz="1125" b="1" dirty="0">
                <a:solidFill>
                  <a:srgbClr val="FF0066"/>
                </a:solidFill>
                <a:latin typeface="Montserrat"/>
                <a:ea typeface="Montserrat"/>
                <a:cs typeface="Montserrat"/>
              </a:rPr>
              <a:t> </a:t>
            </a:r>
            <a:r>
              <a:rPr sz="1125" b="1" dirty="0" err="1">
                <a:solidFill>
                  <a:srgbClr val="FF0066"/>
                </a:solidFill>
                <a:latin typeface="Montserrat"/>
                <a:ea typeface="Montserrat"/>
                <a:cs typeface="Montserrat"/>
              </a:rPr>
              <a:t>кость</a:t>
            </a:r>
            <a:r>
              <a:rPr sz="1125" b="1" dirty="0">
                <a:solidFill>
                  <a:srgbClr val="FF0066"/>
                </a:solidFill>
                <a:latin typeface="Montserrat"/>
                <a:ea typeface="Montserrat"/>
                <a:cs typeface="Montserrat"/>
              </a:rPr>
              <a:t>: </a:t>
            </a:r>
            <a:r>
              <a:rPr sz="1125" b="1" dirty="0" err="1">
                <a:solidFill>
                  <a:srgbClr val="FF0066"/>
                </a:solidFill>
                <a:latin typeface="Montserrat"/>
                <a:ea typeface="Montserrat"/>
                <a:cs typeface="Montserrat"/>
              </a:rPr>
              <a:t>оценка</a:t>
            </a:r>
            <a:r>
              <a:rPr sz="1125" b="1" dirty="0">
                <a:solidFill>
                  <a:srgbClr val="FF0066"/>
                </a:solidFill>
                <a:latin typeface="Montserrat"/>
                <a:ea typeface="Montserrat"/>
                <a:cs typeface="Montserrat"/>
              </a:rPr>
              <a:t> </a:t>
            </a:r>
            <a:r>
              <a:rPr sz="1125" b="1" dirty="0" err="1">
                <a:solidFill>
                  <a:srgbClr val="FF0066"/>
                </a:solidFill>
                <a:latin typeface="Montserrat"/>
                <a:ea typeface="Montserrat"/>
                <a:cs typeface="Montserrat"/>
              </a:rPr>
              <a:t>по</a:t>
            </a:r>
            <a:r>
              <a:rPr sz="1125" b="1" dirty="0">
                <a:solidFill>
                  <a:srgbClr val="FF0066"/>
                </a:solidFill>
                <a:latin typeface="Montserrat"/>
                <a:ea typeface="Montserrat"/>
                <a:cs typeface="Montserrat"/>
              </a:rPr>
              <a:t> </a:t>
            </a:r>
            <a:r>
              <a:rPr sz="1125" b="1" dirty="0" err="1">
                <a:solidFill>
                  <a:srgbClr val="FF0066"/>
                </a:solidFill>
                <a:latin typeface="Montserrat"/>
                <a:ea typeface="Montserrat"/>
                <a:cs typeface="Montserrat"/>
              </a:rPr>
              <a:t>анатомии</a:t>
            </a:r>
            <a:r>
              <a:rPr sz="1125" b="1" dirty="0">
                <a:solidFill>
                  <a:srgbClr val="FF0066"/>
                </a:solidFill>
                <a:latin typeface="Montserrat"/>
                <a:ea typeface="Montserrat"/>
                <a:cs typeface="Montserrat"/>
              </a:rPr>
              <a:t> + </a:t>
            </a:r>
            <a:r>
              <a:rPr sz="1125" b="1" dirty="0" err="1">
                <a:solidFill>
                  <a:srgbClr val="FF0066"/>
                </a:solidFill>
                <a:latin typeface="Montserrat"/>
                <a:ea typeface="Montserrat"/>
                <a:cs typeface="Montserrat"/>
              </a:rPr>
              <a:t>флаг</a:t>
            </a:r>
            <a:endParaRPr sz="1125" b="1" dirty="0">
              <a:solidFill>
                <a:srgbClr val="FF0066"/>
              </a:solidFill>
              <a:latin typeface="Montserrat"/>
              <a:ea typeface="Montserrat"/>
              <a:cs typeface="Montserrat"/>
            </a:endParaRPr>
          </a:p>
        </p:txBody>
      </p:sp>
      <p:sp>
        <p:nvSpPr>
          <p:cNvPr id="4015" name="Скругленный прямоугольник 4014">
            <a:extLst>
              <a:ext uri="{FF2B5EF4-FFF2-40B4-BE49-F238E27FC236}">
                <a16:creationId xmlns:a16="http://schemas.microsoft.com/office/drawing/2014/main" id="{C0F64FA8-91AD-40A5-BAE1-6BF1E852D7AB}"/>
              </a:ext>
            </a:extLst>
          </p:cNvPr>
          <p:cNvSpPr>
            <a:spLocks noGrp="1"/>
          </p:cNvSpPr>
          <p:nvPr/>
        </p:nvSpPr>
        <p:spPr>
          <a:xfrm>
            <a:off x="6286500" y="2952750"/>
            <a:ext cx="5562600" cy="2171700"/>
          </a:xfrm>
          <a:prstGeom prst="roundRect">
            <a:avLst>
              <a:gd name="adj" fmla="val 6140"/>
            </a:avLst>
          </a:prstGeom>
          <a:solidFill>
            <a:srgbClr val="FFFFFF"/>
          </a:solidFill>
          <a:ln w="9525">
            <a:solidFill>
              <a:srgbClr val="FFFFFF"/>
            </a:solidFill>
            <a:prstDash val="solid"/>
          </a:ln>
        </p:spPr>
      </p:sp>
      <p:sp>
        <p:nvSpPr>
          <p:cNvPr id="4016" name="Прямоугольник 4015">
            <a:extLst>
              <a:ext uri="{FF2B5EF4-FFF2-40B4-BE49-F238E27FC236}">
                <a16:creationId xmlns:a16="http://schemas.microsoft.com/office/drawing/2014/main" id="{4AEDB276-B4EF-4F34-B56B-E867B769CF52}"/>
              </a:ext>
            </a:extLst>
          </p:cNvPr>
          <p:cNvSpPr>
            <a:spLocks noGrp="1"/>
          </p:cNvSpPr>
          <p:nvPr/>
        </p:nvSpPr>
        <p:spPr>
          <a:xfrm>
            <a:off x="6496050" y="3067050"/>
            <a:ext cx="5143500" cy="333375"/>
          </a:xfrm>
          <a:prstGeom prst="rect">
            <a:avLst/>
          </a:prstGeom>
          <a:noFill/>
          <a:ln w="0">
            <a:noFill/>
            <a:prstDash val="solid"/>
          </a:ln>
        </p:spPr>
        <p:txBody>
          <a:bodyPr lIns="0" tIns="0" rIns="0" bIns="0"/>
          <a:lstStyle>
            <a:defPPr>
              <a:defRPr sz="1875" b="1">
                <a:solidFill>
                  <a:srgbClr val="4C156F"/>
                </a:solidFill>
                <a:latin typeface="Montserrat"/>
                <a:ea typeface="Montserrat"/>
                <a:cs typeface="Montserrat"/>
              </a:defRPr>
            </a:defPPr>
            <a:lvl1pPr>
              <a:defRPr sz="1875" b="1">
                <a:solidFill>
                  <a:srgbClr val="4C156F"/>
                </a:solidFill>
                <a:latin typeface="Montserrat"/>
                <a:ea typeface="Montserrat"/>
                <a:cs typeface="Montserrat"/>
              </a:defRPr>
            </a:lvl1pPr>
            <a:lvl2pPr>
              <a:defRPr sz="1875" b="1">
                <a:solidFill>
                  <a:srgbClr val="4C156F"/>
                </a:solidFill>
                <a:latin typeface="Montserrat"/>
                <a:ea typeface="Montserrat"/>
                <a:cs typeface="Montserrat"/>
              </a:defRPr>
            </a:lvl2pPr>
            <a:lvl3pPr>
              <a:defRPr sz="1875" b="1">
                <a:solidFill>
                  <a:srgbClr val="4C156F"/>
                </a:solidFill>
                <a:latin typeface="Montserrat"/>
                <a:ea typeface="Montserrat"/>
                <a:cs typeface="Montserrat"/>
              </a:defRPr>
            </a:lvl3pPr>
            <a:lvl4pPr>
              <a:defRPr sz="1875" b="1">
                <a:solidFill>
                  <a:srgbClr val="4C156F"/>
                </a:solidFill>
                <a:latin typeface="Montserrat"/>
                <a:ea typeface="Montserrat"/>
                <a:cs typeface="Montserrat"/>
              </a:defRPr>
            </a:lvl4pPr>
            <a:lvl5pPr>
              <a:defRPr sz="1875" b="1">
                <a:solidFill>
                  <a:srgbClr val="4C156F"/>
                </a:solidFill>
                <a:latin typeface="Montserrat"/>
                <a:ea typeface="Montserrat"/>
                <a:cs typeface="Montserrat"/>
              </a:defRPr>
            </a:lvl5pPr>
            <a:lvl6pPr>
              <a:defRPr sz="1875" b="1">
                <a:solidFill>
                  <a:srgbClr val="4C156F"/>
                </a:solidFill>
                <a:latin typeface="Montserrat"/>
                <a:ea typeface="Montserrat"/>
                <a:cs typeface="Montserrat"/>
              </a:defRPr>
            </a:lvl6pPr>
            <a:lvl7pPr>
              <a:defRPr sz="1875" b="1">
                <a:solidFill>
                  <a:srgbClr val="4C156F"/>
                </a:solidFill>
                <a:latin typeface="Montserrat"/>
                <a:ea typeface="Montserrat"/>
                <a:cs typeface="Montserrat"/>
              </a:defRPr>
            </a:lvl7pPr>
            <a:lvl8pPr>
              <a:defRPr sz="1875" b="1">
                <a:solidFill>
                  <a:srgbClr val="4C156F"/>
                </a:solidFill>
                <a:latin typeface="Montserrat"/>
                <a:ea typeface="Montserrat"/>
                <a:cs typeface="Montserrat"/>
              </a:defRPr>
            </a:lvl8pPr>
            <a:lvl9pPr>
              <a:defRPr sz="1875" b="1">
                <a:solidFill>
                  <a:srgbClr val="4C156F"/>
                </a:solidFill>
                <a:latin typeface="Montserrat"/>
                <a:ea typeface="Montserrat"/>
                <a:cs typeface="Montserrat"/>
              </a:defRPr>
            </a:lvl9pPr>
          </a:lstStyle>
          <a:p>
            <a:pPr>
              <a:defRPr sz="1875" b="1">
                <a:solidFill>
                  <a:srgbClr val="4C156F"/>
                </a:solidFill>
                <a:latin typeface="Montserrat"/>
                <a:ea typeface="Montserrat"/>
                <a:cs typeface="Montserrat"/>
              </a:defRPr>
            </a:pPr>
            <a:r>
              <a:rPr sz="1875" b="1">
                <a:solidFill>
                  <a:srgbClr val="4C156F"/>
                </a:solidFill>
                <a:latin typeface="Montserrat"/>
                <a:ea typeface="Montserrat"/>
                <a:cs typeface="Montserrat"/>
              </a:rPr>
              <a:t>Ротация</a:t>
            </a:r>
          </a:p>
        </p:txBody>
      </p:sp>
      <p:sp>
        <p:nvSpPr>
          <p:cNvPr id="4017" name="Прямоугольник 4016">
            <a:extLst>
              <a:ext uri="{FF2B5EF4-FFF2-40B4-BE49-F238E27FC236}">
                <a16:creationId xmlns:a16="http://schemas.microsoft.com/office/drawing/2014/main" id="{AC222614-D6D3-43A3-B4FF-D533372D2DC1}"/>
              </a:ext>
            </a:extLst>
          </p:cNvPr>
          <p:cNvSpPr>
            <a:spLocks noGrp="1"/>
          </p:cNvSpPr>
          <p:nvPr/>
        </p:nvSpPr>
        <p:spPr>
          <a:xfrm>
            <a:off x="6496050" y="3495675"/>
            <a:ext cx="5143500" cy="552450"/>
          </a:xfrm>
          <a:prstGeom prst="rect">
            <a:avLst/>
          </a:prstGeom>
          <a:noFill/>
          <a:ln w="0">
            <a:noFill/>
            <a:prstDash val="solid"/>
          </a:ln>
        </p:spPr>
        <p:txBody>
          <a:bodyPr lIns="0" tIns="0" rIns="0" bIns="0"/>
          <a:lstStyle>
            <a:defPPr>
              <a:defRPr sz="1350" b="0">
                <a:solidFill>
                  <a:srgbClr val="4C156F"/>
                </a:solidFill>
                <a:latin typeface="Montserrat"/>
                <a:ea typeface="Montserrat"/>
                <a:cs typeface="Montserrat"/>
              </a:defRPr>
            </a:defPPr>
            <a:lvl1pPr>
              <a:defRPr sz="1350" b="0">
                <a:solidFill>
                  <a:srgbClr val="4C156F"/>
                </a:solidFill>
                <a:latin typeface="Montserrat"/>
                <a:ea typeface="Montserrat"/>
                <a:cs typeface="Montserrat"/>
              </a:defRPr>
            </a:lvl1pPr>
            <a:lvl2pPr>
              <a:defRPr sz="1350" b="0">
                <a:solidFill>
                  <a:srgbClr val="4C156F"/>
                </a:solidFill>
                <a:latin typeface="Montserrat"/>
                <a:ea typeface="Montserrat"/>
                <a:cs typeface="Montserrat"/>
              </a:defRPr>
            </a:lvl2pPr>
            <a:lvl3pPr>
              <a:defRPr sz="1350" b="0">
                <a:solidFill>
                  <a:srgbClr val="4C156F"/>
                </a:solidFill>
                <a:latin typeface="Montserrat"/>
                <a:ea typeface="Montserrat"/>
                <a:cs typeface="Montserrat"/>
              </a:defRPr>
            </a:lvl3pPr>
            <a:lvl4pPr>
              <a:defRPr sz="1350" b="0">
                <a:solidFill>
                  <a:srgbClr val="4C156F"/>
                </a:solidFill>
                <a:latin typeface="Montserrat"/>
                <a:ea typeface="Montserrat"/>
                <a:cs typeface="Montserrat"/>
              </a:defRPr>
            </a:lvl4pPr>
            <a:lvl5pPr>
              <a:defRPr sz="1350" b="0">
                <a:solidFill>
                  <a:srgbClr val="4C156F"/>
                </a:solidFill>
                <a:latin typeface="Montserrat"/>
                <a:ea typeface="Montserrat"/>
                <a:cs typeface="Montserrat"/>
              </a:defRPr>
            </a:lvl5pPr>
            <a:lvl6pPr>
              <a:defRPr sz="1350" b="0">
                <a:solidFill>
                  <a:srgbClr val="4C156F"/>
                </a:solidFill>
                <a:latin typeface="Montserrat"/>
                <a:ea typeface="Montserrat"/>
                <a:cs typeface="Montserrat"/>
              </a:defRPr>
            </a:lvl6pPr>
            <a:lvl7pPr>
              <a:defRPr sz="1350" b="0">
                <a:solidFill>
                  <a:srgbClr val="4C156F"/>
                </a:solidFill>
                <a:latin typeface="Montserrat"/>
                <a:ea typeface="Montserrat"/>
                <a:cs typeface="Montserrat"/>
              </a:defRPr>
            </a:lvl7pPr>
            <a:lvl8pPr>
              <a:defRPr sz="1350" b="0">
                <a:solidFill>
                  <a:srgbClr val="4C156F"/>
                </a:solidFill>
                <a:latin typeface="Montserrat"/>
                <a:ea typeface="Montserrat"/>
                <a:cs typeface="Montserrat"/>
              </a:defRPr>
            </a:lvl8pPr>
            <a:lvl9pPr>
              <a:defRPr sz="1350" b="0">
                <a:solidFill>
                  <a:srgbClr val="4C156F"/>
                </a:solidFill>
                <a:latin typeface="Montserrat"/>
                <a:ea typeface="Montserrat"/>
                <a:cs typeface="Montserrat"/>
              </a:defRPr>
            </a:lvl9pPr>
          </a:lstStyle>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Площадь выступа малого вертела: ориентир 96–272 мм²</a:t>
            </a:r>
          </a:p>
          <a:p>
            <a:pPr>
              <a:defRPr sz="1350" b="0">
                <a:solidFill>
                  <a:srgbClr val="4C156F"/>
                </a:solidFill>
                <a:latin typeface="Montserrat"/>
                <a:ea typeface="Montserrat"/>
                <a:cs typeface="Montserrat"/>
              </a:defRPr>
            </a:pPr>
            <a:r>
              <a:rPr sz="1350" b="0">
                <a:solidFill>
                  <a:srgbClr val="4C156F"/>
                </a:solidFill>
                <a:latin typeface="Montserrat"/>
                <a:ea typeface="Montserrat"/>
                <a:cs typeface="Montserrat"/>
              </a:rPr>
              <a:t>+ среднее трёх ResNet-34 → объединённая оценка</a:t>
            </a:r>
          </a:p>
        </p:txBody>
      </p:sp>
      <p:sp>
        <p:nvSpPr>
          <p:cNvPr id="4018" name="Прямая соединительная линия 4017">
            <a:extLst>
              <a:ext uri="{FF2B5EF4-FFF2-40B4-BE49-F238E27FC236}">
                <a16:creationId xmlns:a16="http://schemas.microsoft.com/office/drawing/2014/main" id="{AF3C9E9C-7974-4878-80D2-088B694B2495}"/>
              </a:ext>
            </a:extLst>
          </p:cNvPr>
          <p:cNvSpPr>
            <a:spLocks noGrp="1"/>
          </p:cNvSpPr>
          <p:nvPr/>
        </p:nvSpPr>
        <p:spPr>
          <a:xfrm>
            <a:off x="6496050" y="4162425"/>
            <a:ext cx="5143500" cy="0"/>
          </a:xfrm>
          <a:prstGeom prst="line">
            <a:avLst/>
          </a:prstGeom>
          <a:noFill/>
          <a:ln w="28575">
            <a:solidFill>
              <a:srgbClr val="FF0066"/>
            </a:solidFill>
            <a:prstDash val="solid"/>
          </a:ln>
        </p:spPr>
      </p:sp>
      <p:sp>
        <p:nvSpPr>
          <p:cNvPr id="4019" name="Прямоугольник 4018">
            <a:extLst>
              <a:ext uri="{FF2B5EF4-FFF2-40B4-BE49-F238E27FC236}">
                <a16:creationId xmlns:a16="http://schemas.microsoft.com/office/drawing/2014/main" id="{B732EFF0-6251-44A5-ACF1-377B9164F9BE}"/>
              </a:ext>
            </a:extLst>
          </p:cNvPr>
          <p:cNvSpPr>
            <a:spLocks noGrp="1"/>
          </p:cNvSpPr>
          <p:nvPr/>
        </p:nvSpPr>
        <p:spPr>
          <a:xfrm>
            <a:off x="6496050" y="4305300"/>
            <a:ext cx="5143500" cy="523875"/>
          </a:xfrm>
          <a:prstGeom prst="rect">
            <a:avLst/>
          </a:prstGeom>
          <a:noFill/>
          <a:ln w="0">
            <a:noFill/>
            <a:prstDash val="solid"/>
          </a:ln>
        </p:spPr>
        <p:txBody>
          <a:bodyPr lIns="0" tIns="0" rIns="0" bIns="0"/>
          <a:lstStyle>
            <a:defPPr>
              <a:defRPr sz="1500" b="1">
                <a:solidFill>
                  <a:srgbClr val="4C156F"/>
                </a:solidFill>
                <a:latin typeface="Montserrat"/>
                <a:ea typeface="Montserrat"/>
                <a:cs typeface="Montserrat"/>
              </a:defRPr>
            </a:defPPr>
            <a:lvl1pPr>
              <a:defRPr sz="1500" b="1">
                <a:solidFill>
                  <a:srgbClr val="4C156F"/>
                </a:solidFill>
                <a:latin typeface="Montserrat"/>
                <a:ea typeface="Montserrat"/>
                <a:cs typeface="Montserrat"/>
              </a:defRPr>
            </a:lvl1pPr>
            <a:lvl2pPr>
              <a:defRPr sz="1500" b="1">
                <a:solidFill>
                  <a:srgbClr val="4C156F"/>
                </a:solidFill>
                <a:latin typeface="Montserrat"/>
                <a:ea typeface="Montserrat"/>
                <a:cs typeface="Montserrat"/>
              </a:defRPr>
            </a:lvl2pPr>
            <a:lvl3pPr>
              <a:defRPr sz="1500" b="1">
                <a:solidFill>
                  <a:srgbClr val="4C156F"/>
                </a:solidFill>
                <a:latin typeface="Montserrat"/>
                <a:ea typeface="Montserrat"/>
                <a:cs typeface="Montserrat"/>
              </a:defRPr>
            </a:lvl3pPr>
            <a:lvl4pPr>
              <a:defRPr sz="1500" b="1">
                <a:solidFill>
                  <a:srgbClr val="4C156F"/>
                </a:solidFill>
                <a:latin typeface="Montserrat"/>
                <a:ea typeface="Montserrat"/>
                <a:cs typeface="Montserrat"/>
              </a:defRPr>
            </a:lvl4pPr>
            <a:lvl5pPr>
              <a:defRPr sz="1500" b="1">
                <a:solidFill>
                  <a:srgbClr val="4C156F"/>
                </a:solidFill>
                <a:latin typeface="Montserrat"/>
                <a:ea typeface="Montserrat"/>
                <a:cs typeface="Montserrat"/>
              </a:defRPr>
            </a:lvl5pPr>
            <a:lvl6pPr>
              <a:defRPr sz="1500" b="1">
                <a:solidFill>
                  <a:srgbClr val="4C156F"/>
                </a:solidFill>
                <a:latin typeface="Montserrat"/>
                <a:ea typeface="Montserrat"/>
                <a:cs typeface="Montserrat"/>
              </a:defRPr>
            </a:lvl6pPr>
            <a:lvl7pPr>
              <a:defRPr sz="1500" b="1">
                <a:solidFill>
                  <a:srgbClr val="4C156F"/>
                </a:solidFill>
                <a:latin typeface="Montserrat"/>
                <a:ea typeface="Montserrat"/>
                <a:cs typeface="Montserrat"/>
              </a:defRPr>
            </a:lvl7pPr>
            <a:lvl8pPr>
              <a:defRPr sz="1500" b="1">
                <a:solidFill>
                  <a:srgbClr val="4C156F"/>
                </a:solidFill>
                <a:latin typeface="Montserrat"/>
                <a:ea typeface="Montserrat"/>
                <a:cs typeface="Montserrat"/>
              </a:defRPr>
            </a:lvl8pPr>
            <a:lvl9pPr>
              <a:defRPr sz="1500" b="1">
                <a:solidFill>
                  <a:srgbClr val="4C156F"/>
                </a:solidFill>
                <a:latin typeface="Montserrat"/>
                <a:ea typeface="Montserrat"/>
                <a:cs typeface="Montserrat"/>
              </a:defRPr>
            </a:lvl9pPr>
          </a:lstStyle>
          <a:p>
            <a:pPr>
              <a:defRPr sz="1500" b="1">
                <a:solidFill>
                  <a:srgbClr val="4C156F"/>
                </a:solidFill>
                <a:latin typeface="Montserrat"/>
                <a:ea typeface="Montserrat"/>
                <a:cs typeface="Montserrat"/>
              </a:defRPr>
            </a:pPr>
            <a:r>
              <a:rPr sz="1500" b="1">
                <a:solidFill>
                  <a:srgbClr val="4C156F"/>
                </a:solidFill>
                <a:latin typeface="Montserrat"/>
                <a:ea typeface="Montserrat"/>
                <a:cs typeface="Montserrat"/>
              </a:rPr>
              <a:t>Объединённая оценка выше порога</a:t>
            </a:r>
          </a:p>
          <a:p>
            <a:pPr>
              <a:defRPr sz="1500" b="1">
                <a:solidFill>
                  <a:srgbClr val="4C156F"/>
                </a:solidFill>
                <a:latin typeface="Montserrat"/>
                <a:ea typeface="Montserrat"/>
                <a:cs typeface="Montserrat"/>
              </a:defRPr>
            </a:pPr>
            <a:r>
              <a:rPr sz="1500" b="1">
                <a:solidFill>
                  <a:srgbClr val="4C156F"/>
                </a:solidFill>
                <a:latin typeface="Montserrat"/>
                <a:ea typeface="Montserrat"/>
                <a:cs typeface="Montserrat"/>
              </a:rPr>
              <a:t>hip_rotation</a:t>
            </a:r>
          </a:p>
        </p:txBody>
      </p:sp>
      <p:sp>
        <p:nvSpPr>
          <p:cNvPr id="4020" name="Прямоугольник 4019">
            <a:extLst>
              <a:ext uri="{FF2B5EF4-FFF2-40B4-BE49-F238E27FC236}">
                <a16:creationId xmlns:a16="http://schemas.microsoft.com/office/drawing/2014/main" id="{59E8D1A3-CBE2-4D6E-B515-2B74D05AE6D1}"/>
              </a:ext>
            </a:extLst>
          </p:cNvPr>
          <p:cNvSpPr>
            <a:spLocks noGrp="1"/>
          </p:cNvSpPr>
          <p:nvPr/>
        </p:nvSpPr>
        <p:spPr>
          <a:xfrm>
            <a:off x="6496050" y="4876800"/>
            <a:ext cx="5143500" cy="238125"/>
          </a:xfrm>
          <a:prstGeom prst="rect">
            <a:avLst/>
          </a:prstGeom>
          <a:noFill/>
          <a:ln w="0">
            <a:noFill/>
            <a:prstDash val="solid"/>
          </a:ln>
        </p:spPr>
        <p:txBody>
          <a:bodyPr lIns="0" tIns="0" rIns="0" bIns="0"/>
          <a:lstStyle>
            <a:defPPr>
              <a:defRPr sz="1125" b="1">
                <a:solidFill>
                  <a:srgbClr val="FF0066"/>
                </a:solidFill>
                <a:latin typeface="Montserrat"/>
                <a:ea typeface="Montserrat"/>
                <a:cs typeface="Montserrat"/>
              </a:defRPr>
            </a:defPPr>
            <a:lvl1pPr>
              <a:defRPr sz="1125" b="1">
                <a:solidFill>
                  <a:srgbClr val="FF0066"/>
                </a:solidFill>
                <a:latin typeface="Montserrat"/>
                <a:ea typeface="Montserrat"/>
                <a:cs typeface="Montserrat"/>
              </a:defRPr>
            </a:lvl1pPr>
            <a:lvl2pPr>
              <a:defRPr sz="1125" b="1">
                <a:solidFill>
                  <a:srgbClr val="FF0066"/>
                </a:solidFill>
                <a:latin typeface="Montserrat"/>
                <a:ea typeface="Montserrat"/>
                <a:cs typeface="Montserrat"/>
              </a:defRPr>
            </a:lvl2pPr>
            <a:lvl3pPr>
              <a:defRPr sz="1125" b="1">
                <a:solidFill>
                  <a:srgbClr val="FF0066"/>
                </a:solidFill>
                <a:latin typeface="Montserrat"/>
                <a:ea typeface="Montserrat"/>
                <a:cs typeface="Montserrat"/>
              </a:defRPr>
            </a:lvl3pPr>
            <a:lvl4pPr>
              <a:defRPr sz="1125" b="1">
                <a:solidFill>
                  <a:srgbClr val="FF0066"/>
                </a:solidFill>
                <a:latin typeface="Montserrat"/>
                <a:ea typeface="Montserrat"/>
                <a:cs typeface="Montserrat"/>
              </a:defRPr>
            </a:lvl4pPr>
            <a:lvl5pPr>
              <a:defRPr sz="1125" b="1">
                <a:solidFill>
                  <a:srgbClr val="FF0066"/>
                </a:solidFill>
                <a:latin typeface="Montserrat"/>
                <a:ea typeface="Montserrat"/>
                <a:cs typeface="Montserrat"/>
              </a:defRPr>
            </a:lvl5pPr>
            <a:lvl6pPr>
              <a:defRPr sz="1125" b="1">
                <a:solidFill>
                  <a:srgbClr val="FF0066"/>
                </a:solidFill>
                <a:latin typeface="Montserrat"/>
                <a:ea typeface="Montserrat"/>
                <a:cs typeface="Montserrat"/>
              </a:defRPr>
            </a:lvl6pPr>
            <a:lvl7pPr>
              <a:defRPr sz="1125" b="1">
                <a:solidFill>
                  <a:srgbClr val="FF0066"/>
                </a:solidFill>
                <a:latin typeface="Montserrat"/>
                <a:ea typeface="Montserrat"/>
                <a:cs typeface="Montserrat"/>
              </a:defRPr>
            </a:lvl7pPr>
            <a:lvl8pPr>
              <a:defRPr sz="1125" b="1">
                <a:solidFill>
                  <a:srgbClr val="FF0066"/>
                </a:solidFill>
                <a:latin typeface="Montserrat"/>
                <a:ea typeface="Montserrat"/>
                <a:cs typeface="Montserrat"/>
              </a:defRPr>
            </a:lvl8pPr>
            <a:lvl9pPr>
              <a:defRPr sz="1125" b="1">
                <a:solidFill>
                  <a:srgbClr val="FF0066"/>
                </a:solidFill>
                <a:latin typeface="Montserrat"/>
                <a:ea typeface="Montserrat"/>
                <a:cs typeface="Montserrat"/>
              </a:defRPr>
            </a:lvl9pPr>
          </a:lstStyle>
          <a:p>
            <a:pPr>
              <a:defRPr sz="1125" b="1">
                <a:solidFill>
                  <a:srgbClr val="FF0066"/>
                </a:solidFill>
                <a:latin typeface="Montserrat"/>
                <a:ea typeface="Montserrat"/>
                <a:cs typeface="Montserrat"/>
              </a:defRPr>
            </a:pPr>
            <a:r>
              <a:rPr sz="1125" b="1">
                <a:solidFill>
                  <a:srgbClr val="FF0066"/>
                </a:solidFill>
                <a:latin typeface="Montserrat"/>
                <a:ea typeface="Montserrat"/>
                <a:cs typeface="Montserrat"/>
              </a:rPr>
              <a:t>CNN и геометрия расходятся: пометка специалисту</a:t>
            </a:r>
          </a:p>
        </p:txBody>
      </p:sp>
      <p:sp>
        <p:nvSpPr>
          <p:cNvPr id="4021" name="Прямая соединительная линия 4020">
            <a:extLst>
              <a:ext uri="{FF2B5EF4-FFF2-40B4-BE49-F238E27FC236}">
                <a16:creationId xmlns:a16="http://schemas.microsoft.com/office/drawing/2014/main" id="{F4FE26A8-63BA-4E8F-91A8-1E8EFE46DFA9}"/>
              </a:ext>
            </a:extLst>
          </p:cNvPr>
          <p:cNvSpPr>
            <a:spLocks noGrp="1"/>
          </p:cNvSpPr>
          <p:nvPr/>
        </p:nvSpPr>
        <p:spPr>
          <a:xfrm>
            <a:off x="3143250" y="5124450"/>
            <a:ext cx="0" cy="219075"/>
          </a:xfrm>
          <a:prstGeom prst="line">
            <a:avLst/>
          </a:prstGeom>
          <a:noFill/>
          <a:ln w="28575">
            <a:solidFill>
              <a:srgbClr val="FF0066"/>
            </a:solidFill>
            <a:prstDash val="solid"/>
          </a:ln>
        </p:spPr>
      </p:sp>
      <p:sp>
        <p:nvSpPr>
          <p:cNvPr id="4022" name="Прямая соединительная линия 4021">
            <a:extLst>
              <a:ext uri="{FF2B5EF4-FFF2-40B4-BE49-F238E27FC236}">
                <a16:creationId xmlns:a16="http://schemas.microsoft.com/office/drawing/2014/main" id="{A2E794D8-5E4E-4275-B306-5F342B586E9F}"/>
              </a:ext>
            </a:extLst>
          </p:cNvPr>
          <p:cNvSpPr>
            <a:spLocks noGrp="1"/>
          </p:cNvSpPr>
          <p:nvPr/>
        </p:nvSpPr>
        <p:spPr>
          <a:xfrm>
            <a:off x="9144000" y="5124450"/>
            <a:ext cx="0" cy="219075"/>
          </a:xfrm>
          <a:prstGeom prst="line">
            <a:avLst/>
          </a:prstGeom>
          <a:noFill/>
          <a:ln w="28575">
            <a:solidFill>
              <a:srgbClr val="FF0066"/>
            </a:solidFill>
            <a:prstDash val="solid"/>
          </a:ln>
        </p:spPr>
      </p:sp>
      <p:sp>
        <p:nvSpPr>
          <p:cNvPr id="4023" name="Прямая соединительная линия 4022">
            <a:extLst>
              <a:ext uri="{FF2B5EF4-FFF2-40B4-BE49-F238E27FC236}">
                <a16:creationId xmlns:a16="http://schemas.microsoft.com/office/drawing/2014/main" id="{D8873F84-0F1F-400C-96ED-D1A37082390E}"/>
              </a:ext>
            </a:extLst>
          </p:cNvPr>
          <p:cNvSpPr>
            <a:spLocks noGrp="1"/>
          </p:cNvSpPr>
          <p:nvPr/>
        </p:nvSpPr>
        <p:spPr>
          <a:xfrm>
            <a:off x="3143250" y="5343525"/>
            <a:ext cx="6000750" cy="0"/>
          </a:xfrm>
          <a:prstGeom prst="line">
            <a:avLst/>
          </a:prstGeom>
          <a:noFill/>
          <a:ln w="28575">
            <a:solidFill>
              <a:srgbClr val="FF0066"/>
            </a:solidFill>
            <a:prstDash val="solid"/>
          </a:ln>
        </p:spPr>
      </p:sp>
      <p:sp>
        <p:nvSpPr>
          <p:cNvPr id="4024" name="Стрелка вниз 4023">
            <a:extLst>
              <a:ext uri="{FF2B5EF4-FFF2-40B4-BE49-F238E27FC236}">
                <a16:creationId xmlns:a16="http://schemas.microsoft.com/office/drawing/2014/main" id="{2225FD9F-077E-400A-AA7A-0563AC4D5115}"/>
              </a:ext>
            </a:extLst>
          </p:cNvPr>
          <p:cNvSpPr>
            <a:spLocks noGrp="1"/>
          </p:cNvSpPr>
          <p:nvPr/>
        </p:nvSpPr>
        <p:spPr>
          <a:xfrm>
            <a:off x="6000750" y="5343525"/>
            <a:ext cx="190500" cy="219075"/>
          </a:xfrm>
          <a:prstGeom prst="downArrow">
            <a:avLst/>
          </a:prstGeom>
          <a:solidFill>
            <a:srgbClr val="FF0066"/>
          </a:solidFill>
          <a:ln w="0">
            <a:solidFill>
              <a:srgbClr val="FF0066"/>
            </a:solidFill>
            <a:prstDash val="solid"/>
          </a:ln>
        </p:spPr>
      </p:sp>
      <p:sp>
        <p:nvSpPr>
          <p:cNvPr id="4025" name="Скругленный прямоугольник 4024">
            <a:extLst>
              <a:ext uri="{FF2B5EF4-FFF2-40B4-BE49-F238E27FC236}">
                <a16:creationId xmlns:a16="http://schemas.microsoft.com/office/drawing/2014/main" id="{CF258F7A-176A-45F5-A1A0-AAA95C19448F}"/>
              </a:ext>
            </a:extLst>
          </p:cNvPr>
          <p:cNvSpPr>
            <a:spLocks noGrp="1"/>
          </p:cNvSpPr>
          <p:nvPr/>
        </p:nvSpPr>
        <p:spPr>
          <a:xfrm>
            <a:off x="1476375" y="5619750"/>
            <a:ext cx="9239250" cy="523875"/>
          </a:xfrm>
          <a:prstGeom prst="roundRect">
            <a:avLst>
              <a:gd name="adj" fmla="val 25455"/>
            </a:avLst>
          </a:prstGeom>
          <a:solidFill>
            <a:srgbClr val="FFFFFF"/>
          </a:solidFill>
          <a:ln w="9525">
            <a:solidFill>
              <a:srgbClr val="FFFFFF"/>
            </a:solidFill>
            <a:prstDash val="solid"/>
          </a:ln>
        </p:spPr>
      </p:sp>
      <p:sp>
        <p:nvSpPr>
          <p:cNvPr id="4026" name="Прямоугольник 4025">
            <a:extLst>
              <a:ext uri="{FF2B5EF4-FFF2-40B4-BE49-F238E27FC236}">
                <a16:creationId xmlns:a16="http://schemas.microsoft.com/office/drawing/2014/main" id="{F737E149-E164-4BA6-B298-AE5BCB9D8F50}"/>
              </a:ext>
            </a:extLst>
          </p:cNvPr>
          <p:cNvSpPr>
            <a:spLocks noGrp="1"/>
          </p:cNvSpPr>
          <p:nvPr/>
        </p:nvSpPr>
        <p:spPr>
          <a:xfrm>
            <a:off x="1676400" y="5753100"/>
            <a:ext cx="8858250" cy="333375"/>
          </a:xfrm>
          <a:prstGeom prst="rect">
            <a:avLst/>
          </a:prstGeom>
          <a:noFill/>
          <a:ln w="0">
            <a:noFill/>
            <a:prstDash val="solid"/>
          </a:ln>
        </p:spPr>
        <p:txBody>
          <a:bodyPr lIns="0" tIns="0" rIns="0" bIns="0"/>
          <a:lstStyle>
            <a:defPPr>
              <a:defRPr sz="1575" b="1">
                <a:solidFill>
                  <a:srgbClr val="4C156F"/>
                </a:solidFill>
                <a:latin typeface="Montserrat"/>
                <a:ea typeface="Montserrat"/>
                <a:cs typeface="Montserrat"/>
              </a:defRPr>
            </a:defPPr>
            <a:lvl1pPr>
              <a:defRPr sz="1575" b="1">
                <a:solidFill>
                  <a:srgbClr val="4C156F"/>
                </a:solidFill>
                <a:latin typeface="Montserrat"/>
                <a:ea typeface="Montserrat"/>
                <a:cs typeface="Montserrat"/>
              </a:defRPr>
            </a:lvl1pPr>
            <a:lvl2pPr>
              <a:defRPr sz="1575" b="1">
                <a:solidFill>
                  <a:srgbClr val="4C156F"/>
                </a:solidFill>
                <a:latin typeface="Montserrat"/>
                <a:ea typeface="Montserrat"/>
                <a:cs typeface="Montserrat"/>
              </a:defRPr>
            </a:lvl2pPr>
            <a:lvl3pPr>
              <a:defRPr sz="1575" b="1">
                <a:solidFill>
                  <a:srgbClr val="4C156F"/>
                </a:solidFill>
                <a:latin typeface="Montserrat"/>
                <a:ea typeface="Montserrat"/>
                <a:cs typeface="Montserrat"/>
              </a:defRPr>
            </a:lvl3pPr>
            <a:lvl4pPr>
              <a:defRPr sz="1575" b="1">
                <a:solidFill>
                  <a:srgbClr val="4C156F"/>
                </a:solidFill>
                <a:latin typeface="Montserrat"/>
                <a:ea typeface="Montserrat"/>
                <a:cs typeface="Montserrat"/>
              </a:defRPr>
            </a:lvl4pPr>
            <a:lvl5pPr>
              <a:defRPr sz="1575" b="1">
                <a:solidFill>
                  <a:srgbClr val="4C156F"/>
                </a:solidFill>
                <a:latin typeface="Montserrat"/>
                <a:ea typeface="Montserrat"/>
                <a:cs typeface="Montserrat"/>
              </a:defRPr>
            </a:lvl5pPr>
            <a:lvl6pPr>
              <a:defRPr sz="1575" b="1">
                <a:solidFill>
                  <a:srgbClr val="4C156F"/>
                </a:solidFill>
                <a:latin typeface="Montserrat"/>
                <a:ea typeface="Montserrat"/>
                <a:cs typeface="Montserrat"/>
              </a:defRPr>
            </a:lvl6pPr>
            <a:lvl7pPr>
              <a:defRPr sz="1575" b="1">
                <a:solidFill>
                  <a:srgbClr val="4C156F"/>
                </a:solidFill>
                <a:latin typeface="Montserrat"/>
                <a:ea typeface="Montserrat"/>
                <a:cs typeface="Montserrat"/>
              </a:defRPr>
            </a:lvl7pPr>
            <a:lvl8pPr>
              <a:defRPr sz="1575" b="1">
                <a:solidFill>
                  <a:srgbClr val="4C156F"/>
                </a:solidFill>
                <a:latin typeface="Montserrat"/>
                <a:ea typeface="Montserrat"/>
                <a:cs typeface="Montserrat"/>
              </a:defRPr>
            </a:lvl8pPr>
            <a:lvl9pPr>
              <a:defRPr sz="1575" b="1">
                <a:solidFill>
                  <a:srgbClr val="4C156F"/>
                </a:solidFill>
                <a:latin typeface="Montserrat"/>
                <a:ea typeface="Montserrat"/>
                <a:cs typeface="Montserrat"/>
              </a:defRPr>
            </a:lvl9pPr>
          </a:lstStyle>
          <a:p>
            <a:pPr>
              <a:defRPr sz="1575" b="1">
                <a:solidFill>
                  <a:srgbClr val="4C156F"/>
                </a:solidFill>
                <a:latin typeface="Montserrat"/>
                <a:ea typeface="Montserrat"/>
                <a:cs typeface="Montserrat"/>
              </a:defRPr>
            </a:pPr>
            <a:r>
              <a:rPr sz="1575" b="1">
                <a:solidFill>
                  <a:srgbClr val="4C156F"/>
                </a:solidFill>
                <a:latin typeface="Montserrat"/>
                <a:ea typeface="Montserrat"/>
                <a:cs typeface="Montserrat"/>
              </a:rPr>
              <a:t>ROI или ротация нарушены: класс 1; сохраняются оба кода, если нужно</a:t>
            </a:r>
          </a:p>
        </p:txBody>
      </p:sp>
      <p:sp>
        <p:nvSpPr>
          <p:cNvPr id="4027" name="Прямоугольник 4026">
            <a:extLst>
              <a:ext uri="{FF2B5EF4-FFF2-40B4-BE49-F238E27FC236}">
                <a16:creationId xmlns:a16="http://schemas.microsoft.com/office/drawing/2014/main" id="{627AA5B5-88F3-43B6-9CBE-3A7CA6185DFC}"/>
              </a:ext>
            </a:extLst>
          </p:cNvPr>
          <p:cNvSpPr>
            <a:spLocks noGrp="1"/>
          </p:cNvSpPr>
          <p:nvPr/>
        </p:nvSpPr>
        <p:spPr>
          <a:xfrm>
            <a:off x="342900" y="6286500"/>
            <a:ext cx="11001375" cy="285750"/>
          </a:xfrm>
          <a:prstGeom prst="rect">
            <a:avLst/>
          </a:prstGeom>
          <a:noFill/>
          <a:ln w="0">
            <a:noFill/>
            <a:prstDash val="solid"/>
          </a:ln>
        </p:spPr>
        <p:txBody>
          <a:bodyPr lIns="0" tIns="0" rIns="0" bIns="0"/>
          <a:lstStyle>
            <a:defPPr>
              <a:defRPr sz="1200" b="0">
                <a:solidFill>
                  <a:srgbClr val="FFFFFF"/>
                </a:solidFill>
                <a:latin typeface="Montserrat"/>
                <a:ea typeface="Montserrat"/>
                <a:cs typeface="Montserrat"/>
              </a:defRPr>
            </a:defPPr>
            <a:lvl1pPr>
              <a:defRPr sz="1200" b="0">
                <a:solidFill>
                  <a:srgbClr val="FFFFFF"/>
                </a:solidFill>
                <a:latin typeface="Montserrat"/>
                <a:ea typeface="Montserrat"/>
                <a:cs typeface="Montserrat"/>
              </a:defRPr>
            </a:lvl1pPr>
            <a:lvl2pPr>
              <a:defRPr sz="1200" b="0">
                <a:solidFill>
                  <a:srgbClr val="FFFFFF"/>
                </a:solidFill>
                <a:latin typeface="Montserrat"/>
                <a:ea typeface="Montserrat"/>
                <a:cs typeface="Montserrat"/>
              </a:defRPr>
            </a:lvl2pPr>
            <a:lvl3pPr>
              <a:defRPr sz="1200" b="0">
                <a:solidFill>
                  <a:srgbClr val="FFFFFF"/>
                </a:solidFill>
                <a:latin typeface="Montserrat"/>
                <a:ea typeface="Montserrat"/>
                <a:cs typeface="Montserrat"/>
              </a:defRPr>
            </a:lvl3pPr>
            <a:lvl4pPr>
              <a:defRPr sz="1200" b="0">
                <a:solidFill>
                  <a:srgbClr val="FFFFFF"/>
                </a:solidFill>
                <a:latin typeface="Montserrat"/>
                <a:ea typeface="Montserrat"/>
                <a:cs typeface="Montserrat"/>
              </a:defRPr>
            </a:lvl4pPr>
            <a:lvl5pPr>
              <a:defRPr sz="1200" b="0">
                <a:solidFill>
                  <a:srgbClr val="FFFFFF"/>
                </a:solidFill>
                <a:latin typeface="Montserrat"/>
                <a:ea typeface="Montserrat"/>
                <a:cs typeface="Montserrat"/>
              </a:defRPr>
            </a:lvl5pPr>
            <a:lvl6pPr>
              <a:defRPr sz="1200" b="0">
                <a:solidFill>
                  <a:srgbClr val="FFFFFF"/>
                </a:solidFill>
                <a:latin typeface="Montserrat"/>
                <a:ea typeface="Montserrat"/>
                <a:cs typeface="Montserrat"/>
              </a:defRPr>
            </a:lvl6pPr>
            <a:lvl7pPr>
              <a:defRPr sz="1200" b="0">
                <a:solidFill>
                  <a:srgbClr val="FFFFFF"/>
                </a:solidFill>
                <a:latin typeface="Montserrat"/>
                <a:ea typeface="Montserrat"/>
                <a:cs typeface="Montserrat"/>
              </a:defRPr>
            </a:lvl7pPr>
            <a:lvl8pPr>
              <a:defRPr sz="1200" b="0">
                <a:solidFill>
                  <a:srgbClr val="FFFFFF"/>
                </a:solidFill>
                <a:latin typeface="Montserrat"/>
                <a:ea typeface="Montserrat"/>
                <a:cs typeface="Montserrat"/>
              </a:defRPr>
            </a:lvl8pPr>
            <a:lvl9pPr>
              <a:defRPr sz="1200" b="0">
                <a:solidFill>
                  <a:srgbClr val="FFFFFF"/>
                </a:solidFill>
                <a:latin typeface="Montserrat"/>
                <a:ea typeface="Montserrat"/>
                <a:cs typeface="Montserrat"/>
              </a:defRPr>
            </a:lvl9pPr>
          </a:lstStyle>
          <a:p>
            <a:pPr>
              <a:defRPr sz="1200" b="0">
                <a:solidFill>
                  <a:srgbClr val="FFFFFF"/>
                </a:solidFill>
                <a:latin typeface="Montserrat"/>
                <a:ea typeface="Montserrat"/>
                <a:cs typeface="Montserrat"/>
              </a:defRPr>
            </a:pPr>
            <a:r>
              <a:rPr sz="1200" b="0">
                <a:solidFill>
                  <a:srgbClr val="FFFFFF"/>
                </a:solidFill>
                <a:latin typeface="Montserrat"/>
                <a:ea typeface="Montserrat"/>
                <a:cs typeface="Montserrat"/>
              </a:rPr>
              <a:t>Масштаб в документации: 0,607 мм/пиксель для бедра. На другом аппарате его нужно проверить.</a:t>
            </a:r>
          </a:p>
        </p:txBody>
      </p:sp>
    </p:spTree>
    <p:extLst>
      <p:ext uri="{BB962C8B-B14F-4D97-AF65-F5344CB8AC3E}">
        <p14:creationId xmlns:p14="http://schemas.microsoft.com/office/powerpoint/2010/main" val="41917811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Box 2"/>
          <p:cNvSpPr txBox="1"/>
          <p:nvPr/>
        </p:nvSpPr>
        <p:spPr>
          <a:xfrm>
            <a:off x="346075" y="1097280"/>
            <a:ext cx="11338560" cy="822960"/>
          </a:xfrm>
          <a:prstGeom prst="rect">
            <a:avLst/>
          </a:prstGeom>
          <a:noFill/>
        </p:spPr>
        <p:txBody>
          <a:bodyPr wrap="square" lIns="0" tIns="0" rIns="0" bIns="0" anchor="t"/>
          <a:lstStyle/>
          <a:p>
            <a:pPr algn="l">
              <a:lnSpc>
                <a:spcPct val="102000"/>
              </a:lnSpc>
              <a:spcAft>
                <a:spcPts val="0"/>
              </a:spcAft>
            </a:pPr>
            <a:r>
              <a:rPr sz="2200" b="1" i="0">
                <a:solidFill>
                  <a:srgbClr val="FFFFFF"/>
                </a:solidFill>
                <a:latin typeface="Montserrat"/>
                <a:ea typeface="Montserrat"/>
                <a:cs typeface="Montserrat"/>
              </a:rPr>
              <a:t>252 снимка, по каждому критерию всего 6–36 нарушений</a:t>
            </a:r>
          </a:p>
        </p:txBody>
      </p:sp>
      <p:sp>
        <p:nvSpPr>
          <p:cNvPr id="902" name="Номер слайда"/>
          <p:cNvSpPr>
            <a:spLocks noGrp="1"/>
          </p:cNvSpPr>
          <p:nvPr>
            <p:ph type="sldNum" sz="quarter" idx="4"/>
          </p:nvPr>
        </p:nvSpPr>
        <p:spPr>
          <a:xfrm>
            <a:off x="11064240" y="6355080"/>
            <a:ext cx="868680" cy="365760"/>
          </a:xfrm>
        </p:spPr>
        <p:txBody>
          <a:bodyPr/>
          <a:lstStyle/>
          <a:p>
            <a:r>
              <a:rPr/>
              <a:t>5</a:t>
            </a:r>
          </a:p>
        </p:txBody>
      </p:sp>
      <p:sp>
        <p:nvSpPr>
          <p:cNvPr id="903" name="Rounded Rectangle 902"/>
          <p:cNvSpPr/>
          <p:nvPr/>
        </p:nvSpPr>
        <p:spPr>
          <a:xfrm>
            <a:off x="346075" y="1828800"/>
            <a:ext cx="5577840" cy="438912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4" name="TextBox 903"/>
          <p:cNvSpPr txBox="1"/>
          <p:nvPr/>
        </p:nvSpPr>
        <p:spPr>
          <a:xfrm>
            <a:off x="620395" y="2057400"/>
            <a:ext cx="1645920" cy="566928"/>
          </a:xfrm>
          <a:prstGeom prst="rect">
            <a:avLst/>
          </a:prstGeom>
          <a:noFill/>
        </p:spPr>
        <p:txBody>
          <a:bodyPr wrap="square" lIns="0" tIns="0" rIns="0" bIns="0" anchor="t"/>
          <a:lstStyle/>
          <a:p>
            <a:pPr algn="l">
              <a:lnSpc>
                <a:spcPct val="110000"/>
              </a:lnSpc>
              <a:spcAft>
                <a:spcPts val="0"/>
              </a:spcAft>
            </a:pPr>
            <a:r>
              <a:rPr sz="3200" b="1" i="0">
                <a:solidFill>
                  <a:srgbClr val="FF0053"/>
                </a:solidFill>
                <a:latin typeface="Montserrat"/>
                <a:ea typeface="Montserrat"/>
                <a:cs typeface="Montserrat"/>
              </a:rPr>
              <a:t>100</a:t>
            </a:r>
          </a:p>
        </p:txBody>
      </p:sp>
      <p:sp>
        <p:nvSpPr>
          <p:cNvPr id="905" name="TextBox 904"/>
          <p:cNvSpPr txBox="1"/>
          <p:nvPr/>
        </p:nvSpPr>
        <p:spPr>
          <a:xfrm>
            <a:off x="620395" y="2545080"/>
            <a:ext cx="1645920" cy="548640"/>
          </a:xfrm>
          <a:prstGeom prst="rect">
            <a:avLst/>
          </a:prstGeom>
          <a:noFill/>
        </p:spPr>
        <p:txBody>
          <a:bodyPr wrap="square" lIns="0" tIns="0" rIns="0" bIns="0" anchor="t"/>
          <a:lstStyle/>
          <a:p>
            <a:pPr algn="l">
              <a:lnSpc>
                <a:spcPct val="105000"/>
              </a:lnSpc>
              <a:spcAft>
                <a:spcPts val="0"/>
              </a:spcAft>
            </a:pPr>
            <a:r>
              <a:rPr sz="1150" b="0" i="0">
                <a:solidFill>
                  <a:srgbClr val="4A4458"/>
                </a:solidFill>
                <a:latin typeface="Montserrat"/>
                <a:ea typeface="Montserrat"/>
                <a:cs typeface="Montserrat"/>
              </a:rPr>
              <a:t>исследований</a:t>
            </a:r>
          </a:p>
        </p:txBody>
      </p:sp>
      <p:sp>
        <p:nvSpPr>
          <p:cNvPr id="906" name="TextBox 905"/>
          <p:cNvSpPr txBox="1"/>
          <p:nvPr/>
        </p:nvSpPr>
        <p:spPr>
          <a:xfrm>
            <a:off x="2357755" y="2057400"/>
            <a:ext cx="1645920" cy="566928"/>
          </a:xfrm>
          <a:prstGeom prst="rect">
            <a:avLst/>
          </a:prstGeom>
          <a:noFill/>
        </p:spPr>
        <p:txBody>
          <a:bodyPr wrap="square" lIns="0" tIns="0" rIns="0" bIns="0" anchor="t"/>
          <a:lstStyle/>
          <a:p>
            <a:pPr algn="l">
              <a:lnSpc>
                <a:spcPct val="110000"/>
              </a:lnSpc>
              <a:spcAft>
                <a:spcPts val="0"/>
              </a:spcAft>
            </a:pPr>
            <a:r>
              <a:rPr sz="3200" b="1" i="0">
                <a:solidFill>
                  <a:srgbClr val="FF0053"/>
                </a:solidFill>
                <a:latin typeface="Montserrat"/>
                <a:ea typeface="Montserrat"/>
                <a:cs typeface="Montserrat"/>
              </a:rPr>
              <a:t>499</a:t>
            </a:r>
          </a:p>
        </p:txBody>
      </p:sp>
      <p:sp>
        <p:nvSpPr>
          <p:cNvPr id="907" name="TextBox 906"/>
          <p:cNvSpPr txBox="1"/>
          <p:nvPr/>
        </p:nvSpPr>
        <p:spPr>
          <a:xfrm>
            <a:off x="2357755" y="2545080"/>
            <a:ext cx="1645920" cy="548640"/>
          </a:xfrm>
          <a:prstGeom prst="rect">
            <a:avLst/>
          </a:prstGeom>
          <a:noFill/>
        </p:spPr>
        <p:txBody>
          <a:bodyPr wrap="square" lIns="0" tIns="0" rIns="0" bIns="0" anchor="t"/>
          <a:lstStyle/>
          <a:p>
            <a:pPr algn="l">
              <a:lnSpc>
                <a:spcPct val="105000"/>
              </a:lnSpc>
              <a:spcAft>
                <a:spcPts val="0"/>
              </a:spcAft>
            </a:pPr>
            <a:r>
              <a:rPr sz="1150" b="0" i="0">
                <a:solidFill>
                  <a:srgbClr val="4A4458"/>
                </a:solidFill>
                <a:latin typeface="Montserrat"/>
                <a:ea typeface="Montserrat"/>
                <a:cs typeface="Montserrat"/>
              </a:rPr>
              <a:t>DICOM-файлов</a:t>
            </a:r>
          </a:p>
        </p:txBody>
      </p:sp>
      <p:sp>
        <p:nvSpPr>
          <p:cNvPr id="908" name="TextBox 907"/>
          <p:cNvSpPr txBox="1"/>
          <p:nvPr/>
        </p:nvSpPr>
        <p:spPr>
          <a:xfrm>
            <a:off x="4095115" y="2057400"/>
            <a:ext cx="1645920" cy="566928"/>
          </a:xfrm>
          <a:prstGeom prst="rect">
            <a:avLst/>
          </a:prstGeom>
          <a:noFill/>
        </p:spPr>
        <p:txBody>
          <a:bodyPr wrap="square" lIns="0" tIns="0" rIns="0" bIns="0" anchor="t"/>
          <a:lstStyle/>
          <a:p>
            <a:pPr algn="l">
              <a:lnSpc>
                <a:spcPct val="110000"/>
              </a:lnSpc>
              <a:spcAft>
                <a:spcPts val="0"/>
              </a:spcAft>
            </a:pPr>
            <a:r>
              <a:rPr sz="3200" b="1" i="0">
                <a:solidFill>
                  <a:srgbClr val="FF0053"/>
                </a:solidFill>
                <a:latin typeface="Montserrat"/>
                <a:ea typeface="Montserrat"/>
                <a:cs typeface="Montserrat"/>
              </a:rPr>
              <a:t>252</a:t>
            </a:r>
          </a:p>
        </p:txBody>
      </p:sp>
      <p:sp>
        <p:nvSpPr>
          <p:cNvPr id="909" name="TextBox 908"/>
          <p:cNvSpPr txBox="1"/>
          <p:nvPr/>
        </p:nvSpPr>
        <p:spPr>
          <a:xfrm>
            <a:off x="4095115" y="2545080"/>
            <a:ext cx="1645920" cy="548640"/>
          </a:xfrm>
          <a:prstGeom prst="rect">
            <a:avLst/>
          </a:prstGeom>
          <a:noFill/>
        </p:spPr>
        <p:txBody>
          <a:bodyPr wrap="square" lIns="0" tIns="0" rIns="0" bIns="0" anchor="t"/>
          <a:lstStyle/>
          <a:p>
            <a:pPr algn="l">
              <a:lnSpc>
                <a:spcPct val="105000"/>
              </a:lnSpc>
              <a:spcAft>
                <a:spcPts val="0"/>
              </a:spcAft>
            </a:pPr>
            <a:r>
              <a:rPr sz="1150" b="0" i="0">
                <a:solidFill>
                  <a:srgbClr val="4A4458"/>
                </a:solidFill>
                <a:latin typeface="Montserrat"/>
                <a:ea typeface="Montserrat"/>
                <a:cs typeface="Montserrat"/>
              </a:rPr>
              <a:t>уникальных снимков</a:t>
            </a:r>
          </a:p>
        </p:txBody>
      </p:sp>
      <p:sp>
        <p:nvSpPr>
          <p:cNvPr id="911" name="Rounded Rectangle 910"/>
          <p:cNvSpPr/>
          <p:nvPr/>
        </p:nvSpPr>
        <p:spPr>
          <a:xfrm>
            <a:off x="6204344" y="1834692"/>
            <a:ext cx="5696712" cy="438912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2" name="TextBox 911"/>
          <p:cNvSpPr txBox="1"/>
          <p:nvPr/>
        </p:nvSpPr>
        <p:spPr>
          <a:xfrm>
            <a:off x="600124" y="3506097"/>
            <a:ext cx="5212080" cy="365760"/>
          </a:xfrm>
          <a:prstGeom prst="rect">
            <a:avLst/>
          </a:prstGeom>
          <a:noFill/>
        </p:spPr>
        <p:txBody>
          <a:bodyPr wrap="square" lIns="0" tIns="0" rIns="0" bIns="0" anchor="t"/>
          <a:lstStyle/>
          <a:p>
            <a:pPr algn="l">
              <a:lnSpc>
                <a:spcPct val="110000"/>
              </a:lnSpc>
              <a:spcAft>
                <a:spcPts val="0"/>
              </a:spcAft>
            </a:pPr>
            <a:r>
              <a:rPr sz="1600" b="1" i="0" dirty="0" err="1">
                <a:solidFill>
                  <a:srgbClr val="520977"/>
                </a:solidFill>
                <a:latin typeface="Montserrat"/>
                <a:ea typeface="Montserrat"/>
                <a:cs typeface="Montserrat"/>
              </a:rPr>
              <a:t>Нарушений</a:t>
            </a:r>
            <a:r>
              <a:rPr sz="1600" b="1" i="0" dirty="0">
                <a:solidFill>
                  <a:srgbClr val="520977"/>
                </a:solidFill>
                <a:latin typeface="Montserrat"/>
                <a:ea typeface="Montserrat"/>
                <a:cs typeface="Montserrat"/>
              </a:rPr>
              <a:t> </a:t>
            </a:r>
            <a:r>
              <a:rPr sz="1600" b="1" i="0" dirty="0" err="1">
                <a:solidFill>
                  <a:srgbClr val="520977"/>
                </a:solidFill>
                <a:latin typeface="Montserrat"/>
                <a:ea typeface="Montserrat"/>
                <a:cs typeface="Montserrat"/>
              </a:rPr>
              <a:t>мало</a:t>
            </a:r>
            <a:r>
              <a:rPr sz="1600" b="1" i="0" dirty="0">
                <a:solidFill>
                  <a:srgbClr val="520977"/>
                </a:solidFill>
                <a:latin typeface="Montserrat"/>
                <a:ea typeface="Montserrat"/>
                <a:cs typeface="Montserrat"/>
              </a:rPr>
              <a:t>, и </a:t>
            </a:r>
            <a:r>
              <a:rPr sz="1600" b="1" i="0" dirty="0" err="1">
                <a:solidFill>
                  <a:srgbClr val="520977"/>
                </a:solidFill>
                <a:latin typeface="Montserrat"/>
                <a:ea typeface="Montserrat"/>
                <a:cs typeface="Montserrat"/>
              </a:rPr>
              <a:t>они</a:t>
            </a:r>
            <a:r>
              <a:rPr sz="1600" b="1" i="0" dirty="0">
                <a:solidFill>
                  <a:srgbClr val="520977"/>
                </a:solidFill>
                <a:latin typeface="Montserrat"/>
                <a:ea typeface="Montserrat"/>
                <a:cs typeface="Montserrat"/>
              </a:rPr>
              <a:t> </a:t>
            </a:r>
            <a:r>
              <a:rPr sz="1600" b="1" i="0" dirty="0" err="1">
                <a:solidFill>
                  <a:srgbClr val="520977"/>
                </a:solidFill>
                <a:latin typeface="Montserrat"/>
                <a:ea typeface="Montserrat"/>
                <a:cs typeface="Montserrat"/>
              </a:rPr>
              <a:t>разные</a:t>
            </a:r>
            <a:endParaRPr sz="1600" b="1" i="0" dirty="0">
              <a:solidFill>
                <a:srgbClr val="520977"/>
              </a:solidFill>
              <a:latin typeface="Montserrat"/>
              <a:ea typeface="Montserrat"/>
              <a:cs typeface="Montserrat"/>
            </a:endParaRPr>
          </a:p>
        </p:txBody>
      </p:sp>
      <p:sp>
        <p:nvSpPr>
          <p:cNvPr id="913" name="TextBox 912"/>
          <p:cNvSpPr txBox="1"/>
          <p:nvPr/>
        </p:nvSpPr>
        <p:spPr>
          <a:xfrm>
            <a:off x="600635" y="4057426"/>
            <a:ext cx="210312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Укладка</a:t>
            </a:r>
          </a:p>
        </p:txBody>
      </p:sp>
      <p:sp>
        <p:nvSpPr>
          <p:cNvPr id="914" name="Rounded Rectangle 913"/>
          <p:cNvSpPr/>
          <p:nvPr/>
        </p:nvSpPr>
        <p:spPr>
          <a:xfrm>
            <a:off x="2749475" y="4094002"/>
            <a:ext cx="1388059" cy="201168"/>
          </a:xfrm>
          <a:prstGeom prst="roundRect">
            <a:avLst>
              <a:gd name="adj" fmla="val 40000"/>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5" name="Rounded Rectangle 914"/>
          <p:cNvSpPr/>
          <p:nvPr/>
        </p:nvSpPr>
        <p:spPr>
          <a:xfrm>
            <a:off x="2749475" y="4094002"/>
            <a:ext cx="84124" cy="201168"/>
          </a:xfrm>
          <a:prstGeom prst="roundRect">
            <a:avLst>
              <a:gd name="adj" fmla="val 4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6" name="TextBox 915"/>
          <p:cNvSpPr txBox="1"/>
          <p:nvPr/>
        </p:nvSpPr>
        <p:spPr>
          <a:xfrm>
            <a:off x="4228974" y="4057426"/>
            <a:ext cx="1097280" cy="274320"/>
          </a:xfrm>
          <a:prstGeom prst="rect">
            <a:avLst/>
          </a:prstGeom>
          <a:noFill/>
        </p:spPr>
        <p:txBody>
          <a:bodyPr wrap="square" lIns="0" tIns="0" rIns="0" bIns="0" anchor="t"/>
          <a:lstStyle/>
          <a:p>
            <a:pPr algn="l">
              <a:lnSpc>
                <a:spcPct val="110000"/>
              </a:lnSpc>
              <a:spcAft>
                <a:spcPts val="0"/>
              </a:spcAft>
            </a:pPr>
            <a:r>
              <a:rPr sz="1150" b="1" i="0">
                <a:solidFill>
                  <a:srgbClr val="4A4458"/>
                </a:solidFill>
                <a:latin typeface="Montserrat"/>
                <a:ea typeface="Montserrat"/>
                <a:cs typeface="Montserrat"/>
              </a:rPr>
              <a:t>6 из 99</a:t>
            </a:r>
          </a:p>
        </p:txBody>
      </p:sp>
      <p:sp>
        <p:nvSpPr>
          <p:cNvPr id="917" name="TextBox 916"/>
          <p:cNvSpPr txBox="1"/>
          <p:nvPr/>
        </p:nvSpPr>
        <p:spPr>
          <a:xfrm>
            <a:off x="600635" y="4478050"/>
            <a:ext cx="210312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Наклон оси &gt; 5°</a:t>
            </a:r>
          </a:p>
        </p:txBody>
      </p:sp>
      <p:sp>
        <p:nvSpPr>
          <p:cNvPr id="918" name="Rounded Rectangle 917"/>
          <p:cNvSpPr/>
          <p:nvPr/>
        </p:nvSpPr>
        <p:spPr>
          <a:xfrm>
            <a:off x="2749475" y="4514626"/>
            <a:ext cx="1388059" cy="201168"/>
          </a:xfrm>
          <a:prstGeom prst="roundRect">
            <a:avLst>
              <a:gd name="adj" fmla="val 40000"/>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9" name="Rounded Rectangle 918"/>
          <p:cNvSpPr/>
          <p:nvPr/>
        </p:nvSpPr>
        <p:spPr>
          <a:xfrm>
            <a:off x="2749475" y="4514626"/>
            <a:ext cx="140207" cy="201168"/>
          </a:xfrm>
          <a:prstGeom prst="roundRect">
            <a:avLst>
              <a:gd name="adj" fmla="val 4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0" name="TextBox 919"/>
          <p:cNvSpPr txBox="1"/>
          <p:nvPr/>
        </p:nvSpPr>
        <p:spPr>
          <a:xfrm>
            <a:off x="4228974" y="4478050"/>
            <a:ext cx="1097280" cy="274320"/>
          </a:xfrm>
          <a:prstGeom prst="rect">
            <a:avLst/>
          </a:prstGeom>
          <a:noFill/>
        </p:spPr>
        <p:txBody>
          <a:bodyPr wrap="square" lIns="0" tIns="0" rIns="0" bIns="0" anchor="t"/>
          <a:lstStyle/>
          <a:p>
            <a:pPr algn="l">
              <a:lnSpc>
                <a:spcPct val="110000"/>
              </a:lnSpc>
              <a:spcAft>
                <a:spcPts val="0"/>
              </a:spcAft>
            </a:pPr>
            <a:r>
              <a:rPr sz="1150" b="1" i="0">
                <a:solidFill>
                  <a:srgbClr val="4A4458"/>
                </a:solidFill>
                <a:latin typeface="Montserrat"/>
                <a:ea typeface="Montserrat"/>
                <a:cs typeface="Montserrat"/>
              </a:rPr>
              <a:t>10 из 99</a:t>
            </a:r>
          </a:p>
        </p:txBody>
      </p:sp>
      <p:sp>
        <p:nvSpPr>
          <p:cNvPr id="921" name="TextBox 920"/>
          <p:cNvSpPr txBox="1"/>
          <p:nvPr/>
        </p:nvSpPr>
        <p:spPr>
          <a:xfrm>
            <a:off x="600635" y="4898674"/>
            <a:ext cx="210312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Посторонние предметы</a:t>
            </a:r>
          </a:p>
        </p:txBody>
      </p:sp>
      <p:sp>
        <p:nvSpPr>
          <p:cNvPr id="922" name="Rounded Rectangle 921"/>
          <p:cNvSpPr/>
          <p:nvPr/>
        </p:nvSpPr>
        <p:spPr>
          <a:xfrm>
            <a:off x="2749475" y="4935250"/>
            <a:ext cx="1388059" cy="201168"/>
          </a:xfrm>
          <a:prstGeom prst="roundRect">
            <a:avLst>
              <a:gd name="adj" fmla="val 40000"/>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3" name="Rounded Rectangle 922"/>
          <p:cNvSpPr/>
          <p:nvPr/>
        </p:nvSpPr>
        <p:spPr>
          <a:xfrm>
            <a:off x="2749475" y="4935250"/>
            <a:ext cx="238353" cy="201168"/>
          </a:xfrm>
          <a:prstGeom prst="roundRect">
            <a:avLst>
              <a:gd name="adj" fmla="val 4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4" name="TextBox 923"/>
          <p:cNvSpPr txBox="1"/>
          <p:nvPr/>
        </p:nvSpPr>
        <p:spPr>
          <a:xfrm>
            <a:off x="4228974" y="4898674"/>
            <a:ext cx="1097280" cy="274320"/>
          </a:xfrm>
          <a:prstGeom prst="rect">
            <a:avLst/>
          </a:prstGeom>
          <a:noFill/>
        </p:spPr>
        <p:txBody>
          <a:bodyPr wrap="square" lIns="0" tIns="0" rIns="0" bIns="0" anchor="t"/>
          <a:lstStyle/>
          <a:p>
            <a:pPr algn="l">
              <a:lnSpc>
                <a:spcPct val="110000"/>
              </a:lnSpc>
              <a:spcAft>
                <a:spcPts val="0"/>
              </a:spcAft>
            </a:pPr>
            <a:r>
              <a:rPr sz="1150" b="1" i="0">
                <a:solidFill>
                  <a:srgbClr val="4A4458"/>
                </a:solidFill>
                <a:latin typeface="Montserrat"/>
                <a:ea typeface="Montserrat"/>
                <a:cs typeface="Montserrat"/>
              </a:rPr>
              <a:t>17 из 99</a:t>
            </a:r>
          </a:p>
        </p:txBody>
      </p:sp>
      <p:sp>
        <p:nvSpPr>
          <p:cNvPr id="925" name="TextBox 924"/>
          <p:cNvSpPr txBox="1"/>
          <p:nvPr/>
        </p:nvSpPr>
        <p:spPr>
          <a:xfrm>
            <a:off x="600635" y="5319298"/>
            <a:ext cx="210312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Ротация бедра</a:t>
            </a:r>
          </a:p>
        </p:txBody>
      </p:sp>
      <p:sp>
        <p:nvSpPr>
          <p:cNvPr id="926" name="Rounded Rectangle 925"/>
          <p:cNvSpPr/>
          <p:nvPr/>
        </p:nvSpPr>
        <p:spPr>
          <a:xfrm>
            <a:off x="2749475" y="5355874"/>
            <a:ext cx="2103120" cy="201168"/>
          </a:xfrm>
          <a:prstGeom prst="roundRect">
            <a:avLst>
              <a:gd name="adj" fmla="val 40000"/>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7" name="Rounded Rectangle 926"/>
          <p:cNvSpPr/>
          <p:nvPr/>
        </p:nvSpPr>
        <p:spPr>
          <a:xfrm>
            <a:off x="2749475" y="5355874"/>
            <a:ext cx="504748" cy="201168"/>
          </a:xfrm>
          <a:prstGeom prst="roundRect">
            <a:avLst>
              <a:gd name="adj" fmla="val 4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8" name="TextBox 927"/>
          <p:cNvSpPr txBox="1"/>
          <p:nvPr/>
        </p:nvSpPr>
        <p:spPr>
          <a:xfrm>
            <a:off x="4944035" y="5319298"/>
            <a:ext cx="1097280" cy="274320"/>
          </a:xfrm>
          <a:prstGeom prst="rect">
            <a:avLst/>
          </a:prstGeom>
          <a:noFill/>
        </p:spPr>
        <p:txBody>
          <a:bodyPr wrap="square" lIns="0" tIns="0" rIns="0" bIns="0" anchor="t"/>
          <a:lstStyle/>
          <a:p>
            <a:pPr algn="l">
              <a:lnSpc>
                <a:spcPct val="110000"/>
              </a:lnSpc>
              <a:spcAft>
                <a:spcPts val="0"/>
              </a:spcAft>
            </a:pPr>
            <a:r>
              <a:rPr sz="1150" b="1" i="0">
                <a:solidFill>
                  <a:srgbClr val="4A4458"/>
                </a:solidFill>
                <a:latin typeface="Montserrat"/>
                <a:ea typeface="Montserrat"/>
                <a:cs typeface="Montserrat"/>
              </a:rPr>
              <a:t>36 из 150</a:t>
            </a:r>
          </a:p>
        </p:txBody>
      </p:sp>
      <p:sp>
        <p:nvSpPr>
          <p:cNvPr id="929" name="TextBox 928"/>
          <p:cNvSpPr txBox="1"/>
          <p:nvPr/>
        </p:nvSpPr>
        <p:spPr>
          <a:xfrm>
            <a:off x="600635" y="5739922"/>
            <a:ext cx="210312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Отступы поля</a:t>
            </a:r>
          </a:p>
        </p:txBody>
      </p:sp>
      <p:sp>
        <p:nvSpPr>
          <p:cNvPr id="930" name="Rounded Rectangle 929"/>
          <p:cNvSpPr/>
          <p:nvPr/>
        </p:nvSpPr>
        <p:spPr>
          <a:xfrm>
            <a:off x="2749475" y="5776498"/>
            <a:ext cx="2103120" cy="201168"/>
          </a:xfrm>
          <a:prstGeom prst="roundRect">
            <a:avLst>
              <a:gd name="adj" fmla="val 40000"/>
            </a:avLst>
          </a:prstGeom>
          <a:solidFill>
            <a:srgbClr val="FFD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1" name="Rounded Rectangle 930"/>
          <p:cNvSpPr/>
          <p:nvPr/>
        </p:nvSpPr>
        <p:spPr>
          <a:xfrm>
            <a:off x="2749475" y="5776498"/>
            <a:ext cx="98145" cy="201168"/>
          </a:xfrm>
          <a:prstGeom prst="roundRect">
            <a:avLst>
              <a:gd name="adj" fmla="val 4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2" name="TextBox 931"/>
          <p:cNvSpPr txBox="1"/>
          <p:nvPr/>
        </p:nvSpPr>
        <p:spPr>
          <a:xfrm>
            <a:off x="4944035" y="5739922"/>
            <a:ext cx="1097280" cy="274320"/>
          </a:xfrm>
          <a:prstGeom prst="rect">
            <a:avLst/>
          </a:prstGeom>
          <a:noFill/>
        </p:spPr>
        <p:txBody>
          <a:bodyPr wrap="square" lIns="0" tIns="0" rIns="0" bIns="0" anchor="t"/>
          <a:lstStyle/>
          <a:p>
            <a:pPr algn="l">
              <a:lnSpc>
                <a:spcPct val="110000"/>
              </a:lnSpc>
              <a:spcAft>
                <a:spcPts val="0"/>
              </a:spcAft>
            </a:pPr>
            <a:r>
              <a:rPr sz="1150" b="1" i="0">
                <a:solidFill>
                  <a:srgbClr val="4A4458"/>
                </a:solidFill>
                <a:latin typeface="Montserrat"/>
                <a:ea typeface="Montserrat"/>
                <a:cs typeface="Montserrat"/>
              </a:rPr>
              <a:t>7 из 150</a:t>
            </a:r>
          </a:p>
        </p:txBody>
      </p:sp>
      <p:sp>
        <p:nvSpPr>
          <p:cNvPr id="52" name="TextBox 51"/>
          <p:cNvSpPr txBox="1"/>
          <p:nvPr/>
        </p:nvSpPr>
        <p:spPr>
          <a:xfrm>
            <a:off x="6833961" y="2046514"/>
            <a:ext cx="896112" cy="228600"/>
          </a:xfrm>
          <a:prstGeom prst="rect">
            <a:avLst/>
          </a:prstGeom>
          <a:noFill/>
        </p:spPr>
        <p:txBody>
          <a:bodyPr wrap="square" lIns="0" tIns="0" rIns="0" bIns="0" anchor="t"/>
          <a:lstStyle/>
          <a:p>
            <a:pPr algn="ctr">
              <a:lnSpc>
                <a:spcPct val="110000"/>
              </a:lnSpc>
              <a:spcAft>
                <a:spcPts val="0"/>
              </a:spcAft>
            </a:pPr>
            <a:r>
              <a:rPr sz="1000" b="1" i="0">
                <a:solidFill>
                  <a:srgbClr val="8B8599"/>
                </a:solidFill>
                <a:latin typeface="Montserrat"/>
                <a:ea typeface="Montserrat"/>
                <a:cs typeface="Montserrat"/>
              </a:rPr>
              <a:t>часть 1</a:t>
            </a:r>
          </a:p>
        </p:txBody>
      </p:sp>
      <p:sp>
        <p:nvSpPr>
          <p:cNvPr id="53" name="TextBox 52"/>
          <p:cNvSpPr txBox="1"/>
          <p:nvPr/>
        </p:nvSpPr>
        <p:spPr>
          <a:xfrm>
            <a:off x="7803225" y="2046514"/>
            <a:ext cx="896112" cy="228600"/>
          </a:xfrm>
          <a:prstGeom prst="rect">
            <a:avLst/>
          </a:prstGeom>
          <a:noFill/>
        </p:spPr>
        <p:txBody>
          <a:bodyPr wrap="square" lIns="0" tIns="0" rIns="0" bIns="0" anchor="t"/>
          <a:lstStyle/>
          <a:p>
            <a:pPr algn="ctr">
              <a:lnSpc>
                <a:spcPct val="110000"/>
              </a:lnSpc>
              <a:spcAft>
                <a:spcPts val="0"/>
              </a:spcAft>
            </a:pPr>
            <a:r>
              <a:rPr sz="1000" b="1" i="0">
                <a:solidFill>
                  <a:srgbClr val="8B8599"/>
                </a:solidFill>
                <a:latin typeface="Montserrat"/>
                <a:ea typeface="Montserrat"/>
                <a:cs typeface="Montserrat"/>
              </a:rPr>
              <a:t>часть 2</a:t>
            </a:r>
          </a:p>
        </p:txBody>
      </p:sp>
      <p:sp>
        <p:nvSpPr>
          <p:cNvPr id="54" name="TextBox 53"/>
          <p:cNvSpPr txBox="1"/>
          <p:nvPr/>
        </p:nvSpPr>
        <p:spPr>
          <a:xfrm>
            <a:off x="8772489" y="2046514"/>
            <a:ext cx="896112" cy="228600"/>
          </a:xfrm>
          <a:prstGeom prst="rect">
            <a:avLst/>
          </a:prstGeom>
          <a:noFill/>
        </p:spPr>
        <p:txBody>
          <a:bodyPr wrap="square" lIns="0" tIns="0" rIns="0" bIns="0" anchor="t"/>
          <a:lstStyle/>
          <a:p>
            <a:pPr algn="ctr">
              <a:lnSpc>
                <a:spcPct val="110000"/>
              </a:lnSpc>
              <a:spcAft>
                <a:spcPts val="0"/>
              </a:spcAft>
            </a:pPr>
            <a:r>
              <a:rPr sz="1000" b="1" i="0">
                <a:solidFill>
                  <a:srgbClr val="8B8599"/>
                </a:solidFill>
                <a:latin typeface="Montserrat"/>
                <a:ea typeface="Montserrat"/>
                <a:cs typeface="Montserrat"/>
              </a:rPr>
              <a:t>часть 3</a:t>
            </a:r>
          </a:p>
        </p:txBody>
      </p:sp>
      <p:sp>
        <p:nvSpPr>
          <p:cNvPr id="55" name="TextBox 54"/>
          <p:cNvSpPr txBox="1"/>
          <p:nvPr/>
        </p:nvSpPr>
        <p:spPr>
          <a:xfrm>
            <a:off x="9741753" y="2046514"/>
            <a:ext cx="896112" cy="228600"/>
          </a:xfrm>
          <a:prstGeom prst="rect">
            <a:avLst/>
          </a:prstGeom>
          <a:noFill/>
        </p:spPr>
        <p:txBody>
          <a:bodyPr wrap="square" lIns="0" tIns="0" rIns="0" bIns="0" anchor="t"/>
          <a:lstStyle/>
          <a:p>
            <a:pPr algn="ctr">
              <a:lnSpc>
                <a:spcPct val="110000"/>
              </a:lnSpc>
              <a:spcAft>
                <a:spcPts val="0"/>
              </a:spcAft>
            </a:pPr>
            <a:r>
              <a:rPr sz="1000" b="1" i="0">
                <a:solidFill>
                  <a:srgbClr val="8B8599"/>
                </a:solidFill>
                <a:latin typeface="Montserrat"/>
                <a:ea typeface="Montserrat"/>
                <a:cs typeface="Montserrat"/>
              </a:rPr>
              <a:t>часть 4</a:t>
            </a:r>
          </a:p>
        </p:txBody>
      </p:sp>
      <p:sp>
        <p:nvSpPr>
          <p:cNvPr id="56" name="TextBox 55"/>
          <p:cNvSpPr txBox="1"/>
          <p:nvPr/>
        </p:nvSpPr>
        <p:spPr>
          <a:xfrm>
            <a:off x="10711017" y="2046514"/>
            <a:ext cx="896112" cy="228600"/>
          </a:xfrm>
          <a:prstGeom prst="rect">
            <a:avLst/>
          </a:prstGeom>
          <a:noFill/>
        </p:spPr>
        <p:txBody>
          <a:bodyPr wrap="square" lIns="0" tIns="0" rIns="0" bIns="0" anchor="t"/>
          <a:lstStyle/>
          <a:p>
            <a:pPr algn="ctr">
              <a:lnSpc>
                <a:spcPct val="110000"/>
              </a:lnSpc>
              <a:spcAft>
                <a:spcPts val="0"/>
              </a:spcAft>
            </a:pPr>
            <a:r>
              <a:rPr sz="1000" b="1" i="0">
                <a:solidFill>
                  <a:srgbClr val="8B8599"/>
                </a:solidFill>
                <a:latin typeface="Montserrat"/>
                <a:ea typeface="Montserrat"/>
                <a:cs typeface="Montserrat"/>
              </a:rPr>
              <a:t>часть 5</a:t>
            </a:r>
          </a:p>
        </p:txBody>
      </p:sp>
      <p:sp>
        <p:nvSpPr>
          <p:cNvPr id="57" name="TextBox 56"/>
          <p:cNvSpPr txBox="1"/>
          <p:nvPr/>
        </p:nvSpPr>
        <p:spPr>
          <a:xfrm>
            <a:off x="6468201" y="2412274"/>
            <a:ext cx="320040" cy="228600"/>
          </a:xfrm>
          <a:prstGeom prst="rect">
            <a:avLst/>
          </a:prstGeom>
          <a:noFill/>
        </p:spPr>
        <p:txBody>
          <a:bodyPr wrap="square" lIns="0" tIns="0" rIns="0" bIns="0" anchor="t"/>
          <a:lstStyle/>
          <a:p>
            <a:pPr algn="l">
              <a:lnSpc>
                <a:spcPct val="110000"/>
              </a:lnSpc>
              <a:spcAft>
                <a:spcPts val="0"/>
              </a:spcAft>
            </a:pPr>
            <a:r>
              <a:rPr sz="1000" b="1" i="0">
                <a:solidFill>
                  <a:srgbClr val="8B8599"/>
                </a:solidFill>
                <a:latin typeface="Montserrat"/>
                <a:ea typeface="Montserrat"/>
                <a:cs typeface="Montserrat"/>
              </a:rPr>
              <a:t>#1</a:t>
            </a:r>
          </a:p>
        </p:txBody>
      </p:sp>
      <p:sp>
        <p:nvSpPr>
          <p:cNvPr id="58" name="Rounded Rectangle 908"/>
          <p:cNvSpPr/>
          <p:nvPr/>
        </p:nvSpPr>
        <p:spPr>
          <a:xfrm>
            <a:off x="6833961" y="2339122"/>
            <a:ext cx="896112" cy="338328"/>
          </a:xfrm>
          <a:prstGeom prst="roundRect">
            <a:avLst>
              <a:gd name="adj" fmla="val 2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1" i="0">
                <a:solidFill>
                  <a:srgbClr val="FFFFFF"/>
                </a:solidFill>
                <a:latin typeface="Montserrat"/>
                <a:ea typeface="Montserrat"/>
                <a:cs typeface="Montserrat"/>
              </a:rPr>
              <a:t>проверка</a:t>
            </a:r>
          </a:p>
        </p:txBody>
      </p:sp>
      <p:sp>
        <p:nvSpPr>
          <p:cNvPr id="59" name="Rounded Rectangle 909"/>
          <p:cNvSpPr/>
          <p:nvPr/>
        </p:nvSpPr>
        <p:spPr>
          <a:xfrm>
            <a:off x="7803225" y="2339122"/>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0" name="Rounded Rectangle 910"/>
          <p:cNvSpPr/>
          <p:nvPr/>
        </p:nvSpPr>
        <p:spPr>
          <a:xfrm>
            <a:off x="8772489" y="2339122"/>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1" name="Rounded Rectangle 911"/>
          <p:cNvSpPr/>
          <p:nvPr/>
        </p:nvSpPr>
        <p:spPr>
          <a:xfrm>
            <a:off x="9741753" y="2339122"/>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2" name="Rounded Rectangle 912"/>
          <p:cNvSpPr/>
          <p:nvPr/>
        </p:nvSpPr>
        <p:spPr>
          <a:xfrm>
            <a:off x="10711017" y="2339122"/>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3" name="TextBox 62"/>
          <p:cNvSpPr txBox="1"/>
          <p:nvPr/>
        </p:nvSpPr>
        <p:spPr>
          <a:xfrm>
            <a:off x="6468201" y="2832898"/>
            <a:ext cx="320040" cy="228600"/>
          </a:xfrm>
          <a:prstGeom prst="rect">
            <a:avLst/>
          </a:prstGeom>
          <a:noFill/>
        </p:spPr>
        <p:txBody>
          <a:bodyPr wrap="square" lIns="0" tIns="0" rIns="0" bIns="0" anchor="t"/>
          <a:lstStyle/>
          <a:p>
            <a:pPr algn="l">
              <a:lnSpc>
                <a:spcPct val="110000"/>
              </a:lnSpc>
              <a:spcAft>
                <a:spcPts val="0"/>
              </a:spcAft>
            </a:pPr>
            <a:r>
              <a:rPr sz="1000" b="1" i="0">
                <a:solidFill>
                  <a:srgbClr val="8B8599"/>
                </a:solidFill>
                <a:latin typeface="Montserrat"/>
                <a:ea typeface="Montserrat"/>
                <a:cs typeface="Montserrat"/>
              </a:rPr>
              <a:t>#2</a:t>
            </a:r>
          </a:p>
        </p:txBody>
      </p:sp>
      <p:sp>
        <p:nvSpPr>
          <p:cNvPr id="64" name="Rounded Rectangle 914"/>
          <p:cNvSpPr/>
          <p:nvPr/>
        </p:nvSpPr>
        <p:spPr>
          <a:xfrm>
            <a:off x="6833961" y="2759746"/>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5" name="Rounded Rectangle 915"/>
          <p:cNvSpPr/>
          <p:nvPr/>
        </p:nvSpPr>
        <p:spPr>
          <a:xfrm>
            <a:off x="7803225" y="2759746"/>
            <a:ext cx="896112" cy="338328"/>
          </a:xfrm>
          <a:prstGeom prst="roundRect">
            <a:avLst>
              <a:gd name="adj" fmla="val 2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1" i="0">
                <a:solidFill>
                  <a:srgbClr val="FFFFFF"/>
                </a:solidFill>
                <a:latin typeface="Montserrat"/>
                <a:ea typeface="Montserrat"/>
                <a:cs typeface="Montserrat"/>
              </a:rPr>
              <a:t>проверка</a:t>
            </a:r>
          </a:p>
        </p:txBody>
      </p:sp>
      <p:sp>
        <p:nvSpPr>
          <p:cNvPr id="66" name="Rounded Rectangle 916"/>
          <p:cNvSpPr/>
          <p:nvPr/>
        </p:nvSpPr>
        <p:spPr>
          <a:xfrm>
            <a:off x="8772489" y="2759746"/>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7" name="Rounded Rectangle 917"/>
          <p:cNvSpPr/>
          <p:nvPr/>
        </p:nvSpPr>
        <p:spPr>
          <a:xfrm>
            <a:off x="9741753" y="2759746"/>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8" name="Rounded Rectangle 918"/>
          <p:cNvSpPr/>
          <p:nvPr/>
        </p:nvSpPr>
        <p:spPr>
          <a:xfrm>
            <a:off x="10711017" y="2759746"/>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69" name="TextBox 68"/>
          <p:cNvSpPr txBox="1"/>
          <p:nvPr/>
        </p:nvSpPr>
        <p:spPr>
          <a:xfrm>
            <a:off x="6468201" y="3253522"/>
            <a:ext cx="320040" cy="228600"/>
          </a:xfrm>
          <a:prstGeom prst="rect">
            <a:avLst/>
          </a:prstGeom>
          <a:noFill/>
        </p:spPr>
        <p:txBody>
          <a:bodyPr wrap="square" lIns="0" tIns="0" rIns="0" bIns="0" anchor="t"/>
          <a:lstStyle/>
          <a:p>
            <a:pPr algn="l">
              <a:lnSpc>
                <a:spcPct val="110000"/>
              </a:lnSpc>
              <a:spcAft>
                <a:spcPts val="0"/>
              </a:spcAft>
            </a:pPr>
            <a:r>
              <a:rPr sz="1000" b="1" i="0">
                <a:solidFill>
                  <a:srgbClr val="8B8599"/>
                </a:solidFill>
                <a:latin typeface="Montserrat"/>
                <a:ea typeface="Montserrat"/>
                <a:cs typeface="Montserrat"/>
              </a:rPr>
              <a:t>#3</a:t>
            </a:r>
          </a:p>
        </p:txBody>
      </p:sp>
      <p:sp>
        <p:nvSpPr>
          <p:cNvPr id="70" name="Rounded Rectangle 920"/>
          <p:cNvSpPr/>
          <p:nvPr/>
        </p:nvSpPr>
        <p:spPr>
          <a:xfrm>
            <a:off x="6833961" y="3180370"/>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1" name="Rounded Rectangle 921"/>
          <p:cNvSpPr/>
          <p:nvPr/>
        </p:nvSpPr>
        <p:spPr>
          <a:xfrm>
            <a:off x="7803225" y="3180370"/>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2" name="Rounded Rectangle 922"/>
          <p:cNvSpPr/>
          <p:nvPr/>
        </p:nvSpPr>
        <p:spPr>
          <a:xfrm>
            <a:off x="8772489" y="3180370"/>
            <a:ext cx="896112" cy="338328"/>
          </a:xfrm>
          <a:prstGeom prst="roundRect">
            <a:avLst>
              <a:gd name="adj" fmla="val 2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1" i="0">
                <a:solidFill>
                  <a:srgbClr val="FFFFFF"/>
                </a:solidFill>
                <a:latin typeface="Montserrat"/>
                <a:ea typeface="Montserrat"/>
                <a:cs typeface="Montserrat"/>
              </a:rPr>
              <a:t>проверка</a:t>
            </a:r>
          </a:p>
        </p:txBody>
      </p:sp>
      <p:sp>
        <p:nvSpPr>
          <p:cNvPr id="73" name="Rounded Rectangle 923"/>
          <p:cNvSpPr/>
          <p:nvPr/>
        </p:nvSpPr>
        <p:spPr>
          <a:xfrm>
            <a:off x="9741753" y="3180370"/>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4" name="Rounded Rectangle 924"/>
          <p:cNvSpPr/>
          <p:nvPr/>
        </p:nvSpPr>
        <p:spPr>
          <a:xfrm>
            <a:off x="10711017" y="3180370"/>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5" name="TextBox 74"/>
          <p:cNvSpPr txBox="1"/>
          <p:nvPr/>
        </p:nvSpPr>
        <p:spPr>
          <a:xfrm>
            <a:off x="6468201" y="3674146"/>
            <a:ext cx="320040" cy="228600"/>
          </a:xfrm>
          <a:prstGeom prst="rect">
            <a:avLst/>
          </a:prstGeom>
          <a:noFill/>
        </p:spPr>
        <p:txBody>
          <a:bodyPr wrap="square" lIns="0" tIns="0" rIns="0" bIns="0" anchor="t"/>
          <a:lstStyle/>
          <a:p>
            <a:pPr algn="l">
              <a:lnSpc>
                <a:spcPct val="110000"/>
              </a:lnSpc>
              <a:spcAft>
                <a:spcPts val="0"/>
              </a:spcAft>
            </a:pPr>
            <a:r>
              <a:rPr sz="1000" b="1" i="0">
                <a:solidFill>
                  <a:srgbClr val="8B8599"/>
                </a:solidFill>
                <a:latin typeface="Montserrat"/>
                <a:ea typeface="Montserrat"/>
                <a:cs typeface="Montserrat"/>
              </a:rPr>
              <a:t>#4</a:t>
            </a:r>
          </a:p>
        </p:txBody>
      </p:sp>
      <p:sp>
        <p:nvSpPr>
          <p:cNvPr id="76" name="Rounded Rectangle 926"/>
          <p:cNvSpPr/>
          <p:nvPr/>
        </p:nvSpPr>
        <p:spPr>
          <a:xfrm>
            <a:off x="6833961" y="3600994"/>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7" name="Rounded Rectangle 927"/>
          <p:cNvSpPr/>
          <p:nvPr/>
        </p:nvSpPr>
        <p:spPr>
          <a:xfrm>
            <a:off x="7803225" y="3600994"/>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8" name="Rounded Rectangle 928"/>
          <p:cNvSpPr/>
          <p:nvPr/>
        </p:nvSpPr>
        <p:spPr>
          <a:xfrm>
            <a:off x="8772489" y="3600994"/>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79" name="Rounded Rectangle 929"/>
          <p:cNvSpPr/>
          <p:nvPr/>
        </p:nvSpPr>
        <p:spPr>
          <a:xfrm>
            <a:off x="9741753" y="3600994"/>
            <a:ext cx="896112" cy="338328"/>
          </a:xfrm>
          <a:prstGeom prst="roundRect">
            <a:avLst>
              <a:gd name="adj" fmla="val 2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1" i="0">
                <a:solidFill>
                  <a:srgbClr val="FFFFFF"/>
                </a:solidFill>
                <a:latin typeface="Montserrat"/>
                <a:ea typeface="Montserrat"/>
                <a:cs typeface="Montserrat"/>
              </a:rPr>
              <a:t>проверка</a:t>
            </a:r>
          </a:p>
        </p:txBody>
      </p:sp>
      <p:sp>
        <p:nvSpPr>
          <p:cNvPr id="80" name="Rounded Rectangle 930"/>
          <p:cNvSpPr/>
          <p:nvPr/>
        </p:nvSpPr>
        <p:spPr>
          <a:xfrm>
            <a:off x="10711017" y="3600994"/>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81" name="TextBox 80"/>
          <p:cNvSpPr txBox="1"/>
          <p:nvPr/>
        </p:nvSpPr>
        <p:spPr>
          <a:xfrm>
            <a:off x="6468201" y="4094770"/>
            <a:ext cx="320040" cy="228600"/>
          </a:xfrm>
          <a:prstGeom prst="rect">
            <a:avLst/>
          </a:prstGeom>
          <a:noFill/>
        </p:spPr>
        <p:txBody>
          <a:bodyPr wrap="square" lIns="0" tIns="0" rIns="0" bIns="0" anchor="t"/>
          <a:lstStyle/>
          <a:p>
            <a:pPr algn="l">
              <a:lnSpc>
                <a:spcPct val="110000"/>
              </a:lnSpc>
              <a:spcAft>
                <a:spcPts val="0"/>
              </a:spcAft>
            </a:pPr>
            <a:r>
              <a:rPr sz="1000" b="1" i="0">
                <a:solidFill>
                  <a:srgbClr val="8B8599"/>
                </a:solidFill>
                <a:latin typeface="Montserrat"/>
                <a:ea typeface="Montserrat"/>
                <a:cs typeface="Montserrat"/>
              </a:rPr>
              <a:t>#5</a:t>
            </a:r>
          </a:p>
        </p:txBody>
      </p:sp>
      <p:sp>
        <p:nvSpPr>
          <p:cNvPr id="82" name="Rounded Rectangle 932"/>
          <p:cNvSpPr/>
          <p:nvPr/>
        </p:nvSpPr>
        <p:spPr>
          <a:xfrm>
            <a:off x="6833961" y="4021618"/>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83" name="Rounded Rectangle 933"/>
          <p:cNvSpPr/>
          <p:nvPr/>
        </p:nvSpPr>
        <p:spPr>
          <a:xfrm>
            <a:off x="7803225" y="4021618"/>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84" name="Rounded Rectangle 934"/>
          <p:cNvSpPr/>
          <p:nvPr/>
        </p:nvSpPr>
        <p:spPr>
          <a:xfrm>
            <a:off x="8772489" y="4021618"/>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85" name="Rounded Rectangle 935"/>
          <p:cNvSpPr/>
          <p:nvPr/>
        </p:nvSpPr>
        <p:spPr>
          <a:xfrm>
            <a:off x="9741753" y="4021618"/>
            <a:ext cx="896112" cy="338328"/>
          </a:xfrm>
          <a:prstGeom prst="roundRect">
            <a:avLst>
              <a:gd name="adj" fmla="val 20000"/>
            </a:avLst>
          </a:prstGeom>
          <a:solidFill>
            <a:srgbClr val="DCCEE4"/>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0" i="0">
                <a:solidFill>
                  <a:srgbClr val="520977"/>
                </a:solidFill>
                <a:latin typeface="Montserrat"/>
                <a:ea typeface="Montserrat"/>
                <a:cs typeface="Montserrat"/>
              </a:rPr>
              <a:t>обучение</a:t>
            </a:r>
          </a:p>
        </p:txBody>
      </p:sp>
      <p:sp>
        <p:nvSpPr>
          <p:cNvPr id="86" name="Rounded Rectangle 936"/>
          <p:cNvSpPr/>
          <p:nvPr/>
        </p:nvSpPr>
        <p:spPr>
          <a:xfrm>
            <a:off x="10711017" y="4021618"/>
            <a:ext cx="896112" cy="338328"/>
          </a:xfrm>
          <a:prstGeom prst="roundRect">
            <a:avLst>
              <a:gd name="adj" fmla="val 200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000" b="1" i="0">
                <a:solidFill>
                  <a:srgbClr val="FFFFFF"/>
                </a:solidFill>
                <a:latin typeface="Montserrat"/>
                <a:ea typeface="Montserrat"/>
                <a:cs typeface="Montserrat"/>
              </a:rPr>
              <a:t>проверка</a:t>
            </a:r>
          </a:p>
        </p:txBody>
      </p:sp>
      <p:sp>
        <p:nvSpPr>
          <p:cNvPr id="87" name="TextBox 86"/>
          <p:cNvSpPr txBox="1"/>
          <p:nvPr/>
        </p:nvSpPr>
        <p:spPr>
          <a:xfrm>
            <a:off x="6494326" y="4667794"/>
            <a:ext cx="5303520" cy="1554480"/>
          </a:xfrm>
          <a:prstGeom prst="rect">
            <a:avLst/>
          </a:prstGeom>
          <a:noFill/>
        </p:spPr>
        <p:txBody>
          <a:bodyPr wrap="square" lIns="0" tIns="0" rIns="0" bIns="0" anchor="t"/>
          <a:lstStyle/>
          <a:p>
            <a:pPr algn="l">
              <a:lnSpc>
                <a:spcPct val="112000"/>
              </a:lnSpc>
              <a:spcAft>
                <a:spcPts val="0"/>
              </a:spcAft>
            </a:pPr>
            <a:r>
              <a:rPr sz="1100" b="0" i="0" dirty="0">
                <a:solidFill>
                  <a:srgbClr val="4A4458"/>
                </a:solidFill>
                <a:latin typeface="Montserrat"/>
                <a:ea typeface="Montserrat"/>
                <a:cs typeface="Montserrat"/>
              </a:rPr>
              <a:t>Пять частей OOF: каждый снимок проверяет модель, обученная на остальных четырёх. Снимки одного исследования остаются вместе. Метрики качества рассчитаны на 249 снимках; причины исключения ещё трёх нужно уточнить.</a:t>
            </a:r>
          </a:p>
        </p:txBody>
      </p:sp>
      <p:sp>
        <p:nvSpPr>
          <p:cNvPr id="88" name="Rounded Rectangle 1"/>
          <p:cNvSpPr/>
          <p:nvPr/>
        </p:nvSpPr>
        <p:spPr>
          <a:xfrm>
            <a:off x="354783" y="323537"/>
            <a:ext cx="4622292" cy="620919"/>
          </a:xfrm>
          <a:prstGeom prst="roundRect">
            <a:avLst>
              <a:gd name="adj" fmla="val 187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lang="ru-RU" sz="2000" b="1" i="0" dirty="0" smtClean="0">
                <a:solidFill>
                  <a:srgbClr val="FFFFFF"/>
                </a:solidFill>
                <a:latin typeface="Montserrat"/>
                <a:ea typeface="Montserrat"/>
                <a:cs typeface="Montserrat"/>
              </a:rPr>
              <a:t>Верификация решения</a:t>
            </a:r>
            <a:endParaRPr sz="2000" b="1" i="0" dirty="0">
              <a:solidFill>
                <a:srgbClr val="FFFFFF"/>
              </a:solidFill>
              <a:latin typeface="Montserrat"/>
              <a:ea typeface="Montserrat"/>
              <a:cs typeface="Montserra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Rounded Rectangle 1"/>
          <p:cNvSpPr/>
          <p:nvPr/>
        </p:nvSpPr>
        <p:spPr>
          <a:xfrm>
            <a:off x="346075" y="324562"/>
            <a:ext cx="3685031" cy="620919"/>
          </a:xfrm>
          <a:prstGeom prst="roundRect">
            <a:avLst>
              <a:gd name="adj" fmla="val 18700"/>
            </a:avLst>
          </a:prstGeom>
          <a:solidFill>
            <a:srgbClr val="520977"/>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МЕТРИКИ КАЧЕСТВА</a:t>
            </a:r>
          </a:p>
        </p:txBody>
      </p:sp>
      <p:sp>
        <p:nvSpPr>
          <p:cNvPr id="3" name="TextBox 2"/>
          <p:cNvSpPr txBox="1"/>
          <p:nvPr/>
        </p:nvSpPr>
        <p:spPr>
          <a:xfrm>
            <a:off x="346075" y="1097280"/>
            <a:ext cx="11338560" cy="822960"/>
          </a:xfrm>
          <a:prstGeom prst="rect">
            <a:avLst/>
          </a:prstGeom>
          <a:noFill/>
        </p:spPr>
        <p:txBody>
          <a:bodyPr wrap="square" lIns="0" tIns="0" rIns="0" bIns="0" anchor="t"/>
          <a:lstStyle/>
          <a:p>
            <a:r>
              <a:rPr>
                <a:latin typeface="Montserrat"/>
              </a:rPr>
              <a:t>Метрики 100 исследований · интервалы по сводным числам</a:t>
            </a:r>
          </a:p>
        </p:txBody>
      </p:sp>
      <p:sp>
        <p:nvSpPr>
          <p:cNvPr id="902" name="Номер слайда"/>
          <p:cNvSpPr>
            <a:spLocks noGrp="1"/>
          </p:cNvSpPr>
          <p:nvPr>
            <p:ph type="sldNum" sz="quarter" idx="4"/>
          </p:nvPr>
        </p:nvSpPr>
        <p:spPr>
          <a:xfrm>
            <a:off x="11064240" y="6355080"/>
            <a:ext cx="868680" cy="365760"/>
          </a:xfrm>
        </p:spPr>
        <p:txBody>
          <a:bodyPr/>
          <a:lstStyle/>
          <a:p>
            <a:r>
              <a:rPr/>
              <a:t>6</a:t>
            </a:r>
          </a:p>
        </p:txBody>
      </p:sp>
      <p:sp>
        <p:nvSpPr>
          <p:cNvPr id="903" name="TextBox 902"/>
          <p:cNvSpPr txBox="1"/>
          <p:nvPr/>
        </p:nvSpPr>
        <p:spPr>
          <a:xfrm>
            <a:off x="346075"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КРИТЕРИЙ</a:t>
            </a:r>
          </a:p>
        </p:txBody>
      </p:sp>
      <p:sp>
        <p:nvSpPr>
          <p:cNvPr id="904" name="TextBox 903"/>
          <p:cNvSpPr txBox="1"/>
          <p:nvPr/>
        </p:nvSpPr>
        <p:spPr>
          <a:xfrm>
            <a:off x="269748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НАР./ВСЕГО</a:t>
            </a:r>
          </a:p>
        </p:txBody>
      </p:sp>
      <p:sp>
        <p:nvSpPr>
          <p:cNvPr id="905" name="TextBox 904"/>
          <p:cNvSpPr txBox="1"/>
          <p:nvPr/>
        </p:nvSpPr>
        <p:spPr>
          <a:xfrm>
            <a:off x="361188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НАЙДЕНО</a:t>
            </a:r>
          </a:p>
        </p:txBody>
      </p:sp>
      <p:sp>
        <p:nvSpPr>
          <p:cNvPr id="906" name="TextBox 905"/>
          <p:cNvSpPr txBox="1"/>
          <p:nvPr/>
        </p:nvSpPr>
        <p:spPr>
          <a:xfrm>
            <a:off x="434340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БЕЗ ЛОЖНЫХ</a:t>
            </a:r>
          </a:p>
        </p:txBody>
      </p:sp>
      <p:sp>
        <p:nvSpPr>
          <p:cNvPr id="907" name="TextBox 906"/>
          <p:cNvSpPr txBox="1"/>
          <p:nvPr/>
        </p:nvSpPr>
        <p:spPr>
          <a:xfrm>
            <a:off x="534924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F1, 95% ИНТЕРВАЛ</a:t>
            </a:r>
          </a:p>
        </p:txBody>
      </p:sp>
      <p:sp>
        <p:nvSpPr>
          <p:cNvPr id="908" name="TextBox 907"/>
          <p:cNvSpPr txBox="1"/>
          <p:nvPr/>
        </p:nvSpPr>
        <p:spPr>
          <a:xfrm>
            <a:off x="768096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F1</a:t>
            </a:r>
          </a:p>
        </p:txBody>
      </p:sp>
      <p:sp>
        <p:nvSpPr>
          <p:cNvPr id="909" name="TextBox 908"/>
          <p:cNvSpPr txBox="1"/>
          <p:nvPr/>
        </p:nvSpPr>
        <p:spPr>
          <a:xfrm>
            <a:off x="854964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ROC-AUC, 95% ИНТЕРВАЛ (0.4–1)</a:t>
            </a:r>
          </a:p>
        </p:txBody>
      </p:sp>
      <p:sp>
        <p:nvSpPr>
          <p:cNvPr id="910" name="TextBox 909"/>
          <p:cNvSpPr txBox="1"/>
          <p:nvPr/>
        </p:nvSpPr>
        <p:spPr>
          <a:xfrm>
            <a:off x="11018520" y="1737360"/>
            <a:ext cx="2377440" cy="228600"/>
          </a:xfrm>
          <a:prstGeom prst="rect">
            <a:avLst/>
          </a:prstGeom>
          <a:noFill/>
        </p:spPr>
        <p:txBody>
          <a:bodyPr wrap="square" lIns="0" tIns="0" rIns="0" bIns="0" anchor="t"/>
          <a:lstStyle/>
          <a:p>
            <a:pPr algn="l">
              <a:lnSpc>
                <a:spcPct val="110000"/>
              </a:lnSpc>
              <a:spcAft>
                <a:spcPts val="0"/>
              </a:spcAft>
            </a:pPr>
            <a:r>
              <a:rPr sz="900" b="1" i="0">
                <a:solidFill>
                  <a:srgbClr val="520977"/>
                </a:solidFill>
                <a:latin typeface="Montserrat"/>
                <a:ea typeface="Montserrat"/>
                <a:cs typeface="Montserrat"/>
              </a:rPr>
              <a:t>AUC</a:t>
            </a:r>
          </a:p>
        </p:txBody>
      </p:sp>
      <p:cxnSp>
        <p:nvCxnSpPr>
          <p:cNvPr id="911" name="Connector 910"/>
          <p:cNvCxnSpPr/>
          <p:nvPr/>
        </p:nvCxnSpPr>
        <p:spPr>
          <a:xfrm>
            <a:off x="346075" y="2011680"/>
            <a:ext cx="11479860" cy="0"/>
          </a:xfrm>
          <a:prstGeom prst="line">
            <a:avLst/>
          </a:prstGeom>
          <a:ln w="19050">
            <a:solidFill>
              <a:srgbClr val="520977"/>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346075" y="21854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Укладка</a:t>
            </a:r>
          </a:p>
        </p:txBody>
      </p:sp>
      <p:sp>
        <p:nvSpPr>
          <p:cNvPr id="913" name="TextBox 912"/>
          <p:cNvSpPr txBox="1"/>
          <p:nvPr/>
        </p:nvSpPr>
        <p:spPr>
          <a:xfrm>
            <a:off x="2697480" y="21854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6/99</a:t>
            </a:r>
          </a:p>
        </p:txBody>
      </p:sp>
      <p:sp>
        <p:nvSpPr>
          <p:cNvPr id="914" name="TextBox 913"/>
          <p:cNvSpPr txBox="1"/>
          <p:nvPr/>
        </p:nvSpPr>
        <p:spPr>
          <a:xfrm>
            <a:off x="3611880" y="21854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0.83</a:t>
            </a:r>
          </a:p>
        </p:txBody>
      </p:sp>
      <p:sp>
        <p:nvSpPr>
          <p:cNvPr id="915" name="TextBox 914"/>
          <p:cNvSpPr txBox="1"/>
          <p:nvPr/>
        </p:nvSpPr>
        <p:spPr>
          <a:xfrm>
            <a:off x="4343400" y="21854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1.00</a:t>
            </a:r>
          </a:p>
        </p:txBody>
      </p:sp>
      <p:cxnSp>
        <p:nvCxnSpPr>
          <p:cNvPr id="916" name="Connector 915"/>
          <p:cNvCxnSpPr/>
          <p:nvPr/>
        </p:nvCxnSpPr>
        <p:spPr>
          <a:xfrm>
            <a:off x="5349240" y="23957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17" name="Connector 916"/>
          <p:cNvCxnSpPr/>
          <p:nvPr/>
        </p:nvCxnSpPr>
        <p:spPr>
          <a:xfrm>
            <a:off x="53492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a:off x="59207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19" name="Connector 918"/>
          <p:cNvCxnSpPr/>
          <p:nvPr/>
        </p:nvCxnSpPr>
        <p:spPr>
          <a:xfrm>
            <a:off x="64922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0" name="Connector 919"/>
          <p:cNvCxnSpPr/>
          <p:nvPr/>
        </p:nvCxnSpPr>
        <p:spPr>
          <a:xfrm>
            <a:off x="70637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1" name="Connector 920"/>
          <p:cNvCxnSpPr/>
          <p:nvPr/>
        </p:nvCxnSpPr>
        <p:spPr>
          <a:xfrm>
            <a:off x="76352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2" name="Connector 921"/>
          <p:cNvCxnSpPr/>
          <p:nvPr/>
        </p:nvCxnSpPr>
        <p:spPr>
          <a:xfrm>
            <a:off x="6720840" y="2395728"/>
            <a:ext cx="914400"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923" name="Oval 922"/>
          <p:cNvSpPr/>
          <p:nvPr/>
        </p:nvSpPr>
        <p:spPr>
          <a:xfrm>
            <a:off x="7370064" y="23362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4" name="TextBox 923"/>
          <p:cNvSpPr txBox="1"/>
          <p:nvPr/>
        </p:nvSpPr>
        <p:spPr>
          <a:xfrm>
            <a:off x="7680960" y="22860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0.91</a:t>
            </a:r>
          </a:p>
        </p:txBody>
      </p:sp>
      <p:cxnSp>
        <p:nvCxnSpPr>
          <p:cNvPr id="925" name="Connector 924"/>
          <p:cNvCxnSpPr/>
          <p:nvPr/>
        </p:nvCxnSpPr>
        <p:spPr>
          <a:xfrm>
            <a:off x="8549640" y="23957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6" name="Connector 925"/>
          <p:cNvCxnSpPr/>
          <p:nvPr/>
        </p:nvCxnSpPr>
        <p:spPr>
          <a:xfrm>
            <a:off x="85496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7" name="Connector 926"/>
          <p:cNvCxnSpPr/>
          <p:nvPr/>
        </p:nvCxnSpPr>
        <p:spPr>
          <a:xfrm>
            <a:off x="91211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9692639"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102641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10835640" y="2359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351448" y="2395728"/>
            <a:ext cx="1484191"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932" name="Oval 931"/>
          <p:cNvSpPr/>
          <p:nvPr/>
        </p:nvSpPr>
        <p:spPr>
          <a:xfrm>
            <a:off x="10090404" y="23362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3" name="TextBox 932"/>
          <p:cNvSpPr txBox="1"/>
          <p:nvPr/>
        </p:nvSpPr>
        <p:spPr>
          <a:xfrm>
            <a:off x="11018520" y="22860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0.82</a:t>
            </a:r>
          </a:p>
        </p:txBody>
      </p:sp>
      <p:cxnSp>
        <p:nvCxnSpPr>
          <p:cNvPr id="934" name="Connector 933"/>
          <p:cNvCxnSpPr/>
          <p:nvPr/>
        </p:nvCxnSpPr>
        <p:spPr>
          <a:xfrm>
            <a:off x="346075" y="25237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935" name="TextBox 934"/>
          <p:cNvSpPr txBox="1"/>
          <p:nvPr/>
        </p:nvSpPr>
        <p:spPr>
          <a:xfrm>
            <a:off x="346075" y="26426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Наклон оси</a:t>
            </a:r>
          </a:p>
        </p:txBody>
      </p:sp>
      <p:sp>
        <p:nvSpPr>
          <p:cNvPr id="936" name="TextBox 935"/>
          <p:cNvSpPr txBox="1"/>
          <p:nvPr/>
        </p:nvSpPr>
        <p:spPr>
          <a:xfrm>
            <a:off x="2697480" y="26426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10/99</a:t>
            </a:r>
          </a:p>
        </p:txBody>
      </p:sp>
      <p:sp>
        <p:nvSpPr>
          <p:cNvPr id="937" name="TextBox 936"/>
          <p:cNvSpPr txBox="1"/>
          <p:nvPr/>
        </p:nvSpPr>
        <p:spPr>
          <a:xfrm>
            <a:off x="3611880" y="26426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0.70</a:t>
            </a:r>
          </a:p>
        </p:txBody>
      </p:sp>
      <p:sp>
        <p:nvSpPr>
          <p:cNvPr id="938" name="TextBox 937"/>
          <p:cNvSpPr txBox="1"/>
          <p:nvPr/>
        </p:nvSpPr>
        <p:spPr>
          <a:xfrm>
            <a:off x="4343400" y="26426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0.94</a:t>
            </a:r>
          </a:p>
        </p:txBody>
      </p:sp>
      <p:cxnSp>
        <p:nvCxnSpPr>
          <p:cNvPr id="939" name="Connector 938"/>
          <p:cNvCxnSpPr/>
          <p:nvPr/>
        </p:nvCxnSpPr>
        <p:spPr>
          <a:xfrm>
            <a:off x="5349240" y="28529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0" name="Connector 939"/>
          <p:cNvCxnSpPr/>
          <p:nvPr/>
        </p:nvCxnSpPr>
        <p:spPr>
          <a:xfrm>
            <a:off x="5349240" y="2816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1" name="Connector 940"/>
          <p:cNvCxnSpPr/>
          <p:nvPr/>
        </p:nvCxnSpPr>
        <p:spPr>
          <a:xfrm>
            <a:off x="5920740" y="2816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2" name="Connector 941"/>
          <p:cNvCxnSpPr/>
          <p:nvPr/>
        </p:nvCxnSpPr>
        <p:spPr>
          <a:xfrm>
            <a:off x="6492240" y="2816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3" name="Connector 942"/>
          <p:cNvCxnSpPr/>
          <p:nvPr/>
        </p:nvCxnSpPr>
        <p:spPr>
          <a:xfrm>
            <a:off x="7063740" y="2816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4" name="Connector 943"/>
          <p:cNvCxnSpPr/>
          <p:nvPr/>
        </p:nvCxnSpPr>
        <p:spPr>
          <a:xfrm>
            <a:off x="7635240" y="2816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5" name="Connector 944"/>
          <p:cNvCxnSpPr/>
          <p:nvPr/>
        </p:nvCxnSpPr>
        <p:spPr>
          <a:xfrm>
            <a:off x="6111239" y="2852928"/>
            <a:ext cx="1163052"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946" name="Oval 945"/>
          <p:cNvSpPr/>
          <p:nvPr/>
        </p:nvSpPr>
        <p:spPr>
          <a:xfrm>
            <a:off x="6752844" y="27934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7" name="TextBox 946"/>
          <p:cNvSpPr txBox="1"/>
          <p:nvPr/>
        </p:nvSpPr>
        <p:spPr>
          <a:xfrm>
            <a:off x="7680960" y="27432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0.64</a:t>
            </a:r>
          </a:p>
        </p:txBody>
      </p:sp>
      <p:cxnSp>
        <p:nvCxnSpPr>
          <p:cNvPr id="948" name="Connector 947"/>
          <p:cNvCxnSpPr/>
          <p:nvPr/>
        </p:nvCxnSpPr>
        <p:spPr>
          <a:xfrm>
            <a:off x="8549640" y="28529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49" name="Connector 948"/>
          <p:cNvCxnSpPr/>
          <p:nvPr/>
        </p:nvCxnSpPr>
        <p:spPr>
          <a:xfrm>
            <a:off x="8549640" y="2816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50" name="Connector 949"/>
          <p:cNvCxnSpPr/>
          <p:nvPr/>
        </p:nvCxnSpPr>
        <p:spPr>
          <a:xfrm>
            <a:off x="9121140" y="2816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51" name="Connector 950"/>
          <p:cNvCxnSpPr/>
          <p:nvPr/>
        </p:nvCxnSpPr>
        <p:spPr>
          <a:xfrm>
            <a:off x="9692639" y="2816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52" name="Connector 951"/>
          <p:cNvCxnSpPr/>
          <p:nvPr/>
        </p:nvCxnSpPr>
        <p:spPr>
          <a:xfrm>
            <a:off x="10264140" y="2816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53" name="Connector 952"/>
          <p:cNvCxnSpPr/>
          <p:nvPr/>
        </p:nvCxnSpPr>
        <p:spPr>
          <a:xfrm>
            <a:off x="10835640" y="2816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54" name="Connector 953"/>
          <p:cNvCxnSpPr/>
          <p:nvPr/>
        </p:nvCxnSpPr>
        <p:spPr>
          <a:xfrm>
            <a:off x="9526444" y="2852928"/>
            <a:ext cx="1246790"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955" name="Oval 954"/>
          <p:cNvSpPr/>
          <p:nvPr/>
        </p:nvSpPr>
        <p:spPr>
          <a:xfrm>
            <a:off x="10090404" y="27934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6" name="TextBox 955"/>
          <p:cNvSpPr txBox="1"/>
          <p:nvPr/>
        </p:nvSpPr>
        <p:spPr>
          <a:xfrm>
            <a:off x="11018520" y="27432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0.82</a:t>
            </a:r>
          </a:p>
        </p:txBody>
      </p:sp>
      <p:cxnSp>
        <p:nvCxnSpPr>
          <p:cNvPr id="957" name="Connector 956"/>
          <p:cNvCxnSpPr/>
          <p:nvPr/>
        </p:nvCxnSpPr>
        <p:spPr>
          <a:xfrm>
            <a:off x="346075" y="29809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958" name="TextBox 957"/>
          <p:cNvSpPr txBox="1"/>
          <p:nvPr/>
        </p:nvSpPr>
        <p:spPr>
          <a:xfrm>
            <a:off x="346075" y="30998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Посторонние предметы</a:t>
            </a:r>
          </a:p>
        </p:txBody>
      </p:sp>
      <p:sp>
        <p:nvSpPr>
          <p:cNvPr id="959" name="TextBox 958"/>
          <p:cNvSpPr txBox="1"/>
          <p:nvPr/>
        </p:nvSpPr>
        <p:spPr>
          <a:xfrm>
            <a:off x="2697480" y="30998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17/99</a:t>
            </a:r>
          </a:p>
        </p:txBody>
      </p:sp>
      <p:sp>
        <p:nvSpPr>
          <p:cNvPr id="960" name="TextBox 959"/>
          <p:cNvSpPr txBox="1"/>
          <p:nvPr/>
        </p:nvSpPr>
        <p:spPr>
          <a:xfrm>
            <a:off x="3611880" y="30998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0.59</a:t>
            </a:r>
          </a:p>
        </p:txBody>
      </p:sp>
      <p:sp>
        <p:nvSpPr>
          <p:cNvPr id="961" name="TextBox 960"/>
          <p:cNvSpPr txBox="1"/>
          <p:nvPr/>
        </p:nvSpPr>
        <p:spPr>
          <a:xfrm>
            <a:off x="4343400" y="30998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0.95</a:t>
            </a:r>
          </a:p>
        </p:txBody>
      </p:sp>
      <p:cxnSp>
        <p:nvCxnSpPr>
          <p:cNvPr id="962" name="Connector 961"/>
          <p:cNvCxnSpPr/>
          <p:nvPr/>
        </p:nvCxnSpPr>
        <p:spPr>
          <a:xfrm>
            <a:off x="5349240" y="31181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63" name="Connector 962"/>
          <p:cNvCxnSpPr/>
          <p:nvPr/>
        </p:nvCxnSpPr>
        <p:spPr>
          <a:xfrm>
            <a:off x="53492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64" name="Connector 963"/>
          <p:cNvCxnSpPr/>
          <p:nvPr/>
        </p:nvCxnSpPr>
        <p:spPr>
          <a:xfrm>
            <a:off x="59207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65" name="Connector 964"/>
          <p:cNvCxnSpPr/>
          <p:nvPr/>
        </p:nvCxnSpPr>
        <p:spPr>
          <a:xfrm>
            <a:off x="64922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66" name="Connector 965"/>
          <p:cNvCxnSpPr/>
          <p:nvPr/>
        </p:nvCxnSpPr>
        <p:spPr>
          <a:xfrm>
            <a:off x="70637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67" name="Connector 966"/>
          <p:cNvCxnSpPr/>
          <p:nvPr/>
        </p:nvCxnSpPr>
        <p:spPr>
          <a:xfrm>
            <a:off x="76352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68" name="Connector 967"/>
          <p:cNvCxnSpPr/>
          <p:nvPr/>
        </p:nvCxnSpPr>
        <p:spPr>
          <a:xfrm>
            <a:off x="6144370" y="3118104"/>
            <a:ext cx="974676"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969" name="Oval 968"/>
          <p:cNvSpPr/>
          <p:nvPr/>
        </p:nvSpPr>
        <p:spPr>
          <a:xfrm>
            <a:off x="6626302" y="30678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70" name="Connector 969"/>
          <p:cNvCxnSpPr/>
          <p:nvPr/>
        </p:nvCxnSpPr>
        <p:spPr>
          <a:xfrm>
            <a:off x="5349240" y="33101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71" name="Connector 970"/>
          <p:cNvCxnSpPr/>
          <p:nvPr/>
        </p:nvCxnSpPr>
        <p:spPr>
          <a:xfrm>
            <a:off x="53492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72" name="Connector 971"/>
          <p:cNvCxnSpPr/>
          <p:nvPr/>
        </p:nvCxnSpPr>
        <p:spPr>
          <a:xfrm>
            <a:off x="59207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73" name="Connector 972"/>
          <p:cNvCxnSpPr/>
          <p:nvPr/>
        </p:nvCxnSpPr>
        <p:spPr>
          <a:xfrm>
            <a:off x="64922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74" name="Connector 973"/>
          <p:cNvCxnSpPr/>
          <p:nvPr/>
        </p:nvCxnSpPr>
        <p:spPr>
          <a:xfrm>
            <a:off x="70637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75" name="Connector 974"/>
          <p:cNvCxnSpPr/>
          <p:nvPr/>
        </p:nvCxnSpPr>
        <p:spPr>
          <a:xfrm>
            <a:off x="76352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76" name="Connector 975"/>
          <p:cNvCxnSpPr/>
          <p:nvPr/>
        </p:nvCxnSpPr>
        <p:spPr>
          <a:xfrm>
            <a:off x="6295171" y="3310128"/>
            <a:ext cx="929761"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977" name="Oval 976"/>
          <p:cNvSpPr/>
          <p:nvPr/>
        </p:nvSpPr>
        <p:spPr>
          <a:xfrm>
            <a:off x="6775704" y="32506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8" name="TextBox 977"/>
          <p:cNvSpPr txBox="1"/>
          <p:nvPr/>
        </p:nvSpPr>
        <p:spPr>
          <a:xfrm>
            <a:off x="7680960" y="30175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0.58</a:t>
            </a:r>
          </a:p>
        </p:txBody>
      </p:sp>
      <p:sp>
        <p:nvSpPr>
          <p:cNvPr id="979" name="TextBox 978"/>
          <p:cNvSpPr txBox="1"/>
          <p:nvPr/>
        </p:nvSpPr>
        <p:spPr>
          <a:xfrm>
            <a:off x="7680960" y="32004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0.65</a:t>
            </a:r>
          </a:p>
        </p:txBody>
      </p:sp>
      <p:cxnSp>
        <p:nvCxnSpPr>
          <p:cNvPr id="980" name="Connector 979"/>
          <p:cNvCxnSpPr/>
          <p:nvPr/>
        </p:nvCxnSpPr>
        <p:spPr>
          <a:xfrm>
            <a:off x="8549640" y="31181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1" name="Connector 980"/>
          <p:cNvCxnSpPr/>
          <p:nvPr/>
        </p:nvCxnSpPr>
        <p:spPr>
          <a:xfrm>
            <a:off x="85496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2" name="Connector 981"/>
          <p:cNvCxnSpPr/>
          <p:nvPr/>
        </p:nvCxnSpPr>
        <p:spPr>
          <a:xfrm>
            <a:off x="91211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3" name="Connector 982"/>
          <p:cNvCxnSpPr/>
          <p:nvPr/>
        </p:nvCxnSpPr>
        <p:spPr>
          <a:xfrm>
            <a:off x="9692639"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4" name="Connector 983"/>
          <p:cNvCxnSpPr/>
          <p:nvPr/>
        </p:nvCxnSpPr>
        <p:spPr>
          <a:xfrm>
            <a:off x="102641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5" name="Connector 984"/>
          <p:cNvCxnSpPr/>
          <p:nvPr/>
        </p:nvCxnSpPr>
        <p:spPr>
          <a:xfrm>
            <a:off x="10835640" y="3081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6" name="Connector 985"/>
          <p:cNvCxnSpPr/>
          <p:nvPr/>
        </p:nvCxnSpPr>
        <p:spPr>
          <a:xfrm>
            <a:off x="9465223" y="3118104"/>
            <a:ext cx="1067523"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987" name="Oval 986"/>
          <p:cNvSpPr/>
          <p:nvPr/>
        </p:nvSpPr>
        <p:spPr>
          <a:xfrm>
            <a:off x="9999569" y="30678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88" name="Connector 987"/>
          <p:cNvCxnSpPr/>
          <p:nvPr/>
        </p:nvCxnSpPr>
        <p:spPr>
          <a:xfrm>
            <a:off x="8549640" y="33101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89" name="Connector 988"/>
          <p:cNvCxnSpPr/>
          <p:nvPr/>
        </p:nvCxnSpPr>
        <p:spPr>
          <a:xfrm>
            <a:off x="85496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90" name="Connector 989"/>
          <p:cNvCxnSpPr/>
          <p:nvPr/>
        </p:nvCxnSpPr>
        <p:spPr>
          <a:xfrm>
            <a:off x="91211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91" name="Connector 990"/>
          <p:cNvCxnSpPr/>
          <p:nvPr/>
        </p:nvCxnSpPr>
        <p:spPr>
          <a:xfrm>
            <a:off x="9692639"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92" name="Connector 991"/>
          <p:cNvCxnSpPr/>
          <p:nvPr/>
        </p:nvCxnSpPr>
        <p:spPr>
          <a:xfrm>
            <a:off x="102641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93" name="Connector 992"/>
          <p:cNvCxnSpPr/>
          <p:nvPr/>
        </p:nvCxnSpPr>
        <p:spPr>
          <a:xfrm>
            <a:off x="10835640" y="3273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994" name="Connector 993"/>
          <p:cNvCxnSpPr/>
          <p:nvPr/>
        </p:nvCxnSpPr>
        <p:spPr>
          <a:xfrm>
            <a:off x="9761222" y="3310128"/>
            <a:ext cx="929634"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995" name="Oval 994"/>
          <p:cNvSpPr/>
          <p:nvPr/>
        </p:nvSpPr>
        <p:spPr>
          <a:xfrm>
            <a:off x="10166604" y="32506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6" name="TextBox 995"/>
          <p:cNvSpPr txBox="1"/>
          <p:nvPr/>
        </p:nvSpPr>
        <p:spPr>
          <a:xfrm>
            <a:off x="11018520" y="30175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0.79</a:t>
            </a:r>
          </a:p>
        </p:txBody>
      </p:sp>
      <p:sp>
        <p:nvSpPr>
          <p:cNvPr id="997" name="TextBox 996"/>
          <p:cNvSpPr txBox="1"/>
          <p:nvPr/>
        </p:nvSpPr>
        <p:spPr>
          <a:xfrm>
            <a:off x="11018520" y="32004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0.84</a:t>
            </a:r>
          </a:p>
        </p:txBody>
      </p:sp>
      <p:cxnSp>
        <p:nvCxnSpPr>
          <p:cNvPr id="998" name="Connector 997"/>
          <p:cNvCxnSpPr/>
          <p:nvPr/>
        </p:nvCxnSpPr>
        <p:spPr>
          <a:xfrm>
            <a:off x="346075" y="34381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999" name="TextBox 998"/>
          <p:cNvSpPr txBox="1"/>
          <p:nvPr/>
        </p:nvSpPr>
        <p:spPr>
          <a:xfrm>
            <a:off x="346075" y="35570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Ротация бедра</a:t>
            </a:r>
          </a:p>
        </p:txBody>
      </p:sp>
      <p:sp>
        <p:nvSpPr>
          <p:cNvPr id="1000" name="TextBox 999"/>
          <p:cNvSpPr txBox="1"/>
          <p:nvPr/>
        </p:nvSpPr>
        <p:spPr>
          <a:xfrm>
            <a:off x="2697480" y="35570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36/150</a:t>
            </a:r>
          </a:p>
        </p:txBody>
      </p:sp>
      <p:sp>
        <p:nvSpPr>
          <p:cNvPr id="1001" name="TextBox 1000"/>
          <p:cNvSpPr txBox="1"/>
          <p:nvPr/>
        </p:nvSpPr>
        <p:spPr>
          <a:xfrm>
            <a:off x="3611880" y="35570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0.69</a:t>
            </a:r>
          </a:p>
        </p:txBody>
      </p:sp>
      <p:sp>
        <p:nvSpPr>
          <p:cNvPr id="1002" name="TextBox 1001"/>
          <p:cNvSpPr txBox="1"/>
          <p:nvPr/>
        </p:nvSpPr>
        <p:spPr>
          <a:xfrm>
            <a:off x="4343400" y="35570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0.91</a:t>
            </a:r>
          </a:p>
        </p:txBody>
      </p:sp>
      <p:cxnSp>
        <p:nvCxnSpPr>
          <p:cNvPr id="1003" name="Connector 1002"/>
          <p:cNvCxnSpPr/>
          <p:nvPr/>
        </p:nvCxnSpPr>
        <p:spPr>
          <a:xfrm>
            <a:off x="5349240" y="35753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04" name="Connector 1003"/>
          <p:cNvCxnSpPr/>
          <p:nvPr/>
        </p:nvCxnSpPr>
        <p:spPr>
          <a:xfrm>
            <a:off x="53492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05" name="Connector 1004"/>
          <p:cNvCxnSpPr/>
          <p:nvPr/>
        </p:nvCxnSpPr>
        <p:spPr>
          <a:xfrm>
            <a:off x="59207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06" name="Connector 1005"/>
          <p:cNvCxnSpPr/>
          <p:nvPr/>
        </p:nvCxnSpPr>
        <p:spPr>
          <a:xfrm>
            <a:off x="64922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07" name="Connector 1006"/>
          <p:cNvCxnSpPr/>
          <p:nvPr/>
        </p:nvCxnSpPr>
        <p:spPr>
          <a:xfrm>
            <a:off x="70637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08" name="Connector 1007"/>
          <p:cNvCxnSpPr/>
          <p:nvPr/>
        </p:nvCxnSpPr>
        <p:spPr>
          <a:xfrm>
            <a:off x="76352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09" name="Connector 1008"/>
          <p:cNvCxnSpPr/>
          <p:nvPr/>
        </p:nvCxnSpPr>
        <p:spPr>
          <a:xfrm>
            <a:off x="6038154" y="3575304"/>
            <a:ext cx="728445"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010" name="Oval 1009"/>
          <p:cNvSpPr/>
          <p:nvPr/>
        </p:nvSpPr>
        <p:spPr>
          <a:xfrm>
            <a:off x="6392252" y="35250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11" name="Connector 1010"/>
          <p:cNvCxnSpPr/>
          <p:nvPr/>
        </p:nvCxnSpPr>
        <p:spPr>
          <a:xfrm>
            <a:off x="5349240" y="37673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12" name="Connector 1011"/>
          <p:cNvCxnSpPr/>
          <p:nvPr/>
        </p:nvCxnSpPr>
        <p:spPr>
          <a:xfrm>
            <a:off x="53492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13" name="Connector 1012"/>
          <p:cNvCxnSpPr/>
          <p:nvPr/>
        </p:nvCxnSpPr>
        <p:spPr>
          <a:xfrm>
            <a:off x="59207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14" name="Connector 1013"/>
          <p:cNvCxnSpPr/>
          <p:nvPr/>
        </p:nvCxnSpPr>
        <p:spPr>
          <a:xfrm>
            <a:off x="64922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15" name="Connector 1014"/>
          <p:cNvCxnSpPr/>
          <p:nvPr/>
        </p:nvCxnSpPr>
        <p:spPr>
          <a:xfrm>
            <a:off x="70637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16" name="Connector 1015"/>
          <p:cNvCxnSpPr/>
          <p:nvPr/>
        </p:nvCxnSpPr>
        <p:spPr>
          <a:xfrm>
            <a:off x="76352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17" name="Connector 1016"/>
          <p:cNvCxnSpPr/>
          <p:nvPr/>
        </p:nvCxnSpPr>
        <p:spPr>
          <a:xfrm>
            <a:off x="6645777" y="3767328"/>
            <a:ext cx="566129"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018" name="Oval 1017"/>
          <p:cNvSpPr/>
          <p:nvPr/>
        </p:nvSpPr>
        <p:spPr>
          <a:xfrm>
            <a:off x="6890004" y="37078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9" name="TextBox 1018"/>
          <p:cNvSpPr txBox="1"/>
          <p:nvPr/>
        </p:nvSpPr>
        <p:spPr>
          <a:xfrm>
            <a:off x="7680960" y="34747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0.48</a:t>
            </a:r>
          </a:p>
        </p:txBody>
      </p:sp>
      <p:sp>
        <p:nvSpPr>
          <p:cNvPr id="1020" name="TextBox 1019"/>
          <p:cNvSpPr txBox="1"/>
          <p:nvPr/>
        </p:nvSpPr>
        <p:spPr>
          <a:xfrm>
            <a:off x="7680960" y="36576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0.70</a:t>
            </a:r>
          </a:p>
        </p:txBody>
      </p:sp>
      <p:cxnSp>
        <p:nvCxnSpPr>
          <p:cNvPr id="1021" name="Connector 1020"/>
          <p:cNvCxnSpPr/>
          <p:nvPr/>
        </p:nvCxnSpPr>
        <p:spPr>
          <a:xfrm>
            <a:off x="8549640" y="35753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22" name="Connector 1021"/>
          <p:cNvCxnSpPr/>
          <p:nvPr/>
        </p:nvCxnSpPr>
        <p:spPr>
          <a:xfrm>
            <a:off x="85496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23" name="Connector 1022"/>
          <p:cNvCxnSpPr/>
          <p:nvPr/>
        </p:nvCxnSpPr>
        <p:spPr>
          <a:xfrm>
            <a:off x="91211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24" name="Connector 1023"/>
          <p:cNvCxnSpPr/>
          <p:nvPr/>
        </p:nvCxnSpPr>
        <p:spPr>
          <a:xfrm>
            <a:off x="9692639"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25" name="Connector 1024"/>
          <p:cNvCxnSpPr/>
          <p:nvPr/>
        </p:nvCxnSpPr>
        <p:spPr>
          <a:xfrm>
            <a:off x="102641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26" name="Connector 1025"/>
          <p:cNvCxnSpPr/>
          <p:nvPr/>
        </p:nvCxnSpPr>
        <p:spPr>
          <a:xfrm>
            <a:off x="10835640" y="35387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27" name="Connector 1026"/>
          <p:cNvCxnSpPr/>
          <p:nvPr/>
        </p:nvCxnSpPr>
        <p:spPr>
          <a:xfrm>
            <a:off x="9114086" y="3575304"/>
            <a:ext cx="943090"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028" name="Oval 1027"/>
          <p:cNvSpPr/>
          <p:nvPr/>
        </p:nvSpPr>
        <p:spPr>
          <a:xfrm>
            <a:off x="9557124" y="35250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29" name="Connector 1028"/>
          <p:cNvCxnSpPr/>
          <p:nvPr/>
        </p:nvCxnSpPr>
        <p:spPr>
          <a:xfrm>
            <a:off x="8549640" y="37673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30" name="Connector 1029"/>
          <p:cNvCxnSpPr/>
          <p:nvPr/>
        </p:nvCxnSpPr>
        <p:spPr>
          <a:xfrm>
            <a:off x="85496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31" name="Connector 1030"/>
          <p:cNvCxnSpPr/>
          <p:nvPr/>
        </p:nvCxnSpPr>
        <p:spPr>
          <a:xfrm>
            <a:off x="91211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32" name="Connector 1031"/>
          <p:cNvCxnSpPr/>
          <p:nvPr/>
        </p:nvCxnSpPr>
        <p:spPr>
          <a:xfrm>
            <a:off x="9692639"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33" name="Connector 1032"/>
          <p:cNvCxnSpPr/>
          <p:nvPr/>
        </p:nvCxnSpPr>
        <p:spPr>
          <a:xfrm>
            <a:off x="102641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34" name="Connector 1033"/>
          <p:cNvCxnSpPr/>
          <p:nvPr/>
        </p:nvCxnSpPr>
        <p:spPr>
          <a:xfrm>
            <a:off x="10835640" y="37307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35" name="Connector 1034"/>
          <p:cNvCxnSpPr/>
          <p:nvPr/>
        </p:nvCxnSpPr>
        <p:spPr>
          <a:xfrm>
            <a:off x="9902231" y="3767328"/>
            <a:ext cx="647616"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036" name="Oval 1035"/>
          <p:cNvSpPr/>
          <p:nvPr/>
        </p:nvSpPr>
        <p:spPr>
          <a:xfrm>
            <a:off x="10166604" y="37078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7" name="TextBox 1036"/>
          <p:cNvSpPr txBox="1"/>
          <p:nvPr/>
        </p:nvSpPr>
        <p:spPr>
          <a:xfrm>
            <a:off x="11018520" y="34747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0.68</a:t>
            </a:r>
          </a:p>
        </p:txBody>
      </p:sp>
      <p:sp>
        <p:nvSpPr>
          <p:cNvPr id="1038" name="TextBox 1037"/>
          <p:cNvSpPr txBox="1"/>
          <p:nvPr/>
        </p:nvSpPr>
        <p:spPr>
          <a:xfrm>
            <a:off x="11018520" y="36576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0.84</a:t>
            </a:r>
          </a:p>
        </p:txBody>
      </p:sp>
      <p:cxnSp>
        <p:nvCxnSpPr>
          <p:cNvPr id="1039" name="Connector 1038"/>
          <p:cNvCxnSpPr/>
          <p:nvPr/>
        </p:nvCxnSpPr>
        <p:spPr>
          <a:xfrm>
            <a:off x="346075" y="38953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1040" name="TextBox 1039"/>
          <p:cNvSpPr txBox="1"/>
          <p:nvPr/>
        </p:nvSpPr>
        <p:spPr>
          <a:xfrm>
            <a:off x="346075" y="40142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Отступы поля</a:t>
            </a:r>
          </a:p>
        </p:txBody>
      </p:sp>
      <p:sp>
        <p:nvSpPr>
          <p:cNvPr id="1041" name="TextBox 1040"/>
          <p:cNvSpPr txBox="1"/>
          <p:nvPr/>
        </p:nvSpPr>
        <p:spPr>
          <a:xfrm>
            <a:off x="2697480" y="40142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12/150</a:t>
            </a:r>
          </a:p>
        </p:txBody>
      </p:sp>
      <p:sp>
        <p:nvSpPr>
          <p:cNvPr id="1042" name="TextBox 1041"/>
          <p:cNvSpPr txBox="1"/>
          <p:nvPr/>
        </p:nvSpPr>
        <p:spPr>
          <a:xfrm>
            <a:off x="3611880" y="40142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0.92</a:t>
            </a:r>
          </a:p>
        </p:txBody>
      </p:sp>
      <p:sp>
        <p:nvSpPr>
          <p:cNvPr id="1043" name="TextBox 1042"/>
          <p:cNvSpPr txBox="1"/>
          <p:nvPr/>
        </p:nvSpPr>
        <p:spPr>
          <a:xfrm>
            <a:off x="4343400" y="40142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0.96</a:t>
            </a:r>
          </a:p>
        </p:txBody>
      </p:sp>
      <p:cxnSp>
        <p:nvCxnSpPr>
          <p:cNvPr id="1044" name="Connector 1043"/>
          <p:cNvCxnSpPr/>
          <p:nvPr/>
        </p:nvCxnSpPr>
        <p:spPr>
          <a:xfrm>
            <a:off x="5349240" y="40325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45" name="Connector 1044"/>
          <p:cNvCxnSpPr/>
          <p:nvPr/>
        </p:nvCxnSpPr>
        <p:spPr>
          <a:xfrm>
            <a:off x="53492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46" name="Connector 1045"/>
          <p:cNvCxnSpPr/>
          <p:nvPr/>
        </p:nvCxnSpPr>
        <p:spPr>
          <a:xfrm>
            <a:off x="59207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47" name="Connector 1046"/>
          <p:cNvCxnSpPr/>
          <p:nvPr/>
        </p:nvCxnSpPr>
        <p:spPr>
          <a:xfrm>
            <a:off x="64922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48" name="Connector 1047"/>
          <p:cNvCxnSpPr/>
          <p:nvPr/>
        </p:nvCxnSpPr>
        <p:spPr>
          <a:xfrm>
            <a:off x="70637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49" name="Connector 1048"/>
          <p:cNvCxnSpPr/>
          <p:nvPr/>
        </p:nvCxnSpPr>
        <p:spPr>
          <a:xfrm>
            <a:off x="76352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0" name="Connector 1049"/>
          <p:cNvCxnSpPr/>
          <p:nvPr/>
        </p:nvCxnSpPr>
        <p:spPr>
          <a:xfrm>
            <a:off x="5349240" y="4032504"/>
            <a:ext cx="1418896"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051" name="Oval 1050"/>
          <p:cNvSpPr/>
          <p:nvPr/>
        </p:nvSpPr>
        <p:spPr>
          <a:xfrm>
            <a:off x="6094078" y="39822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52" name="Connector 1051"/>
          <p:cNvCxnSpPr/>
          <p:nvPr/>
        </p:nvCxnSpPr>
        <p:spPr>
          <a:xfrm>
            <a:off x="5349240" y="42245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3" name="Connector 1052"/>
          <p:cNvCxnSpPr/>
          <p:nvPr/>
        </p:nvCxnSpPr>
        <p:spPr>
          <a:xfrm>
            <a:off x="53492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4" name="Connector 1053"/>
          <p:cNvCxnSpPr/>
          <p:nvPr/>
        </p:nvCxnSpPr>
        <p:spPr>
          <a:xfrm>
            <a:off x="59207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5" name="Connector 1054"/>
          <p:cNvCxnSpPr/>
          <p:nvPr/>
        </p:nvCxnSpPr>
        <p:spPr>
          <a:xfrm>
            <a:off x="64922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6" name="Connector 1055"/>
          <p:cNvCxnSpPr/>
          <p:nvPr/>
        </p:nvCxnSpPr>
        <p:spPr>
          <a:xfrm>
            <a:off x="70637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7" name="Connector 1056"/>
          <p:cNvCxnSpPr/>
          <p:nvPr/>
        </p:nvCxnSpPr>
        <p:spPr>
          <a:xfrm>
            <a:off x="76352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58" name="Connector 1057"/>
          <p:cNvCxnSpPr/>
          <p:nvPr/>
        </p:nvCxnSpPr>
        <p:spPr>
          <a:xfrm>
            <a:off x="6596149" y="4224528"/>
            <a:ext cx="831272"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059" name="Oval 1058"/>
          <p:cNvSpPr/>
          <p:nvPr/>
        </p:nvSpPr>
        <p:spPr>
          <a:xfrm>
            <a:off x="7027164" y="41650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0" name="TextBox 1059"/>
          <p:cNvSpPr txBox="1"/>
          <p:nvPr/>
        </p:nvSpPr>
        <p:spPr>
          <a:xfrm>
            <a:off x="7680960" y="39319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0.35</a:t>
            </a:r>
          </a:p>
        </p:txBody>
      </p:sp>
      <p:sp>
        <p:nvSpPr>
          <p:cNvPr id="1061" name="TextBox 1060"/>
          <p:cNvSpPr txBox="1"/>
          <p:nvPr/>
        </p:nvSpPr>
        <p:spPr>
          <a:xfrm>
            <a:off x="7680960" y="41148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0.76</a:t>
            </a:r>
          </a:p>
        </p:txBody>
      </p:sp>
      <p:cxnSp>
        <p:nvCxnSpPr>
          <p:cNvPr id="1062" name="Connector 1061"/>
          <p:cNvCxnSpPr/>
          <p:nvPr/>
        </p:nvCxnSpPr>
        <p:spPr>
          <a:xfrm>
            <a:off x="8549640" y="40325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63" name="Connector 1062"/>
          <p:cNvCxnSpPr/>
          <p:nvPr/>
        </p:nvCxnSpPr>
        <p:spPr>
          <a:xfrm>
            <a:off x="85496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64" name="Connector 1063"/>
          <p:cNvCxnSpPr/>
          <p:nvPr/>
        </p:nvCxnSpPr>
        <p:spPr>
          <a:xfrm>
            <a:off x="91211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65" name="Connector 1064"/>
          <p:cNvCxnSpPr/>
          <p:nvPr/>
        </p:nvCxnSpPr>
        <p:spPr>
          <a:xfrm>
            <a:off x="9692639"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66" name="Connector 1065"/>
          <p:cNvCxnSpPr/>
          <p:nvPr/>
        </p:nvCxnSpPr>
        <p:spPr>
          <a:xfrm>
            <a:off x="102641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67" name="Connector 1066"/>
          <p:cNvCxnSpPr/>
          <p:nvPr/>
        </p:nvCxnSpPr>
        <p:spPr>
          <a:xfrm>
            <a:off x="10835640" y="39959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68" name="Connector 1067"/>
          <p:cNvCxnSpPr/>
          <p:nvPr/>
        </p:nvCxnSpPr>
        <p:spPr>
          <a:xfrm>
            <a:off x="9831609" y="4032504"/>
            <a:ext cx="974452"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069" name="Oval 1068"/>
          <p:cNvSpPr/>
          <p:nvPr/>
        </p:nvSpPr>
        <p:spPr>
          <a:xfrm>
            <a:off x="10372375" y="39822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70" name="Connector 1069"/>
          <p:cNvCxnSpPr/>
          <p:nvPr/>
        </p:nvCxnSpPr>
        <p:spPr>
          <a:xfrm>
            <a:off x="8549640" y="42245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71" name="Connector 1070"/>
          <p:cNvCxnSpPr/>
          <p:nvPr/>
        </p:nvCxnSpPr>
        <p:spPr>
          <a:xfrm>
            <a:off x="85496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72" name="Connector 1071"/>
          <p:cNvCxnSpPr/>
          <p:nvPr/>
        </p:nvCxnSpPr>
        <p:spPr>
          <a:xfrm>
            <a:off x="91211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73" name="Connector 1072"/>
          <p:cNvCxnSpPr/>
          <p:nvPr/>
        </p:nvCxnSpPr>
        <p:spPr>
          <a:xfrm>
            <a:off x="9692639"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74" name="Connector 1073"/>
          <p:cNvCxnSpPr/>
          <p:nvPr/>
        </p:nvCxnSpPr>
        <p:spPr>
          <a:xfrm>
            <a:off x="102641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75" name="Connector 1074"/>
          <p:cNvCxnSpPr/>
          <p:nvPr/>
        </p:nvCxnSpPr>
        <p:spPr>
          <a:xfrm>
            <a:off x="10835640" y="41879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76" name="Connector 1075"/>
          <p:cNvCxnSpPr/>
          <p:nvPr/>
        </p:nvCxnSpPr>
        <p:spPr>
          <a:xfrm>
            <a:off x="10385565" y="4224528"/>
            <a:ext cx="450074"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077" name="Oval 1076"/>
          <p:cNvSpPr/>
          <p:nvPr/>
        </p:nvSpPr>
        <p:spPr>
          <a:xfrm>
            <a:off x="10623804" y="41650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8" name="TextBox 1077"/>
          <p:cNvSpPr txBox="1"/>
          <p:nvPr/>
        </p:nvSpPr>
        <p:spPr>
          <a:xfrm>
            <a:off x="11018520" y="39319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0.89</a:t>
            </a:r>
          </a:p>
        </p:txBody>
      </p:sp>
      <p:sp>
        <p:nvSpPr>
          <p:cNvPr id="1079" name="TextBox 1078"/>
          <p:cNvSpPr txBox="1"/>
          <p:nvPr/>
        </p:nvSpPr>
        <p:spPr>
          <a:xfrm>
            <a:off x="11018520" y="41148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0.96</a:t>
            </a:r>
          </a:p>
        </p:txBody>
      </p:sp>
      <p:cxnSp>
        <p:nvCxnSpPr>
          <p:cNvPr id="1080" name="Connector 1079"/>
          <p:cNvCxnSpPr/>
          <p:nvPr/>
        </p:nvCxnSpPr>
        <p:spPr>
          <a:xfrm>
            <a:off x="346075" y="43525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1081" name="TextBox 1080"/>
          <p:cNvSpPr txBox="1"/>
          <p:nvPr/>
        </p:nvSpPr>
        <p:spPr>
          <a:xfrm>
            <a:off x="346075" y="44714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Позвоночник (любое)</a:t>
            </a:r>
          </a:p>
        </p:txBody>
      </p:sp>
      <p:sp>
        <p:nvSpPr>
          <p:cNvPr id="1082" name="TextBox 1081"/>
          <p:cNvSpPr txBox="1"/>
          <p:nvPr/>
        </p:nvSpPr>
        <p:spPr>
          <a:xfrm>
            <a:off x="2697480" y="44714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31/99</a:t>
            </a:r>
          </a:p>
        </p:txBody>
      </p:sp>
      <p:sp>
        <p:nvSpPr>
          <p:cNvPr id="1083" name="TextBox 1082"/>
          <p:cNvSpPr txBox="1"/>
          <p:nvPr/>
        </p:nvSpPr>
        <p:spPr>
          <a:xfrm>
            <a:off x="3611880" y="44714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0.71</a:t>
            </a:r>
          </a:p>
        </p:txBody>
      </p:sp>
      <p:sp>
        <p:nvSpPr>
          <p:cNvPr id="1084" name="TextBox 1083"/>
          <p:cNvSpPr txBox="1"/>
          <p:nvPr/>
        </p:nvSpPr>
        <p:spPr>
          <a:xfrm>
            <a:off x="4343400" y="44714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0.87</a:t>
            </a:r>
          </a:p>
        </p:txBody>
      </p:sp>
      <p:cxnSp>
        <p:nvCxnSpPr>
          <p:cNvPr id="1085" name="Connector 1084"/>
          <p:cNvCxnSpPr/>
          <p:nvPr/>
        </p:nvCxnSpPr>
        <p:spPr>
          <a:xfrm>
            <a:off x="5349240" y="44897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86" name="Connector 1085"/>
          <p:cNvCxnSpPr/>
          <p:nvPr/>
        </p:nvCxnSpPr>
        <p:spPr>
          <a:xfrm>
            <a:off x="53492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87" name="Connector 1086"/>
          <p:cNvCxnSpPr/>
          <p:nvPr/>
        </p:nvCxnSpPr>
        <p:spPr>
          <a:xfrm>
            <a:off x="59207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88" name="Connector 1087"/>
          <p:cNvCxnSpPr/>
          <p:nvPr/>
        </p:nvCxnSpPr>
        <p:spPr>
          <a:xfrm>
            <a:off x="64922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89" name="Connector 1088"/>
          <p:cNvCxnSpPr/>
          <p:nvPr/>
        </p:nvCxnSpPr>
        <p:spPr>
          <a:xfrm>
            <a:off x="70637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0" name="Connector 1089"/>
          <p:cNvCxnSpPr/>
          <p:nvPr/>
        </p:nvCxnSpPr>
        <p:spPr>
          <a:xfrm>
            <a:off x="76352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1" name="Connector 1090"/>
          <p:cNvCxnSpPr/>
          <p:nvPr/>
        </p:nvCxnSpPr>
        <p:spPr>
          <a:xfrm>
            <a:off x="6111240" y="4489704"/>
            <a:ext cx="673395"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092" name="Oval 1091"/>
          <p:cNvSpPr/>
          <p:nvPr/>
        </p:nvSpPr>
        <p:spPr>
          <a:xfrm>
            <a:off x="6409290" y="44394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93" name="Connector 1092"/>
          <p:cNvCxnSpPr/>
          <p:nvPr/>
        </p:nvCxnSpPr>
        <p:spPr>
          <a:xfrm>
            <a:off x="5349240" y="46817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4" name="Connector 1093"/>
          <p:cNvCxnSpPr/>
          <p:nvPr/>
        </p:nvCxnSpPr>
        <p:spPr>
          <a:xfrm>
            <a:off x="53492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5" name="Connector 1094"/>
          <p:cNvCxnSpPr/>
          <p:nvPr/>
        </p:nvCxnSpPr>
        <p:spPr>
          <a:xfrm>
            <a:off x="59207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6" name="Connector 1095"/>
          <p:cNvCxnSpPr/>
          <p:nvPr/>
        </p:nvCxnSpPr>
        <p:spPr>
          <a:xfrm>
            <a:off x="64922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7" name="Connector 1096"/>
          <p:cNvCxnSpPr/>
          <p:nvPr/>
        </p:nvCxnSpPr>
        <p:spPr>
          <a:xfrm>
            <a:off x="70637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8" name="Connector 1097"/>
          <p:cNvCxnSpPr/>
          <p:nvPr/>
        </p:nvCxnSpPr>
        <p:spPr>
          <a:xfrm>
            <a:off x="76352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099" name="Connector 1098"/>
          <p:cNvCxnSpPr/>
          <p:nvPr/>
        </p:nvCxnSpPr>
        <p:spPr>
          <a:xfrm>
            <a:off x="6643202" y="4681728"/>
            <a:ext cx="595797"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100" name="Oval 1099"/>
          <p:cNvSpPr/>
          <p:nvPr/>
        </p:nvSpPr>
        <p:spPr>
          <a:xfrm>
            <a:off x="6912864" y="46222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1" name="TextBox 1100"/>
          <p:cNvSpPr txBox="1"/>
          <p:nvPr/>
        </p:nvSpPr>
        <p:spPr>
          <a:xfrm>
            <a:off x="7680960" y="43891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0.49</a:t>
            </a:r>
          </a:p>
        </p:txBody>
      </p:sp>
      <p:sp>
        <p:nvSpPr>
          <p:cNvPr id="1102" name="TextBox 1101"/>
          <p:cNvSpPr txBox="1"/>
          <p:nvPr/>
        </p:nvSpPr>
        <p:spPr>
          <a:xfrm>
            <a:off x="7680960" y="45720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0.71</a:t>
            </a:r>
          </a:p>
        </p:txBody>
      </p:sp>
      <p:cxnSp>
        <p:nvCxnSpPr>
          <p:cNvPr id="1103" name="Connector 1102"/>
          <p:cNvCxnSpPr/>
          <p:nvPr/>
        </p:nvCxnSpPr>
        <p:spPr>
          <a:xfrm>
            <a:off x="8549640" y="44897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04" name="Connector 1103"/>
          <p:cNvCxnSpPr/>
          <p:nvPr/>
        </p:nvCxnSpPr>
        <p:spPr>
          <a:xfrm>
            <a:off x="85496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05" name="Connector 1104"/>
          <p:cNvCxnSpPr/>
          <p:nvPr/>
        </p:nvCxnSpPr>
        <p:spPr>
          <a:xfrm>
            <a:off x="91211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06" name="Connector 1105"/>
          <p:cNvCxnSpPr/>
          <p:nvPr/>
        </p:nvCxnSpPr>
        <p:spPr>
          <a:xfrm>
            <a:off x="9692639"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07" name="Connector 1106"/>
          <p:cNvCxnSpPr/>
          <p:nvPr/>
        </p:nvCxnSpPr>
        <p:spPr>
          <a:xfrm>
            <a:off x="102641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08" name="Connector 1107"/>
          <p:cNvCxnSpPr/>
          <p:nvPr/>
        </p:nvCxnSpPr>
        <p:spPr>
          <a:xfrm>
            <a:off x="10835640" y="4453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09" name="Connector 1108"/>
          <p:cNvCxnSpPr/>
          <p:nvPr/>
        </p:nvCxnSpPr>
        <p:spPr>
          <a:xfrm>
            <a:off x="9039107" y="4489704"/>
            <a:ext cx="890073"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110" name="Oval 1109"/>
          <p:cNvSpPr/>
          <p:nvPr/>
        </p:nvSpPr>
        <p:spPr>
          <a:xfrm>
            <a:off x="9432508" y="44394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11" name="Connector 1110"/>
          <p:cNvCxnSpPr/>
          <p:nvPr/>
        </p:nvCxnSpPr>
        <p:spPr>
          <a:xfrm>
            <a:off x="8549640" y="46817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12" name="Connector 1111"/>
          <p:cNvCxnSpPr/>
          <p:nvPr/>
        </p:nvCxnSpPr>
        <p:spPr>
          <a:xfrm>
            <a:off x="85496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13" name="Connector 1112"/>
          <p:cNvCxnSpPr/>
          <p:nvPr/>
        </p:nvCxnSpPr>
        <p:spPr>
          <a:xfrm>
            <a:off x="91211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14" name="Connector 1113"/>
          <p:cNvCxnSpPr/>
          <p:nvPr/>
        </p:nvCxnSpPr>
        <p:spPr>
          <a:xfrm>
            <a:off x="9692639"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15" name="Connector 1114"/>
          <p:cNvCxnSpPr/>
          <p:nvPr/>
        </p:nvCxnSpPr>
        <p:spPr>
          <a:xfrm>
            <a:off x="102641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16" name="Connector 1115"/>
          <p:cNvCxnSpPr/>
          <p:nvPr/>
        </p:nvCxnSpPr>
        <p:spPr>
          <a:xfrm>
            <a:off x="10835640" y="46451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17" name="Connector 1116"/>
          <p:cNvCxnSpPr/>
          <p:nvPr/>
        </p:nvCxnSpPr>
        <p:spPr>
          <a:xfrm>
            <a:off x="9462251" y="4681728"/>
            <a:ext cx="841777"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118" name="Oval 1117"/>
          <p:cNvSpPr/>
          <p:nvPr/>
        </p:nvSpPr>
        <p:spPr>
          <a:xfrm>
            <a:off x="9823704" y="46222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9" name="TextBox 1118"/>
          <p:cNvSpPr txBox="1"/>
          <p:nvPr/>
        </p:nvSpPr>
        <p:spPr>
          <a:xfrm>
            <a:off x="11018520" y="43891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0.64</a:t>
            </a:r>
          </a:p>
        </p:txBody>
      </p:sp>
      <p:sp>
        <p:nvSpPr>
          <p:cNvPr id="1120" name="TextBox 1119"/>
          <p:cNvSpPr txBox="1"/>
          <p:nvPr/>
        </p:nvSpPr>
        <p:spPr>
          <a:xfrm>
            <a:off x="11018520" y="45720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0.75</a:t>
            </a:r>
          </a:p>
        </p:txBody>
      </p:sp>
      <p:cxnSp>
        <p:nvCxnSpPr>
          <p:cNvPr id="1121" name="Connector 1120"/>
          <p:cNvCxnSpPr/>
          <p:nvPr/>
        </p:nvCxnSpPr>
        <p:spPr>
          <a:xfrm>
            <a:off x="346075" y="48097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1122" name="TextBox 1121"/>
          <p:cNvSpPr txBox="1"/>
          <p:nvPr/>
        </p:nvSpPr>
        <p:spPr>
          <a:xfrm>
            <a:off x="346075" y="4928616"/>
            <a:ext cx="2377440" cy="274320"/>
          </a:xfrm>
          <a:prstGeom prst="rect">
            <a:avLst/>
          </a:prstGeom>
          <a:noFill/>
        </p:spPr>
        <p:txBody>
          <a:bodyPr wrap="square" lIns="0" tIns="0" rIns="0" bIns="0" anchor="t"/>
          <a:lstStyle/>
          <a:p>
            <a:pPr algn="l">
              <a:lnSpc>
                <a:spcPct val="110000"/>
              </a:lnSpc>
              <a:spcAft>
                <a:spcPts val="0"/>
              </a:spcAft>
            </a:pPr>
            <a:r>
              <a:rPr sz="1200" b="0" i="0">
                <a:solidFill>
                  <a:srgbClr val="1C1D22"/>
                </a:solidFill>
                <a:latin typeface="Montserrat"/>
                <a:ea typeface="Montserrat"/>
                <a:cs typeface="Montserrat"/>
              </a:rPr>
              <a:t>Бедро (любое)</a:t>
            </a:r>
          </a:p>
        </p:txBody>
      </p:sp>
      <p:sp>
        <p:nvSpPr>
          <p:cNvPr id="1123" name="TextBox 1122"/>
          <p:cNvSpPr txBox="1"/>
          <p:nvPr/>
        </p:nvSpPr>
        <p:spPr>
          <a:xfrm>
            <a:off x="2697480" y="49286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44/150</a:t>
            </a:r>
          </a:p>
        </p:txBody>
      </p:sp>
      <p:sp>
        <p:nvSpPr>
          <p:cNvPr id="1124" name="TextBox 1123"/>
          <p:cNvSpPr txBox="1"/>
          <p:nvPr/>
        </p:nvSpPr>
        <p:spPr>
          <a:xfrm>
            <a:off x="3611880" y="49286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0.77</a:t>
            </a:r>
          </a:p>
        </p:txBody>
      </p:sp>
      <p:sp>
        <p:nvSpPr>
          <p:cNvPr id="1125" name="TextBox 1124"/>
          <p:cNvSpPr txBox="1"/>
          <p:nvPr/>
        </p:nvSpPr>
        <p:spPr>
          <a:xfrm>
            <a:off x="4343400" y="49286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0.87</a:t>
            </a:r>
          </a:p>
        </p:txBody>
      </p:sp>
      <p:cxnSp>
        <p:nvCxnSpPr>
          <p:cNvPr id="1126" name="Connector 1125"/>
          <p:cNvCxnSpPr/>
          <p:nvPr/>
        </p:nvCxnSpPr>
        <p:spPr>
          <a:xfrm>
            <a:off x="5349240" y="49469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27" name="Connector 1126"/>
          <p:cNvCxnSpPr/>
          <p:nvPr/>
        </p:nvCxnSpPr>
        <p:spPr>
          <a:xfrm>
            <a:off x="53492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28" name="Connector 1127"/>
          <p:cNvCxnSpPr/>
          <p:nvPr/>
        </p:nvCxnSpPr>
        <p:spPr>
          <a:xfrm>
            <a:off x="59207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29" name="Connector 1128"/>
          <p:cNvCxnSpPr/>
          <p:nvPr/>
        </p:nvCxnSpPr>
        <p:spPr>
          <a:xfrm>
            <a:off x="64922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0" name="Connector 1129"/>
          <p:cNvCxnSpPr/>
          <p:nvPr/>
        </p:nvCxnSpPr>
        <p:spPr>
          <a:xfrm>
            <a:off x="70637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1" name="Connector 1130"/>
          <p:cNvCxnSpPr/>
          <p:nvPr/>
        </p:nvCxnSpPr>
        <p:spPr>
          <a:xfrm>
            <a:off x="76352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2" name="Connector 1131"/>
          <p:cNvCxnSpPr/>
          <p:nvPr/>
        </p:nvCxnSpPr>
        <p:spPr>
          <a:xfrm>
            <a:off x="6120405" y="4946904"/>
            <a:ext cx="655356"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133" name="Oval 1132"/>
          <p:cNvSpPr/>
          <p:nvPr/>
        </p:nvSpPr>
        <p:spPr>
          <a:xfrm>
            <a:off x="6441948" y="48966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34" name="Connector 1133"/>
          <p:cNvCxnSpPr/>
          <p:nvPr/>
        </p:nvCxnSpPr>
        <p:spPr>
          <a:xfrm>
            <a:off x="5349240" y="51389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5" name="Connector 1134"/>
          <p:cNvCxnSpPr/>
          <p:nvPr/>
        </p:nvCxnSpPr>
        <p:spPr>
          <a:xfrm>
            <a:off x="53492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6" name="Connector 1135"/>
          <p:cNvCxnSpPr/>
          <p:nvPr/>
        </p:nvCxnSpPr>
        <p:spPr>
          <a:xfrm>
            <a:off x="59207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7" name="Connector 1136"/>
          <p:cNvCxnSpPr/>
          <p:nvPr/>
        </p:nvCxnSpPr>
        <p:spPr>
          <a:xfrm>
            <a:off x="64922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8" name="Connector 1137"/>
          <p:cNvCxnSpPr/>
          <p:nvPr/>
        </p:nvCxnSpPr>
        <p:spPr>
          <a:xfrm>
            <a:off x="70637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39" name="Connector 1138"/>
          <p:cNvCxnSpPr/>
          <p:nvPr/>
        </p:nvCxnSpPr>
        <p:spPr>
          <a:xfrm>
            <a:off x="76352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40" name="Connector 1139"/>
          <p:cNvCxnSpPr/>
          <p:nvPr/>
        </p:nvCxnSpPr>
        <p:spPr>
          <a:xfrm>
            <a:off x="6781432" y="5138928"/>
            <a:ext cx="469034"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141" name="Oval 1140"/>
          <p:cNvSpPr/>
          <p:nvPr/>
        </p:nvSpPr>
        <p:spPr>
          <a:xfrm>
            <a:off x="6981444" y="50794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2" name="TextBox 1141"/>
          <p:cNvSpPr txBox="1"/>
          <p:nvPr/>
        </p:nvSpPr>
        <p:spPr>
          <a:xfrm>
            <a:off x="7680960" y="48463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0.50</a:t>
            </a:r>
          </a:p>
        </p:txBody>
      </p:sp>
      <p:sp>
        <p:nvSpPr>
          <p:cNvPr id="1143" name="TextBox 1142"/>
          <p:cNvSpPr txBox="1"/>
          <p:nvPr/>
        </p:nvSpPr>
        <p:spPr>
          <a:xfrm>
            <a:off x="7680960" y="50292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0.74</a:t>
            </a:r>
          </a:p>
        </p:txBody>
      </p:sp>
      <p:cxnSp>
        <p:nvCxnSpPr>
          <p:cNvPr id="1144" name="Connector 1143"/>
          <p:cNvCxnSpPr/>
          <p:nvPr/>
        </p:nvCxnSpPr>
        <p:spPr>
          <a:xfrm>
            <a:off x="8549640" y="49469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45" name="Connector 1144"/>
          <p:cNvCxnSpPr/>
          <p:nvPr/>
        </p:nvCxnSpPr>
        <p:spPr>
          <a:xfrm>
            <a:off x="85496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46" name="Connector 1145"/>
          <p:cNvCxnSpPr/>
          <p:nvPr/>
        </p:nvCxnSpPr>
        <p:spPr>
          <a:xfrm>
            <a:off x="91211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47" name="Connector 1146"/>
          <p:cNvCxnSpPr/>
          <p:nvPr/>
        </p:nvCxnSpPr>
        <p:spPr>
          <a:xfrm>
            <a:off x="9692639"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48" name="Connector 1147"/>
          <p:cNvCxnSpPr/>
          <p:nvPr/>
        </p:nvCxnSpPr>
        <p:spPr>
          <a:xfrm>
            <a:off x="102641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49" name="Connector 1148"/>
          <p:cNvCxnSpPr/>
          <p:nvPr/>
        </p:nvCxnSpPr>
        <p:spPr>
          <a:xfrm>
            <a:off x="10835640" y="4910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0" name="Connector 1149"/>
          <p:cNvCxnSpPr/>
          <p:nvPr/>
        </p:nvCxnSpPr>
        <p:spPr>
          <a:xfrm>
            <a:off x="9164173" y="4946904"/>
            <a:ext cx="915143"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151" name="Oval 1150"/>
          <p:cNvSpPr/>
          <p:nvPr/>
        </p:nvSpPr>
        <p:spPr>
          <a:xfrm>
            <a:off x="9584972" y="48966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52" name="Connector 1151"/>
          <p:cNvCxnSpPr/>
          <p:nvPr/>
        </p:nvCxnSpPr>
        <p:spPr>
          <a:xfrm>
            <a:off x="8549640" y="51389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3" name="Connector 1152"/>
          <p:cNvCxnSpPr/>
          <p:nvPr/>
        </p:nvCxnSpPr>
        <p:spPr>
          <a:xfrm>
            <a:off x="85496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4" name="Connector 1153"/>
          <p:cNvCxnSpPr/>
          <p:nvPr/>
        </p:nvCxnSpPr>
        <p:spPr>
          <a:xfrm>
            <a:off x="91211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5" name="Connector 1154"/>
          <p:cNvCxnSpPr/>
          <p:nvPr/>
        </p:nvCxnSpPr>
        <p:spPr>
          <a:xfrm>
            <a:off x="9692639"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6" name="Connector 1155"/>
          <p:cNvCxnSpPr/>
          <p:nvPr/>
        </p:nvCxnSpPr>
        <p:spPr>
          <a:xfrm>
            <a:off x="102641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7" name="Connector 1156"/>
          <p:cNvCxnSpPr/>
          <p:nvPr/>
        </p:nvCxnSpPr>
        <p:spPr>
          <a:xfrm>
            <a:off x="10835640" y="51023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58" name="Connector 1157"/>
          <p:cNvCxnSpPr/>
          <p:nvPr/>
        </p:nvCxnSpPr>
        <p:spPr>
          <a:xfrm>
            <a:off x="9883686" y="5138928"/>
            <a:ext cx="608507"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159" name="Oval 1158"/>
          <p:cNvSpPr/>
          <p:nvPr/>
        </p:nvSpPr>
        <p:spPr>
          <a:xfrm>
            <a:off x="10128504" y="50794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0" name="TextBox 1159"/>
          <p:cNvSpPr txBox="1"/>
          <p:nvPr/>
        </p:nvSpPr>
        <p:spPr>
          <a:xfrm>
            <a:off x="11018520" y="48463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0.68</a:t>
            </a:r>
          </a:p>
        </p:txBody>
      </p:sp>
      <p:sp>
        <p:nvSpPr>
          <p:cNvPr id="1161" name="TextBox 1160"/>
          <p:cNvSpPr txBox="1"/>
          <p:nvPr/>
        </p:nvSpPr>
        <p:spPr>
          <a:xfrm>
            <a:off x="11018520" y="50292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0.83</a:t>
            </a:r>
          </a:p>
        </p:txBody>
      </p:sp>
      <p:cxnSp>
        <p:nvCxnSpPr>
          <p:cNvPr id="1162" name="Connector 1161"/>
          <p:cNvCxnSpPr/>
          <p:nvPr/>
        </p:nvCxnSpPr>
        <p:spPr>
          <a:xfrm>
            <a:off x="346075" y="52669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1163" name="TextBox 1162"/>
          <p:cNvSpPr txBox="1"/>
          <p:nvPr/>
        </p:nvSpPr>
        <p:spPr>
          <a:xfrm>
            <a:off x="346075" y="5385816"/>
            <a:ext cx="2377440" cy="27432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Все снимки (любое)</a:t>
            </a:r>
          </a:p>
        </p:txBody>
      </p:sp>
      <p:sp>
        <p:nvSpPr>
          <p:cNvPr id="1164" name="TextBox 1163"/>
          <p:cNvSpPr txBox="1"/>
          <p:nvPr/>
        </p:nvSpPr>
        <p:spPr>
          <a:xfrm>
            <a:off x="2697480" y="53858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75/249</a:t>
            </a:r>
          </a:p>
        </p:txBody>
      </p:sp>
      <p:sp>
        <p:nvSpPr>
          <p:cNvPr id="1165" name="TextBox 1164"/>
          <p:cNvSpPr txBox="1"/>
          <p:nvPr/>
        </p:nvSpPr>
        <p:spPr>
          <a:xfrm>
            <a:off x="3611880" y="53858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0.75</a:t>
            </a:r>
          </a:p>
        </p:txBody>
      </p:sp>
      <p:sp>
        <p:nvSpPr>
          <p:cNvPr id="1166" name="TextBox 1165"/>
          <p:cNvSpPr txBox="1"/>
          <p:nvPr/>
        </p:nvSpPr>
        <p:spPr>
          <a:xfrm>
            <a:off x="4343400" y="5385816"/>
            <a:ext cx="731520" cy="274320"/>
          </a:xfrm>
          <a:prstGeom prst="rect">
            <a:avLst/>
          </a:prstGeom>
          <a:noFill/>
        </p:spPr>
        <p:txBody>
          <a:bodyPr wrap="square" lIns="0" tIns="0" rIns="0" bIns="0" anchor="t"/>
          <a:lstStyle/>
          <a:p>
            <a:pPr algn="l">
              <a:lnSpc>
                <a:spcPct val="110000"/>
              </a:lnSpc>
              <a:spcAft>
                <a:spcPts val="0"/>
              </a:spcAft>
            </a:pPr>
            <a:r>
              <a:rPr sz="1150" b="0" i="0">
                <a:solidFill>
                  <a:srgbClr val="1C1D22"/>
                </a:solidFill>
                <a:latin typeface="Montserrat"/>
                <a:ea typeface="Montserrat"/>
                <a:cs typeface="Montserrat"/>
              </a:rPr>
              <a:t>0.87</a:t>
            </a:r>
          </a:p>
        </p:txBody>
      </p:sp>
      <p:cxnSp>
        <p:nvCxnSpPr>
          <p:cNvPr id="1167" name="Connector 1166"/>
          <p:cNvCxnSpPr/>
          <p:nvPr/>
        </p:nvCxnSpPr>
        <p:spPr>
          <a:xfrm>
            <a:off x="5349240" y="54041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68" name="Connector 1167"/>
          <p:cNvCxnSpPr/>
          <p:nvPr/>
        </p:nvCxnSpPr>
        <p:spPr>
          <a:xfrm>
            <a:off x="53492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69" name="Connector 1168"/>
          <p:cNvCxnSpPr/>
          <p:nvPr/>
        </p:nvCxnSpPr>
        <p:spPr>
          <a:xfrm>
            <a:off x="59207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0" name="Connector 1169"/>
          <p:cNvCxnSpPr/>
          <p:nvPr/>
        </p:nvCxnSpPr>
        <p:spPr>
          <a:xfrm>
            <a:off x="64922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1" name="Connector 1170"/>
          <p:cNvCxnSpPr/>
          <p:nvPr/>
        </p:nvCxnSpPr>
        <p:spPr>
          <a:xfrm>
            <a:off x="70637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2" name="Connector 1171"/>
          <p:cNvCxnSpPr/>
          <p:nvPr/>
        </p:nvCxnSpPr>
        <p:spPr>
          <a:xfrm>
            <a:off x="76352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3" name="Connector 1172"/>
          <p:cNvCxnSpPr/>
          <p:nvPr/>
        </p:nvCxnSpPr>
        <p:spPr>
          <a:xfrm>
            <a:off x="6244264" y="5404104"/>
            <a:ext cx="455269"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174" name="Oval 1173"/>
          <p:cNvSpPr/>
          <p:nvPr/>
        </p:nvSpPr>
        <p:spPr>
          <a:xfrm>
            <a:off x="6428810" y="53538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75" name="Connector 1174"/>
          <p:cNvCxnSpPr/>
          <p:nvPr/>
        </p:nvCxnSpPr>
        <p:spPr>
          <a:xfrm>
            <a:off x="5349240" y="55961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6" name="Connector 1175"/>
          <p:cNvCxnSpPr/>
          <p:nvPr/>
        </p:nvCxnSpPr>
        <p:spPr>
          <a:xfrm>
            <a:off x="53492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7" name="Connector 1176"/>
          <p:cNvCxnSpPr/>
          <p:nvPr/>
        </p:nvCxnSpPr>
        <p:spPr>
          <a:xfrm>
            <a:off x="59207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8" name="Connector 1177"/>
          <p:cNvCxnSpPr/>
          <p:nvPr/>
        </p:nvCxnSpPr>
        <p:spPr>
          <a:xfrm>
            <a:off x="64922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79" name="Connector 1178"/>
          <p:cNvCxnSpPr/>
          <p:nvPr/>
        </p:nvCxnSpPr>
        <p:spPr>
          <a:xfrm>
            <a:off x="70637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80" name="Connector 1179"/>
          <p:cNvCxnSpPr/>
          <p:nvPr/>
        </p:nvCxnSpPr>
        <p:spPr>
          <a:xfrm>
            <a:off x="76352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81" name="Connector 1180"/>
          <p:cNvCxnSpPr/>
          <p:nvPr/>
        </p:nvCxnSpPr>
        <p:spPr>
          <a:xfrm>
            <a:off x="6813708" y="5596128"/>
            <a:ext cx="369647"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182" name="Oval 1181"/>
          <p:cNvSpPr/>
          <p:nvPr/>
        </p:nvSpPr>
        <p:spPr>
          <a:xfrm>
            <a:off x="6958584" y="55366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3" name="TextBox 1182"/>
          <p:cNvSpPr txBox="1"/>
          <p:nvPr/>
        </p:nvSpPr>
        <p:spPr>
          <a:xfrm>
            <a:off x="7680960" y="53035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0.49</a:t>
            </a:r>
          </a:p>
        </p:txBody>
      </p:sp>
      <p:sp>
        <p:nvSpPr>
          <p:cNvPr id="1184" name="TextBox 1183"/>
          <p:cNvSpPr txBox="1"/>
          <p:nvPr/>
        </p:nvSpPr>
        <p:spPr>
          <a:xfrm>
            <a:off x="7680960" y="54864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0.73</a:t>
            </a:r>
          </a:p>
        </p:txBody>
      </p:sp>
      <p:cxnSp>
        <p:nvCxnSpPr>
          <p:cNvPr id="1185" name="Connector 1184"/>
          <p:cNvCxnSpPr/>
          <p:nvPr/>
        </p:nvCxnSpPr>
        <p:spPr>
          <a:xfrm>
            <a:off x="8549640" y="54041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86" name="Connector 1185"/>
          <p:cNvCxnSpPr/>
          <p:nvPr/>
        </p:nvCxnSpPr>
        <p:spPr>
          <a:xfrm>
            <a:off x="85496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87" name="Connector 1186"/>
          <p:cNvCxnSpPr/>
          <p:nvPr/>
        </p:nvCxnSpPr>
        <p:spPr>
          <a:xfrm>
            <a:off x="91211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88" name="Connector 1187"/>
          <p:cNvCxnSpPr/>
          <p:nvPr/>
        </p:nvCxnSpPr>
        <p:spPr>
          <a:xfrm>
            <a:off x="9692639"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89" name="Connector 1188"/>
          <p:cNvCxnSpPr/>
          <p:nvPr/>
        </p:nvCxnSpPr>
        <p:spPr>
          <a:xfrm>
            <a:off x="102641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0" name="Connector 1189"/>
          <p:cNvCxnSpPr/>
          <p:nvPr/>
        </p:nvCxnSpPr>
        <p:spPr>
          <a:xfrm>
            <a:off x="10835640" y="53675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1" name="Connector 1190"/>
          <p:cNvCxnSpPr/>
          <p:nvPr/>
        </p:nvCxnSpPr>
        <p:spPr>
          <a:xfrm>
            <a:off x="9326828" y="5404104"/>
            <a:ext cx="595818"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192" name="Oval 1191"/>
          <p:cNvSpPr/>
          <p:nvPr/>
        </p:nvSpPr>
        <p:spPr>
          <a:xfrm>
            <a:off x="9568264" y="5353812"/>
            <a:ext cx="100584" cy="100584"/>
          </a:xfrm>
          <a:prstGeom prst="ellipse">
            <a:avLst/>
          </a:prstGeom>
          <a:solidFill>
            <a:srgbClr val="8A83D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93" name="Connector 1192"/>
          <p:cNvCxnSpPr/>
          <p:nvPr/>
        </p:nvCxnSpPr>
        <p:spPr>
          <a:xfrm>
            <a:off x="8549640" y="5596128"/>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4" name="Connector 1193"/>
          <p:cNvCxnSpPr/>
          <p:nvPr/>
        </p:nvCxnSpPr>
        <p:spPr>
          <a:xfrm>
            <a:off x="85496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5" name="Connector 1194"/>
          <p:cNvCxnSpPr/>
          <p:nvPr/>
        </p:nvCxnSpPr>
        <p:spPr>
          <a:xfrm>
            <a:off x="91211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6" name="Connector 1195"/>
          <p:cNvCxnSpPr/>
          <p:nvPr/>
        </p:nvCxnSpPr>
        <p:spPr>
          <a:xfrm>
            <a:off x="9692639"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7" name="Connector 1196"/>
          <p:cNvCxnSpPr/>
          <p:nvPr/>
        </p:nvCxnSpPr>
        <p:spPr>
          <a:xfrm>
            <a:off x="102641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8" name="Connector 1197"/>
          <p:cNvCxnSpPr/>
          <p:nvPr/>
        </p:nvCxnSpPr>
        <p:spPr>
          <a:xfrm>
            <a:off x="10835640" y="5559552"/>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199" name="Connector 1198"/>
          <p:cNvCxnSpPr/>
          <p:nvPr/>
        </p:nvCxnSpPr>
        <p:spPr>
          <a:xfrm>
            <a:off x="9825273" y="5596128"/>
            <a:ext cx="496732" cy="0"/>
          </a:xfrm>
          <a:prstGeom prst="line">
            <a:avLst/>
          </a:prstGeom>
          <a:ln w="31750">
            <a:solidFill>
              <a:srgbClr val="FF0053"/>
            </a:solidFill>
          </a:ln>
        </p:spPr>
        <p:style>
          <a:lnRef idx="2">
            <a:schemeClr val="accent1"/>
          </a:lnRef>
          <a:fillRef idx="0">
            <a:schemeClr val="accent1"/>
          </a:fillRef>
          <a:effectRef idx="1">
            <a:schemeClr val="accent1"/>
          </a:effectRef>
          <a:fontRef idx="minor">
            <a:schemeClr val="tx1"/>
          </a:fontRef>
        </p:style>
      </p:cxnSp>
      <p:sp>
        <p:nvSpPr>
          <p:cNvPr id="1200" name="Oval 1199"/>
          <p:cNvSpPr/>
          <p:nvPr/>
        </p:nvSpPr>
        <p:spPr>
          <a:xfrm>
            <a:off x="10014204" y="5536692"/>
            <a:ext cx="118872" cy="118872"/>
          </a:xfrm>
          <a:prstGeom prst="ellipse">
            <a:avLst/>
          </a:prstGeom>
          <a:solidFill>
            <a:srgbClr val="FF005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1" name="TextBox 1200"/>
          <p:cNvSpPr txBox="1"/>
          <p:nvPr/>
        </p:nvSpPr>
        <p:spPr>
          <a:xfrm>
            <a:off x="11018520" y="5303520"/>
            <a:ext cx="822960" cy="201168"/>
          </a:xfrm>
          <a:prstGeom prst="rect">
            <a:avLst/>
          </a:prstGeom>
          <a:noFill/>
        </p:spPr>
        <p:txBody>
          <a:bodyPr wrap="square" lIns="0" tIns="0" rIns="0" bIns="0" anchor="t"/>
          <a:lstStyle/>
          <a:p>
            <a:pPr algn="l">
              <a:lnSpc>
                <a:spcPct val="110000"/>
              </a:lnSpc>
              <a:spcAft>
                <a:spcPts val="0"/>
              </a:spcAft>
            </a:pPr>
            <a:r>
              <a:rPr sz="1000" b="0" i="0">
                <a:solidFill>
                  <a:srgbClr val="8B8599"/>
                </a:solidFill>
                <a:latin typeface="Montserrat"/>
                <a:ea typeface="Montserrat"/>
                <a:cs typeface="Montserrat"/>
              </a:rPr>
              <a:t>0.68</a:t>
            </a:r>
          </a:p>
        </p:txBody>
      </p:sp>
      <p:sp>
        <p:nvSpPr>
          <p:cNvPr id="1202" name="TextBox 1201"/>
          <p:cNvSpPr txBox="1"/>
          <p:nvPr/>
        </p:nvSpPr>
        <p:spPr>
          <a:xfrm>
            <a:off x="11018520" y="5486400"/>
            <a:ext cx="822960" cy="228600"/>
          </a:xfrm>
          <a:prstGeom prst="rect">
            <a:avLst/>
          </a:prstGeom>
          <a:noFill/>
        </p:spPr>
        <p:txBody>
          <a:bodyPr wrap="square" lIns="0" tIns="0" rIns="0" bIns="0" anchor="t"/>
          <a:lstStyle/>
          <a:p>
            <a:pPr algn="l">
              <a:lnSpc>
                <a:spcPct val="110000"/>
              </a:lnSpc>
              <a:spcAft>
                <a:spcPts val="0"/>
              </a:spcAft>
            </a:pPr>
            <a:r>
              <a:rPr sz="1200" b="1" i="0">
                <a:solidFill>
                  <a:srgbClr val="1C1D22"/>
                </a:solidFill>
                <a:latin typeface="Montserrat"/>
                <a:ea typeface="Montserrat"/>
                <a:cs typeface="Montserrat"/>
              </a:rPr>
              <a:t>0.80</a:t>
            </a:r>
          </a:p>
        </p:txBody>
      </p:sp>
      <p:cxnSp>
        <p:nvCxnSpPr>
          <p:cNvPr id="1203" name="Connector 1202"/>
          <p:cNvCxnSpPr/>
          <p:nvPr/>
        </p:nvCxnSpPr>
        <p:spPr>
          <a:xfrm>
            <a:off x="346075" y="5724144"/>
            <a:ext cx="11479860" cy="0"/>
          </a:xfrm>
          <a:prstGeom prst="line">
            <a:avLst/>
          </a:prstGeom>
          <a:ln w="6350">
            <a:solidFill>
              <a:srgbClr val="C9C3DA"/>
            </a:solidFill>
          </a:ln>
        </p:spPr>
        <p:style>
          <a:lnRef idx="2">
            <a:schemeClr val="accent1"/>
          </a:lnRef>
          <a:fillRef idx="0">
            <a:schemeClr val="accent1"/>
          </a:fillRef>
          <a:effectRef idx="1">
            <a:schemeClr val="accent1"/>
          </a:effectRef>
          <a:fontRef idx="minor">
            <a:schemeClr val="tx1"/>
          </a:fontRef>
        </p:style>
      </p:cxnSp>
      <p:sp>
        <p:nvSpPr>
          <p:cNvPr id="1204" name="Rectangle 1203"/>
          <p:cNvSpPr/>
          <p:nvPr/>
        </p:nvSpPr>
        <p:spPr>
          <a:xfrm>
            <a:off x="346075" y="5870448"/>
            <a:ext cx="274320" cy="91440"/>
          </a:xfrm>
          <a:prstGeom prst="rect">
            <a:avLst/>
          </a:prstGeom>
          <a:solidFill>
            <a:srgbClr val="8A83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5" name="TextBox 1204"/>
          <p:cNvSpPr txBox="1"/>
          <p:nvPr/>
        </p:nvSpPr>
        <p:spPr>
          <a:xfrm>
            <a:off x="693547" y="5806440"/>
            <a:ext cx="3931920" cy="228600"/>
          </a:xfrm>
          <a:prstGeom prst="rect">
            <a:avLst/>
          </a:prstGeom>
          <a:noFill/>
        </p:spPr>
        <p:txBody>
          <a:bodyPr wrap="square" lIns="0" tIns="0" rIns="0" bIns="0" anchor="t"/>
          <a:lstStyle/>
          <a:p>
            <a:pPr algn="l">
              <a:lnSpc>
                <a:spcPct val="110000"/>
              </a:lnSpc>
              <a:spcAft>
                <a:spcPts val="0"/>
              </a:spcAft>
            </a:pPr>
            <a:r>
              <a:rPr sz="1050" b="0" i="0">
                <a:solidFill>
                  <a:srgbClr val="4A4458"/>
                </a:solidFill>
                <a:latin typeface="Montserrat"/>
                <a:ea typeface="Montserrat"/>
                <a:cs typeface="Montserrat"/>
              </a:rPr>
              <a:t>базовая геометрия без нейросети</a:t>
            </a:r>
          </a:p>
        </p:txBody>
      </p:sp>
      <p:sp>
        <p:nvSpPr>
          <p:cNvPr id="1206" name="Rectangle 1205"/>
          <p:cNvSpPr/>
          <p:nvPr/>
        </p:nvSpPr>
        <p:spPr>
          <a:xfrm>
            <a:off x="4572000" y="5870448"/>
            <a:ext cx="274320" cy="91440"/>
          </a:xfrm>
          <a:prstGeom prst="rect">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7" name="TextBox 1206"/>
          <p:cNvSpPr txBox="1"/>
          <p:nvPr/>
        </p:nvSpPr>
        <p:spPr>
          <a:xfrm>
            <a:off x="4919472" y="5806440"/>
            <a:ext cx="3383280" cy="228600"/>
          </a:xfrm>
          <a:prstGeom prst="rect">
            <a:avLst/>
          </a:prstGeom>
          <a:noFill/>
        </p:spPr>
        <p:txBody>
          <a:bodyPr wrap="square" lIns="0" tIns="0" rIns="0" bIns="0" anchor="t"/>
          <a:lstStyle/>
          <a:p>
            <a:pPr algn="l">
              <a:lnSpc>
                <a:spcPct val="110000"/>
              </a:lnSpc>
              <a:spcAft>
                <a:spcPts val="0"/>
              </a:spcAft>
            </a:pPr>
            <a:r>
              <a:rPr sz="1050" b="0" i="0">
                <a:solidFill>
                  <a:srgbClr val="4A4458"/>
                </a:solidFill>
                <a:latin typeface="Montserrat"/>
                <a:ea typeface="Montserrat"/>
                <a:cs typeface="Montserrat"/>
              </a:rPr>
              <a:t>текущая версия сервиса</a:t>
            </a:r>
          </a:p>
        </p:txBody>
      </p:sp>
      <p:sp>
        <p:nvSpPr>
          <p:cNvPr id="1208" name="TextBox 1207"/>
          <p:cNvSpPr txBox="1"/>
          <p:nvPr/>
        </p:nvSpPr>
        <p:spPr>
          <a:xfrm>
            <a:off x="8321040" y="5806440"/>
            <a:ext cx="3502152" cy="228600"/>
          </a:xfrm>
          <a:prstGeom prst="rect">
            <a:avLst/>
          </a:prstGeom>
          <a:noFill/>
        </p:spPr>
        <p:txBody>
          <a:bodyPr wrap="square" lIns="0" tIns="0" rIns="0" bIns="0" anchor="t"/>
          <a:lstStyle/>
          <a:p>
            <a:pPr algn="r">
              <a:lnSpc>
                <a:spcPct val="110000"/>
              </a:lnSpc>
              <a:spcAft>
                <a:spcPts val="0"/>
              </a:spcAft>
            </a:pPr>
            <a:endParaRPr/>
          </a:p>
        </p:txBody>
      </p:sp>
      <p:sp>
        <p:nvSpPr>
          <p:cNvPr id="1209" name="TextBox 1208"/>
          <p:cNvSpPr txBox="1"/>
          <p:nvPr/>
        </p:nvSpPr>
        <p:spPr>
          <a:xfrm>
            <a:off x="346075" y="6117336"/>
            <a:ext cx="11479860" cy="228600"/>
          </a:xfrm>
          <a:prstGeom prst="rect">
            <a:avLst/>
          </a:prstGeom>
          <a:noFill/>
        </p:spPr>
        <p:txBody>
          <a:bodyPr wrap="square" lIns="0" tIns="0" rIns="0" bIns="0" anchor="t"/>
          <a:lstStyle/>
          <a:p>
            <a:r>
              <a:rPr sz="1000">
                <a:latin typeface="Montserrat"/>
              </a:rPr>
              <a:t>Синяя — прежняя OOF-оценка; розовая — текущие сводные числа без полного OOF. Розовые 95% интервалы приближённые; метод — в репозитории.</a:t>
            </a:r>
          </a:p>
        </p:txBody>
      </p:sp>
      <p:cxnSp>
        <p:nvCxnSpPr>
          <p:cNvPr id="1210" name="Connector 1209"/>
          <p:cNvCxnSpPr/>
          <p:nvPr/>
        </p:nvCxnSpPr>
        <p:spPr>
          <a:xfrm>
            <a:off x="5349240" y="22037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11" name="Connector 1210"/>
          <p:cNvCxnSpPr/>
          <p:nvPr/>
        </p:nvCxnSpPr>
        <p:spPr>
          <a:xfrm>
            <a:off x="53492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12" name="Connector 1211"/>
          <p:cNvCxnSpPr/>
          <p:nvPr/>
        </p:nvCxnSpPr>
        <p:spPr>
          <a:xfrm>
            <a:off x="59207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13" name="Connector 1212"/>
          <p:cNvCxnSpPr/>
          <p:nvPr/>
        </p:nvCxnSpPr>
        <p:spPr>
          <a:xfrm>
            <a:off x="64922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14" name="Connector 1213"/>
          <p:cNvCxnSpPr/>
          <p:nvPr/>
        </p:nvCxnSpPr>
        <p:spPr>
          <a:xfrm>
            <a:off x="70637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15" name="Connector 1214"/>
          <p:cNvCxnSpPr/>
          <p:nvPr/>
        </p:nvCxnSpPr>
        <p:spPr>
          <a:xfrm>
            <a:off x="76352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16" name="Connector 1215"/>
          <p:cNvCxnSpPr/>
          <p:nvPr/>
        </p:nvCxnSpPr>
        <p:spPr>
          <a:xfrm>
            <a:off x="5524923" y="2203704"/>
            <a:ext cx="1071225"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217" name="Oval 1216"/>
          <p:cNvSpPr/>
          <p:nvPr/>
        </p:nvSpPr>
        <p:spPr>
          <a:xfrm>
            <a:off x="6030468" y="2153412"/>
            <a:ext cx="100584" cy="100584"/>
          </a:xfrm>
          <a:prstGeom prst="ellipse">
            <a:avLst/>
          </a:prstGeom>
          <a:solidFill>
            <a:srgbClr val="8A83D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TextBox 1217"/>
          <p:cNvSpPr txBox="1"/>
          <p:nvPr/>
        </p:nvSpPr>
        <p:spPr>
          <a:xfrm>
            <a:off x="7680960" y="2103120"/>
            <a:ext cx="822960" cy="201168"/>
          </a:xfrm>
          <a:prstGeom prst="rect">
            <a:avLst/>
          </a:prstGeom>
          <a:noFill/>
        </p:spPr>
        <p:txBody>
          <a:bodyPr wrap="none" lIns="0" rIns="0" tIns="0" bIns="0">
            <a:spAutoFit/>
          </a:bodyPr>
          <a:lstStyle/>
          <a:p>
            <a:r>
              <a:rPr sz="1000">
                <a:solidFill>
                  <a:srgbClr val="8B8599"/>
                </a:solidFill>
                <a:latin typeface="Montserrat"/>
              </a:rPr>
              <a:t>0.32</a:t>
            </a:r>
          </a:p>
        </p:txBody>
      </p:sp>
      <p:cxnSp>
        <p:nvCxnSpPr>
          <p:cNvPr id="1219" name="Connector 1218"/>
          <p:cNvCxnSpPr/>
          <p:nvPr/>
        </p:nvCxnSpPr>
        <p:spPr>
          <a:xfrm>
            <a:off x="8549640" y="22037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0" name="Connector 1219"/>
          <p:cNvCxnSpPr/>
          <p:nvPr/>
        </p:nvCxnSpPr>
        <p:spPr>
          <a:xfrm>
            <a:off x="85496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1" name="Connector 1220"/>
          <p:cNvCxnSpPr/>
          <p:nvPr/>
        </p:nvCxnSpPr>
        <p:spPr>
          <a:xfrm>
            <a:off x="91211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2" name="Connector 1221"/>
          <p:cNvCxnSpPr/>
          <p:nvPr/>
        </p:nvCxnSpPr>
        <p:spPr>
          <a:xfrm>
            <a:off x="96926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3" name="Connector 1222"/>
          <p:cNvCxnSpPr/>
          <p:nvPr/>
        </p:nvCxnSpPr>
        <p:spPr>
          <a:xfrm>
            <a:off x="102641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4" name="Connector 1223"/>
          <p:cNvCxnSpPr/>
          <p:nvPr/>
        </p:nvCxnSpPr>
        <p:spPr>
          <a:xfrm>
            <a:off x="10835640" y="21671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5" name="Connector 1224"/>
          <p:cNvCxnSpPr/>
          <p:nvPr/>
        </p:nvCxnSpPr>
        <p:spPr>
          <a:xfrm>
            <a:off x="9236982" y="2203704"/>
            <a:ext cx="1423261"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226" name="Oval 1225"/>
          <p:cNvSpPr/>
          <p:nvPr/>
        </p:nvSpPr>
        <p:spPr>
          <a:xfrm>
            <a:off x="10109380" y="2153412"/>
            <a:ext cx="100584" cy="100584"/>
          </a:xfrm>
          <a:prstGeom prst="ellipse">
            <a:avLst/>
          </a:prstGeom>
          <a:solidFill>
            <a:srgbClr val="8A83D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TextBox 1226"/>
          <p:cNvSpPr txBox="1"/>
          <p:nvPr/>
        </p:nvSpPr>
        <p:spPr>
          <a:xfrm>
            <a:off x="11018520" y="2103120"/>
            <a:ext cx="822960" cy="201168"/>
          </a:xfrm>
          <a:prstGeom prst="rect">
            <a:avLst/>
          </a:prstGeom>
          <a:noFill/>
        </p:spPr>
        <p:txBody>
          <a:bodyPr wrap="none" lIns="0" rIns="0" tIns="0" bIns="0">
            <a:spAutoFit/>
          </a:bodyPr>
          <a:lstStyle/>
          <a:p>
            <a:r>
              <a:rPr sz="1000">
                <a:solidFill>
                  <a:srgbClr val="8B8599"/>
                </a:solidFill>
                <a:latin typeface="Montserrat"/>
              </a:rPr>
              <a:t>0.82</a:t>
            </a:r>
          </a:p>
        </p:txBody>
      </p:sp>
      <p:cxnSp>
        <p:nvCxnSpPr>
          <p:cNvPr id="1228" name="Connector 1227"/>
          <p:cNvCxnSpPr/>
          <p:nvPr/>
        </p:nvCxnSpPr>
        <p:spPr>
          <a:xfrm>
            <a:off x="5349240" y="26609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29" name="Connector 1228"/>
          <p:cNvCxnSpPr/>
          <p:nvPr/>
        </p:nvCxnSpPr>
        <p:spPr>
          <a:xfrm>
            <a:off x="5349240" y="2624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30" name="Connector 1229"/>
          <p:cNvCxnSpPr/>
          <p:nvPr/>
        </p:nvCxnSpPr>
        <p:spPr>
          <a:xfrm>
            <a:off x="5920740" y="2624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31" name="Connector 1230"/>
          <p:cNvCxnSpPr/>
          <p:nvPr/>
        </p:nvCxnSpPr>
        <p:spPr>
          <a:xfrm>
            <a:off x="6492240" y="2624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32" name="Connector 1231"/>
          <p:cNvCxnSpPr/>
          <p:nvPr/>
        </p:nvCxnSpPr>
        <p:spPr>
          <a:xfrm>
            <a:off x="7063740" y="2624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33" name="Connector 1232"/>
          <p:cNvCxnSpPr/>
          <p:nvPr/>
        </p:nvCxnSpPr>
        <p:spPr>
          <a:xfrm>
            <a:off x="7635240" y="2624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34" name="Connector 1233"/>
          <p:cNvCxnSpPr/>
          <p:nvPr/>
        </p:nvCxnSpPr>
        <p:spPr>
          <a:xfrm>
            <a:off x="5349240" y="2660904"/>
            <a:ext cx="1103586"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235" name="Oval 1234"/>
          <p:cNvSpPr/>
          <p:nvPr/>
        </p:nvSpPr>
        <p:spPr>
          <a:xfrm>
            <a:off x="5870448" y="2610612"/>
            <a:ext cx="100584" cy="100584"/>
          </a:xfrm>
          <a:prstGeom prst="ellipse">
            <a:avLst/>
          </a:prstGeom>
          <a:solidFill>
            <a:srgbClr val="8A83D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TextBox 1235"/>
          <p:cNvSpPr txBox="1"/>
          <p:nvPr/>
        </p:nvSpPr>
        <p:spPr>
          <a:xfrm>
            <a:off x="7680960" y="2560320"/>
            <a:ext cx="822960" cy="201168"/>
          </a:xfrm>
          <a:prstGeom prst="rect">
            <a:avLst/>
          </a:prstGeom>
          <a:noFill/>
        </p:spPr>
        <p:txBody>
          <a:bodyPr wrap="none" lIns="0" rIns="0" tIns="0" bIns="0">
            <a:spAutoFit/>
          </a:bodyPr>
          <a:lstStyle/>
          <a:p>
            <a:r>
              <a:rPr sz="1000">
                <a:solidFill>
                  <a:srgbClr val="8B8599"/>
                </a:solidFill>
                <a:latin typeface="Montserrat"/>
              </a:rPr>
              <a:t>0.25</a:t>
            </a:r>
          </a:p>
        </p:txBody>
      </p:sp>
      <p:cxnSp>
        <p:nvCxnSpPr>
          <p:cNvPr id="1237" name="Connector 1236"/>
          <p:cNvCxnSpPr/>
          <p:nvPr/>
        </p:nvCxnSpPr>
        <p:spPr>
          <a:xfrm>
            <a:off x="8549640" y="2660904"/>
            <a:ext cx="2286000" cy="0"/>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38" name="Connector 1237"/>
          <p:cNvCxnSpPr/>
          <p:nvPr/>
        </p:nvCxnSpPr>
        <p:spPr>
          <a:xfrm>
            <a:off x="8549640" y="2624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39" name="Connector 1238"/>
          <p:cNvCxnSpPr/>
          <p:nvPr/>
        </p:nvCxnSpPr>
        <p:spPr>
          <a:xfrm>
            <a:off x="9121140" y="2624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40" name="Connector 1239"/>
          <p:cNvCxnSpPr/>
          <p:nvPr/>
        </p:nvCxnSpPr>
        <p:spPr>
          <a:xfrm>
            <a:off x="9692640" y="2624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41" name="Connector 1240"/>
          <p:cNvCxnSpPr/>
          <p:nvPr/>
        </p:nvCxnSpPr>
        <p:spPr>
          <a:xfrm>
            <a:off x="10264140" y="2624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42" name="Connector 1241"/>
          <p:cNvCxnSpPr/>
          <p:nvPr/>
        </p:nvCxnSpPr>
        <p:spPr>
          <a:xfrm>
            <a:off x="10835640" y="2624328"/>
            <a:ext cx="0" cy="73152"/>
          </a:xfrm>
          <a:prstGeom prst="line">
            <a:avLst/>
          </a:prstGeom>
          <a:ln w="9525">
            <a:solidFill>
              <a:srgbClr val="C9C3DA"/>
            </a:solidFill>
          </a:ln>
        </p:spPr>
        <p:style>
          <a:lnRef idx="2">
            <a:schemeClr val="accent1"/>
          </a:lnRef>
          <a:fillRef idx="0">
            <a:schemeClr val="accent1"/>
          </a:fillRef>
          <a:effectRef idx="1">
            <a:schemeClr val="accent1"/>
          </a:effectRef>
          <a:fontRef idx="minor">
            <a:schemeClr val="tx1"/>
          </a:fontRef>
        </p:style>
      </p:cxnSp>
      <p:cxnSp>
        <p:nvCxnSpPr>
          <p:cNvPr id="1243" name="Connector 1242"/>
          <p:cNvCxnSpPr/>
          <p:nvPr/>
        </p:nvCxnSpPr>
        <p:spPr>
          <a:xfrm>
            <a:off x="9767822" y="2660904"/>
            <a:ext cx="776197" cy="0"/>
          </a:xfrm>
          <a:prstGeom prst="line">
            <a:avLst/>
          </a:prstGeom>
          <a:ln w="38100">
            <a:solidFill>
              <a:srgbClr val="8A83D1"/>
            </a:solidFill>
          </a:ln>
        </p:spPr>
        <p:style>
          <a:lnRef idx="2">
            <a:schemeClr val="accent1"/>
          </a:lnRef>
          <a:fillRef idx="0">
            <a:schemeClr val="accent1"/>
          </a:fillRef>
          <a:effectRef idx="1">
            <a:schemeClr val="accent1"/>
          </a:effectRef>
          <a:fontRef idx="minor">
            <a:schemeClr val="tx1"/>
          </a:fontRef>
        </p:style>
      </p:cxnSp>
      <p:sp>
        <p:nvSpPr>
          <p:cNvPr id="1244" name="Oval 1243"/>
          <p:cNvSpPr/>
          <p:nvPr/>
        </p:nvSpPr>
        <p:spPr>
          <a:xfrm>
            <a:off x="10113246" y="2610612"/>
            <a:ext cx="100584" cy="100584"/>
          </a:xfrm>
          <a:prstGeom prst="ellipse">
            <a:avLst/>
          </a:prstGeom>
          <a:solidFill>
            <a:srgbClr val="8A83D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TextBox 1244"/>
          <p:cNvSpPr txBox="1"/>
          <p:nvPr/>
        </p:nvSpPr>
        <p:spPr>
          <a:xfrm>
            <a:off x="11018520" y="2560320"/>
            <a:ext cx="822960" cy="201168"/>
          </a:xfrm>
          <a:prstGeom prst="rect">
            <a:avLst/>
          </a:prstGeom>
          <a:noFill/>
        </p:spPr>
        <p:txBody>
          <a:bodyPr wrap="none" lIns="0" rIns="0" tIns="0" bIns="0">
            <a:spAutoFit/>
          </a:bodyPr>
          <a:lstStyle/>
          <a:p>
            <a:r>
              <a:rPr sz="1000">
                <a:solidFill>
                  <a:srgbClr val="8B8599"/>
                </a:solidFill>
                <a:latin typeface="Montserrat"/>
              </a:rPr>
              <a:t>0.82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Rounded Rectangle 1"/>
          <p:cNvSpPr/>
          <p:nvPr/>
        </p:nvSpPr>
        <p:spPr>
          <a:xfrm>
            <a:off x="346075" y="324562"/>
            <a:ext cx="2935224" cy="620919"/>
          </a:xfrm>
          <a:prstGeom prst="roundRect">
            <a:avLst>
              <a:gd name="adj" fmla="val 18700"/>
            </a:avLst>
          </a:prstGeom>
          <a:solidFill>
            <a:srgbClr val="520977"/>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ЭКСПЕРИМЕНТЫ</a:t>
            </a:r>
          </a:p>
        </p:txBody>
      </p:sp>
      <p:sp>
        <p:nvSpPr>
          <p:cNvPr id="3" name="TextBox 2"/>
          <p:cNvSpPr txBox="1"/>
          <p:nvPr/>
        </p:nvSpPr>
        <p:spPr>
          <a:xfrm>
            <a:off x="346075" y="1097280"/>
            <a:ext cx="11338560" cy="822960"/>
          </a:xfrm>
          <a:prstGeom prst="rect">
            <a:avLst/>
          </a:prstGeom>
          <a:noFill/>
        </p:spPr>
        <p:txBody>
          <a:bodyPr wrap="square" lIns="0" tIns="0" rIns="0" bIns="0" anchor="t"/>
          <a:lstStyle/>
          <a:p>
            <a:pPr algn="l">
              <a:lnSpc>
                <a:spcPct val="102000"/>
              </a:lnSpc>
              <a:spcAft>
                <a:spcPts val="0"/>
              </a:spcAft>
            </a:pPr>
            <a:r>
              <a:rPr sz="2200" b="1" i="0">
                <a:solidFill>
                  <a:srgbClr val="520977"/>
                </a:solidFill>
                <a:latin typeface="Montserrat"/>
                <a:ea typeface="Montserrat"/>
                <a:cs typeface="Montserrat"/>
              </a:rPr>
              <a:t>Сравнение моделей ротации и посторонних предметов, OOF</a:t>
            </a:r>
          </a:p>
        </p:txBody>
      </p:sp>
      <p:sp>
        <p:nvSpPr>
          <p:cNvPr id="902" name="Номер слайда"/>
          <p:cNvSpPr>
            <a:spLocks noGrp="1"/>
          </p:cNvSpPr>
          <p:nvPr>
            <p:ph type="sldNum" sz="quarter" idx="4"/>
          </p:nvPr>
        </p:nvSpPr>
        <p:spPr>
          <a:xfrm>
            <a:off x="11064240" y="6355080"/>
            <a:ext cx="868680" cy="365760"/>
          </a:xfrm>
        </p:spPr>
        <p:txBody>
          <a:bodyPr/>
          <a:lstStyle/>
          <a:p>
            <a:r>
              <a:rPr/>
              <a:t>7</a:t>
            </a:r>
          </a:p>
        </p:txBody>
      </p:sp>
      <p:sp>
        <p:nvSpPr>
          <p:cNvPr id="903" name="TextBox 902"/>
          <p:cNvSpPr txBox="1"/>
          <p:nvPr/>
        </p:nvSpPr>
        <p:spPr>
          <a:xfrm>
            <a:off x="346075" y="1828800"/>
            <a:ext cx="5486400" cy="320040"/>
          </a:xfrm>
          <a:prstGeom prst="rect">
            <a:avLst/>
          </a:prstGeom>
          <a:noFill/>
        </p:spPr>
        <p:txBody>
          <a:bodyPr wrap="square" lIns="0" tIns="0" rIns="0" bIns="0" anchor="t"/>
          <a:lstStyle/>
          <a:p>
            <a:pPr algn="l">
              <a:lnSpc>
                <a:spcPct val="110000"/>
              </a:lnSpc>
              <a:spcAft>
                <a:spcPts val="0"/>
              </a:spcAft>
            </a:pPr>
            <a:r>
              <a:rPr sz="1500" b="1" i="0">
                <a:solidFill>
                  <a:srgbClr val="520977"/>
                </a:solidFill>
                <a:latin typeface="Montserrat"/>
                <a:ea typeface="Montserrat"/>
                <a:cs typeface="Montserrat"/>
              </a:rPr>
              <a:t>Ротация бедра · 36 из 150</a:t>
            </a:r>
          </a:p>
        </p:txBody>
      </p:sp>
      <p:graphicFrame>
        <p:nvGraphicFramePr>
          <p:cNvPr id="904" name="Chart 903"/>
          <p:cNvGraphicFramePr>
            <a:graphicFrameLocks noGrp="1"/>
          </p:cNvGraphicFramePr>
          <p:nvPr/>
        </p:nvGraphicFramePr>
        <p:xfrm>
          <a:off x="254635" y="2194560"/>
          <a:ext cx="3246120" cy="3246120"/>
        </p:xfrm>
        <a:graphic>
          <a:graphicData uri="http://schemas.openxmlformats.org/drawingml/2006/chart">
            <c:chart xmlns:c="http://schemas.openxmlformats.org/drawingml/2006/chart" xmlns:r="http://schemas.openxmlformats.org/officeDocument/2006/relationships" r:id="rId4"/>
          </a:graphicData>
        </a:graphic>
      </p:graphicFrame>
      <p:sp>
        <p:nvSpPr>
          <p:cNvPr id="905" name="TextBox 904"/>
          <p:cNvSpPr txBox="1"/>
          <p:nvPr/>
        </p:nvSpPr>
        <p:spPr>
          <a:xfrm>
            <a:off x="3500755" y="2084832"/>
            <a:ext cx="2606040" cy="228600"/>
          </a:xfrm>
          <a:prstGeom prst="rect">
            <a:avLst/>
          </a:prstGeom>
          <a:noFill/>
        </p:spPr>
        <p:txBody>
          <a:bodyPr wrap="square" lIns="0" tIns="0" rIns="0" bIns="0" anchor="t"/>
          <a:lstStyle/>
          <a:p>
            <a:pPr algn="l">
              <a:lnSpc>
                <a:spcPct val="110000"/>
              </a:lnSpc>
              <a:spcAft>
                <a:spcPts val="0"/>
              </a:spcAft>
            </a:pPr>
            <a:r>
              <a:rPr sz="950" b="0" i="0">
                <a:solidFill>
                  <a:srgbClr val="8B8599"/>
                </a:solidFill>
                <a:latin typeface="Montserrat"/>
                <a:ea typeface="Montserrat"/>
                <a:cs typeface="Montserrat"/>
              </a:rPr>
              <a:t>ROC-AUC (1.0 — идеал):</a:t>
            </a:r>
          </a:p>
        </p:txBody>
      </p:sp>
      <p:sp>
        <p:nvSpPr>
          <p:cNvPr id="906" name="Rectangle 905"/>
          <p:cNvSpPr/>
          <p:nvPr/>
        </p:nvSpPr>
        <p:spPr>
          <a:xfrm>
            <a:off x="3500755" y="2423160"/>
            <a:ext cx="256032" cy="91440"/>
          </a:xfrm>
          <a:prstGeom prst="rect">
            <a:avLst/>
          </a:prstGeom>
          <a:solidFill>
            <a:srgbClr val="8A83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7" name="TextBox 906"/>
          <p:cNvSpPr txBox="1"/>
          <p:nvPr/>
        </p:nvSpPr>
        <p:spPr>
          <a:xfrm>
            <a:off x="3848227" y="2340864"/>
            <a:ext cx="2286000" cy="256032"/>
          </a:xfrm>
          <a:prstGeom prst="rect">
            <a:avLst/>
          </a:prstGeom>
          <a:noFill/>
        </p:spPr>
        <p:txBody>
          <a:bodyPr wrap="square" lIns="0" tIns="0" rIns="0" bIns="0" anchor="t"/>
          <a:lstStyle/>
          <a:p>
            <a:pPr algn="l">
              <a:lnSpc>
                <a:spcPct val="110000"/>
              </a:lnSpc>
              <a:spcAft>
                <a:spcPts val="0"/>
              </a:spcAft>
            </a:pPr>
            <a:r>
              <a:rPr sz="1100" b="0" i="0">
                <a:solidFill>
                  <a:srgbClr val="1C1D22"/>
                </a:solidFill>
                <a:latin typeface="Montserrat"/>
                <a:ea typeface="Montserrat"/>
                <a:cs typeface="Montserrat"/>
              </a:rPr>
              <a:t>выступ 0.68</a:t>
            </a:r>
          </a:p>
        </p:txBody>
      </p:sp>
      <p:sp>
        <p:nvSpPr>
          <p:cNvPr id="908" name="Rectangle 907"/>
          <p:cNvSpPr/>
          <p:nvPr/>
        </p:nvSpPr>
        <p:spPr>
          <a:xfrm>
            <a:off x="3500755" y="2734056"/>
            <a:ext cx="256032" cy="91440"/>
          </a:xfrm>
          <a:prstGeom prst="rect">
            <a:avLst/>
          </a:prstGeom>
          <a:solidFill>
            <a:srgbClr val="FC3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9" name="TextBox 908"/>
          <p:cNvSpPr txBox="1"/>
          <p:nvPr/>
        </p:nvSpPr>
        <p:spPr>
          <a:xfrm>
            <a:off x="3848227" y="2651760"/>
            <a:ext cx="2286000" cy="256032"/>
          </a:xfrm>
          <a:prstGeom prst="rect">
            <a:avLst/>
          </a:prstGeom>
          <a:noFill/>
        </p:spPr>
        <p:txBody>
          <a:bodyPr wrap="square" lIns="0" tIns="0" rIns="0" bIns="0" anchor="t"/>
          <a:lstStyle/>
          <a:p>
            <a:pPr algn="l">
              <a:lnSpc>
                <a:spcPct val="110000"/>
              </a:lnSpc>
              <a:spcAft>
                <a:spcPts val="0"/>
              </a:spcAft>
            </a:pPr>
            <a:r>
              <a:rPr sz="1100" b="0" i="0">
                <a:solidFill>
                  <a:srgbClr val="1C1D22"/>
                </a:solidFill>
                <a:latin typeface="Montserrat"/>
                <a:ea typeface="Montserrat"/>
                <a:cs typeface="Montserrat"/>
              </a:rPr>
              <a:t>нейросеть 0.80</a:t>
            </a:r>
          </a:p>
        </p:txBody>
      </p:sp>
      <p:sp>
        <p:nvSpPr>
          <p:cNvPr id="910" name="Rectangle 909"/>
          <p:cNvSpPr/>
          <p:nvPr/>
        </p:nvSpPr>
        <p:spPr>
          <a:xfrm>
            <a:off x="3500755" y="3044952"/>
            <a:ext cx="256032" cy="91440"/>
          </a:xfrm>
          <a:prstGeom prst="rect">
            <a:avLst/>
          </a:prstGeom>
          <a:solidFill>
            <a:srgbClr val="5209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1" name="TextBox 910"/>
          <p:cNvSpPr txBox="1"/>
          <p:nvPr/>
        </p:nvSpPr>
        <p:spPr>
          <a:xfrm>
            <a:off x="3848227" y="2962656"/>
            <a:ext cx="2286000" cy="256032"/>
          </a:xfrm>
          <a:prstGeom prst="rect">
            <a:avLst/>
          </a:prstGeom>
          <a:noFill/>
        </p:spPr>
        <p:txBody>
          <a:bodyPr wrap="square" lIns="0" tIns="0" rIns="0" bIns="0" anchor="t"/>
          <a:lstStyle/>
          <a:p>
            <a:pPr algn="l">
              <a:lnSpc>
                <a:spcPct val="110000"/>
              </a:lnSpc>
              <a:spcAft>
                <a:spcPts val="0"/>
              </a:spcAft>
            </a:pPr>
            <a:r>
              <a:rPr sz="1100" b="1" i="0">
                <a:solidFill>
                  <a:srgbClr val="1C1D22"/>
                </a:solidFill>
                <a:latin typeface="Montserrat"/>
                <a:ea typeface="Montserrat"/>
                <a:cs typeface="Montserrat"/>
              </a:rPr>
              <a:t>нейросеть + измерение 0.82</a:t>
            </a:r>
          </a:p>
        </p:txBody>
      </p:sp>
      <p:sp>
        <p:nvSpPr>
          <p:cNvPr id="912" name="TextBox 911"/>
          <p:cNvSpPr txBox="1"/>
          <p:nvPr/>
        </p:nvSpPr>
        <p:spPr>
          <a:xfrm>
            <a:off x="3500755" y="3429000"/>
            <a:ext cx="2606040" cy="502920"/>
          </a:xfrm>
          <a:prstGeom prst="rect">
            <a:avLst/>
          </a:prstGeom>
          <a:noFill/>
        </p:spPr>
        <p:txBody>
          <a:bodyPr wrap="square" lIns="0" tIns="0" rIns="0" bIns="0" anchor="t"/>
          <a:lstStyle/>
          <a:p>
            <a:pPr algn="l">
              <a:lnSpc>
                <a:spcPct val="105000"/>
              </a:lnSpc>
              <a:spcAft>
                <a:spcPts val="0"/>
              </a:spcAft>
            </a:pPr>
            <a:r>
              <a:rPr sz="950" b="0" i="0">
                <a:solidFill>
                  <a:srgbClr val="8B8599"/>
                </a:solidFill>
                <a:latin typeface="Montserrat"/>
                <a:ea typeface="Montserrat"/>
                <a:cs typeface="Montserrat"/>
              </a:rPr>
              <a:t>Правило объединения и порог настроены без проверочного фолда; статистическая значимость прибавки не установлена.</a:t>
            </a:r>
          </a:p>
        </p:txBody>
      </p:sp>
      <p:graphicFrame>
        <p:nvGraphicFramePr>
          <p:cNvPr id="913" name="Table 912"/>
          <p:cNvGraphicFramePr>
            <a:graphicFrameLocks noGrp="1"/>
          </p:cNvGraphicFramePr>
          <p:nvPr/>
        </p:nvGraphicFramePr>
        <p:xfrm>
          <a:off x="3500755" y="4023360"/>
          <a:ext cx="2606040" cy="893064"/>
        </p:xfrm>
        <a:graphic>
          <a:graphicData uri="http://schemas.openxmlformats.org/drawingml/2006/table">
            <a:tbl>
              <a:tblPr>
                <a:tableStyleId>{2D5ABB26-0587-4C30-8999-92F81FD0307C}</a:tableStyleId>
              </a:tblPr>
              <a:tblGrid>
                <a:gridCol w="105156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tblGrid>
              <a:tr h="274320">
                <a:tc>
                  <a:txBody>
                    <a:bodyPr/>
                    <a:lstStyle/>
                    <a:p>
                      <a:pPr algn="l"/>
                      <a:endParaRPr/>
                    </a:p>
                  </a:txBody>
                  <a:tcPr marL="45720" marR="73152" marT="27432" marB="27432" anchor="ctr">
                    <a:lnL w="0">
                      <a:noFill/>
                    </a:lnL>
                    <a:lnR w="0">
                      <a:noFill/>
                    </a:lnR>
                    <a:lnT w="0">
                      <a:noFill/>
                    </a:lnT>
                    <a:lnB w="19050">
                      <a:solidFill>
                        <a:srgbClr val="520977"/>
                      </a:solidFill>
                    </a:lnB>
                    <a:noFill/>
                  </a:tcPr>
                </a:tc>
                <a:tc>
                  <a:txBody>
                    <a:bodyPr/>
                    <a:lstStyle/>
                    <a:p>
                      <a:pPr algn="r"/>
                      <a:r>
                        <a:rPr sz="650" b="1" i="0">
                          <a:solidFill>
                            <a:srgbClr val="520977"/>
                          </a:solidFill>
                          <a:latin typeface="Montserrat"/>
                          <a:ea typeface="Montserrat"/>
                          <a:cs typeface="Montserrat"/>
                        </a:rPr>
                        <a:t>НАШЛИ</a:t>
                      </a:r>
                    </a:p>
                  </a:txBody>
                  <a:tcPr marL="64008" marR="73152" marT="27432" marB="27432" anchor="ctr">
                    <a:lnL w="0">
                      <a:noFill/>
                    </a:lnL>
                    <a:lnR w="0">
                      <a:noFill/>
                    </a:lnR>
                    <a:lnT w="0">
                      <a:noFill/>
                    </a:lnT>
                    <a:lnB w="19050">
                      <a:solidFill>
                        <a:srgbClr val="520977"/>
                      </a:solidFill>
                    </a:lnB>
                    <a:noFill/>
                  </a:tcPr>
                </a:tc>
                <a:tc>
                  <a:txBody>
                    <a:bodyPr/>
                    <a:lstStyle/>
                    <a:p>
                      <a:pPr algn="r"/>
                      <a:r>
                        <a:rPr sz="650" b="1" i="0">
                          <a:solidFill>
                            <a:srgbClr val="520977"/>
                          </a:solidFill>
                          <a:latin typeface="Montserrat"/>
                          <a:ea typeface="Montserrat"/>
                          <a:cs typeface="Montserrat"/>
                        </a:rPr>
                        <a:t>БЕЗ ЛОЖНЫХ</a:t>
                      </a:r>
                    </a:p>
                  </a:txBody>
                  <a:tcPr marL="64008" marR="73152" marT="27432" marB="27432" anchor="ctr">
                    <a:lnL w="0">
                      <a:noFill/>
                    </a:lnL>
                    <a:lnR w="0">
                      <a:noFill/>
                    </a:lnR>
                    <a:lnT w="0">
                      <a:noFill/>
                    </a:lnT>
                    <a:lnB w="19050">
                      <a:solidFill>
                        <a:srgbClr val="520977"/>
                      </a:solidFill>
                    </a:lnB>
                    <a:noFill/>
                  </a:tcPr>
                </a:tc>
                <a:tc>
                  <a:txBody>
                    <a:bodyPr/>
                    <a:lstStyle/>
                    <a:p>
                      <a:pPr algn="r"/>
                      <a:r>
                        <a:rPr sz="650" b="1" i="0">
                          <a:solidFill>
                            <a:srgbClr val="520977"/>
                          </a:solidFill>
                          <a:latin typeface="Montserrat"/>
                          <a:ea typeface="Montserrat"/>
                          <a:cs typeface="Montserrat"/>
                        </a:rPr>
                        <a:t>F1</a:t>
                      </a:r>
                    </a:p>
                  </a:txBody>
                  <a:tcPr marL="64008" marR="73152" marT="27432" marB="27432" anchor="ctr">
                    <a:lnL w="0">
                      <a:noFill/>
                    </a:lnL>
                    <a:lnR w="0">
                      <a:noFill/>
                    </a:lnR>
                    <a:lnT w="0">
                      <a:noFill/>
                    </a:lnT>
                    <a:lnB w="19050">
                      <a:solidFill>
                        <a:srgbClr val="520977"/>
                      </a:solidFill>
                    </a:lnB>
                    <a:noFill/>
                  </a:tcPr>
                </a:tc>
                <a:extLst>
                  <a:ext uri="{0D108BD9-81ED-4DB2-BD59-A6C34878D82A}">
                    <a16:rowId xmlns:a16="http://schemas.microsoft.com/office/drawing/2014/main" val="10000"/>
                  </a:ext>
                </a:extLst>
              </a:tr>
              <a:tr h="274320">
                <a:tc>
                  <a:txBody>
                    <a:bodyPr/>
                    <a:lstStyle/>
                    <a:p>
                      <a:pPr algn="l"/>
                      <a:r>
                        <a:rPr sz="950" b="0" i="0">
                          <a:solidFill>
                            <a:srgbClr val="1C1D22"/>
                          </a:solidFill>
                          <a:latin typeface="Montserrat"/>
                          <a:ea typeface="Montserrat"/>
                          <a:cs typeface="Montserrat"/>
                        </a:rPr>
                        <a:t>выступ</a:t>
                      </a:r>
                    </a:p>
                  </a:txBody>
                  <a:tcPr marL="45720"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0.61</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0.70</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0.48</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1"/>
                  </a:ext>
                </a:extLst>
              </a:tr>
              <a:tr h="274320">
                <a:tc>
                  <a:txBody>
                    <a:bodyPr/>
                    <a:lstStyle/>
                    <a:p>
                      <a:pPr algn="l"/>
                      <a:r>
                        <a:rPr sz="950" b="0" i="0">
                          <a:solidFill>
                            <a:srgbClr val="1C1D22"/>
                          </a:solidFill>
                          <a:latin typeface="Montserrat"/>
                          <a:ea typeface="Montserrat"/>
                          <a:cs typeface="Montserrat"/>
                        </a:rPr>
                        <a:t>нейросеть + измерение</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0.67</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0.76</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r"/>
                      <a:r>
                        <a:rPr sz="950" b="1" i="0">
                          <a:solidFill>
                            <a:srgbClr val="1C1D22"/>
                          </a:solidFill>
                          <a:latin typeface="Montserrat"/>
                          <a:ea typeface="Montserrat"/>
                          <a:cs typeface="Montserrat"/>
                        </a:rPr>
                        <a:t>0.55</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2"/>
                  </a:ext>
                </a:extLst>
              </a:tr>
            </a:tbl>
          </a:graphicData>
        </a:graphic>
      </p:graphicFrame>
      <p:sp>
        <p:nvSpPr>
          <p:cNvPr id="914" name="TextBox 913"/>
          <p:cNvSpPr txBox="1"/>
          <p:nvPr/>
        </p:nvSpPr>
        <p:spPr>
          <a:xfrm>
            <a:off x="346075" y="5532120"/>
            <a:ext cx="3200400" cy="228600"/>
          </a:xfrm>
          <a:prstGeom prst="rect">
            <a:avLst/>
          </a:prstGeom>
          <a:noFill/>
        </p:spPr>
        <p:txBody>
          <a:bodyPr wrap="square" lIns="0" tIns="0" rIns="0" bIns="0" anchor="t"/>
          <a:lstStyle/>
          <a:p>
            <a:pPr algn="l">
              <a:lnSpc>
                <a:spcPct val="110000"/>
              </a:lnSpc>
              <a:spcAft>
                <a:spcPts val="0"/>
              </a:spcAft>
            </a:pPr>
            <a:r>
              <a:rPr sz="950" b="0" i="0">
                <a:solidFill>
                  <a:srgbClr val="8B8599"/>
                </a:solidFill>
                <a:latin typeface="Montserrat"/>
                <a:ea typeface="Montserrat"/>
                <a:cs typeface="Montserrat"/>
              </a:rPr>
              <a:t>по горизонтали — доля ложных тревог, по вертикали — доля найденных нарушений</a:t>
            </a:r>
          </a:p>
        </p:txBody>
      </p:sp>
      <p:sp>
        <p:nvSpPr>
          <p:cNvPr id="915" name="TextBox 914"/>
          <p:cNvSpPr txBox="1"/>
          <p:nvPr/>
        </p:nvSpPr>
        <p:spPr>
          <a:xfrm>
            <a:off x="6152515" y="1828800"/>
            <a:ext cx="5486400" cy="320040"/>
          </a:xfrm>
          <a:prstGeom prst="rect">
            <a:avLst/>
          </a:prstGeom>
          <a:noFill/>
        </p:spPr>
        <p:txBody>
          <a:bodyPr wrap="square" lIns="0" tIns="0" rIns="0" bIns="0" anchor="t"/>
          <a:lstStyle/>
          <a:p>
            <a:pPr algn="l">
              <a:lnSpc>
                <a:spcPct val="110000"/>
              </a:lnSpc>
              <a:spcAft>
                <a:spcPts val="0"/>
              </a:spcAft>
            </a:pPr>
            <a:r>
              <a:rPr sz="1500" b="1" i="0">
                <a:solidFill>
                  <a:srgbClr val="520977"/>
                </a:solidFill>
                <a:latin typeface="Montserrat"/>
                <a:ea typeface="Montserrat"/>
                <a:cs typeface="Montserrat"/>
              </a:rPr>
              <a:t>Посторонние предметы · 17 из 99</a:t>
            </a:r>
          </a:p>
        </p:txBody>
      </p:sp>
      <p:graphicFrame>
        <p:nvGraphicFramePr>
          <p:cNvPr id="916" name="Chart 915"/>
          <p:cNvGraphicFramePr>
            <a:graphicFrameLocks noGrp="1"/>
          </p:cNvGraphicFramePr>
          <p:nvPr/>
        </p:nvGraphicFramePr>
        <p:xfrm>
          <a:off x="6061075" y="2194560"/>
          <a:ext cx="3246120" cy="3246120"/>
        </p:xfrm>
        <a:graphic>
          <a:graphicData uri="http://schemas.openxmlformats.org/drawingml/2006/chart">
            <c:chart xmlns:c="http://schemas.openxmlformats.org/drawingml/2006/chart" xmlns:r="http://schemas.openxmlformats.org/officeDocument/2006/relationships" r:id="rId5"/>
          </a:graphicData>
        </a:graphic>
      </p:graphicFrame>
      <p:sp>
        <p:nvSpPr>
          <p:cNvPr id="917" name="TextBox 916"/>
          <p:cNvSpPr txBox="1"/>
          <p:nvPr/>
        </p:nvSpPr>
        <p:spPr>
          <a:xfrm>
            <a:off x="9307195" y="2084832"/>
            <a:ext cx="2606040" cy="228600"/>
          </a:xfrm>
          <a:prstGeom prst="rect">
            <a:avLst/>
          </a:prstGeom>
          <a:noFill/>
        </p:spPr>
        <p:txBody>
          <a:bodyPr wrap="square" lIns="0" tIns="0" rIns="0" bIns="0" anchor="t"/>
          <a:lstStyle/>
          <a:p>
            <a:pPr algn="l">
              <a:lnSpc>
                <a:spcPct val="110000"/>
              </a:lnSpc>
              <a:spcAft>
                <a:spcPts val="0"/>
              </a:spcAft>
            </a:pPr>
            <a:r>
              <a:rPr sz="950" b="0" i="0">
                <a:solidFill>
                  <a:srgbClr val="8B8599"/>
                </a:solidFill>
                <a:latin typeface="Montserrat"/>
                <a:ea typeface="Montserrat"/>
                <a:cs typeface="Montserrat"/>
              </a:rPr>
              <a:t>ROC-AUC (1.0 — идеал):</a:t>
            </a:r>
          </a:p>
        </p:txBody>
      </p:sp>
      <p:sp>
        <p:nvSpPr>
          <p:cNvPr id="918" name="Rectangle 917"/>
          <p:cNvSpPr/>
          <p:nvPr/>
        </p:nvSpPr>
        <p:spPr>
          <a:xfrm>
            <a:off x="9307195" y="2423160"/>
            <a:ext cx="256032" cy="91440"/>
          </a:xfrm>
          <a:prstGeom prst="rect">
            <a:avLst/>
          </a:prstGeom>
          <a:solidFill>
            <a:srgbClr val="8A83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9" name="TextBox 918"/>
          <p:cNvSpPr txBox="1"/>
          <p:nvPr/>
        </p:nvSpPr>
        <p:spPr>
          <a:xfrm>
            <a:off x="9654667" y="2340864"/>
            <a:ext cx="2286000" cy="256032"/>
          </a:xfrm>
          <a:prstGeom prst="rect">
            <a:avLst/>
          </a:prstGeom>
          <a:noFill/>
        </p:spPr>
        <p:txBody>
          <a:bodyPr wrap="square" lIns="0" tIns="0" rIns="0" bIns="0" anchor="t"/>
          <a:lstStyle/>
          <a:p>
            <a:pPr algn="l">
              <a:lnSpc>
                <a:spcPct val="110000"/>
              </a:lnSpc>
              <a:spcAft>
                <a:spcPts val="0"/>
              </a:spcAft>
            </a:pPr>
            <a:r>
              <a:rPr sz="1100" b="0" i="0">
                <a:solidFill>
                  <a:srgbClr val="1C1D22"/>
                </a:solidFill>
                <a:latin typeface="Montserrat"/>
                <a:ea typeface="Montserrat"/>
                <a:cs typeface="Montserrat"/>
              </a:rPr>
              <a:t>top-hat 0.79</a:t>
            </a:r>
          </a:p>
        </p:txBody>
      </p:sp>
      <p:sp>
        <p:nvSpPr>
          <p:cNvPr id="920" name="Rectangle 919"/>
          <p:cNvSpPr/>
          <p:nvPr/>
        </p:nvSpPr>
        <p:spPr>
          <a:xfrm>
            <a:off x="9307195" y="2734056"/>
            <a:ext cx="256032" cy="91440"/>
          </a:xfrm>
          <a:prstGeom prst="rect">
            <a:avLst/>
          </a:prstGeom>
          <a:solidFill>
            <a:srgbClr val="FC3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1" name="TextBox 920"/>
          <p:cNvSpPr txBox="1"/>
          <p:nvPr/>
        </p:nvSpPr>
        <p:spPr>
          <a:xfrm>
            <a:off x="9654667" y="2651760"/>
            <a:ext cx="2286000" cy="256032"/>
          </a:xfrm>
          <a:prstGeom prst="rect">
            <a:avLst/>
          </a:prstGeom>
          <a:noFill/>
        </p:spPr>
        <p:txBody>
          <a:bodyPr wrap="square" lIns="0" tIns="0" rIns="0" bIns="0" anchor="t"/>
          <a:lstStyle/>
          <a:p>
            <a:pPr algn="l">
              <a:lnSpc>
                <a:spcPct val="110000"/>
              </a:lnSpc>
              <a:spcAft>
                <a:spcPts val="0"/>
              </a:spcAft>
            </a:pPr>
            <a:r>
              <a:rPr sz="1100" b="0" i="0">
                <a:solidFill>
                  <a:srgbClr val="1C1D22"/>
                </a:solidFill>
                <a:latin typeface="Montserrat"/>
                <a:ea typeface="Montserrat"/>
                <a:cs typeface="Montserrat"/>
              </a:rPr>
              <a:t>нейросеть 0.83</a:t>
            </a:r>
          </a:p>
        </p:txBody>
      </p:sp>
      <p:sp>
        <p:nvSpPr>
          <p:cNvPr id="922" name="Rectangle 921"/>
          <p:cNvSpPr/>
          <p:nvPr/>
        </p:nvSpPr>
        <p:spPr>
          <a:xfrm>
            <a:off x="9307195" y="3044952"/>
            <a:ext cx="256032" cy="91440"/>
          </a:xfrm>
          <a:prstGeom prst="rect">
            <a:avLst/>
          </a:prstGeom>
          <a:solidFill>
            <a:srgbClr val="5209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3" name="TextBox 922"/>
          <p:cNvSpPr txBox="1"/>
          <p:nvPr/>
        </p:nvSpPr>
        <p:spPr>
          <a:xfrm>
            <a:off x="9654667" y="2962656"/>
            <a:ext cx="2286000" cy="256032"/>
          </a:xfrm>
          <a:prstGeom prst="rect">
            <a:avLst/>
          </a:prstGeom>
          <a:noFill/>
        </p:spPr>
        <p:txBody>
          <a:bodyPr wrap="square" lIns="0" tIns="0" rIns="0" bIns="0" anchor="t"/>
          <a:lstStyle/>
          <a:p>
            <a:pPr algn="l">
              <a:lnSpc>
                <a:spcPct val="110000"/>
              </a:lnSpc>
              <a:spcAft>
                <a:spcPts val="0"/>
              </a:spcAft>
            </a:pPr>
            <a:r>
              <a:rPr sz="1100" b="1" i="0">
                <a:solidFill>
                  <a:srgbClr val="1C1D22"/>
                </a:solidFill>
                <a:latin typeface="Montserrat"/>
                <a:ea typeface="Montserrat"/>
                <a:cs typeface="Montserrat"/>
              </a:rPr>
              <a:t>нейросеть + измерение 0.85</a:t>
            </a:r>
          </a:p>
        </p:txBody>
      </p:sp>
      <p:sp>
        <p:nvSpPr>
          <p:cNvPr id="924" name="TextBox 923"/>
          <p:cNvSpPr txBox="1"/>
          <p:nvPr/>
        </p:nvSpPr>
        <p:spPr>
          <a:xfrm>
            <a:off x="9307195" y="3429000"/>
            <a:ext cx="2606040" cy="502920"/>
          </a:xfrm>
          <a:prstGeom prst="rect">
            <a:avLst/>
          </a:prstGeom>
          <a:noFill/>
        </p:spPr>
        <p:txBody>
          <a:bodyPr wrap="square" lIns="0" tIns="0" rIns="0" bIns="0" anchor="t"/>
          <a:lstStyle/>
          <a:p>
            <a:pPr algn="l">
              <a:lnSpc>
                <a:spcPct val="105000"/>
              </a:lnSpc>
              <a:spcAft>
                <a:spcPts val="0"/>
              </a:spcAft>
            </a:pPr>
            <a:r>
              <a:rPr sz="950" b="0" i="0">
                <a:solidFill>
                  <a:srgbClr val="8B8599"/>
                </a:solidFill>
                <a:latin typeface="Montserrat"/>
                <a:ea typeface="Montserrat"/>
                <a:cs typeface="Montserrat"/>
              </a:rPr>
              <a:t>Правило объединения и порог настроены без проверочного фолда; статистическая значимость прибавки не установлена.</a:t>
            </a:r>
          </a:p>
        </p:txBody>
      </p:sp>
      <p:graphicFrame>
        <p:nvGraphicFramePr>
          <p:cNvPr id="925" name="Table 924"/>
          <p:cNvGraphicFramePr>
            <a:graphicFrameLocks noGrp="1"/>
          </p:cNvGraphicFramePr>
          <p:nvPr/>
        </p:nvGraphicFramePr>
        <p:xfrm>
          <a:off x="9307195" y="4023360"/>
          <a:ext cx="2606040" cy="893064"/>
        </p:xfrm>
        <a:graphic>
          <a:graphicData uri="http://schemas.openxmlformats.org/drawingml/2006/table">
            <a:tbl>
              <a:tblPr>
                <a:tableStyleId>{2D5ABB26-0587-4C30-8999-92F81FD0307C}</a:tableStyleId>
              </a:tblPr>
              <a:tblGrid>
                <a:gridCol w="105156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tblGrid>
              <a:tr h="274320">
                <a:tc>
                  <a:txBody>
                    <a:bodyPr/>
                    <a:lstStyle/>
                    <a:p>
                      <a:pPr algn="l"/>
                      <a:endParaRPr/>
                    </a:p>
                  </a:txBody>
                  <a:tcPr marL="45720" marR="73152" marT="27432" marB="27432" anchor="ctr">
                    <a:lnL w="0">
                      <a:noFill/>
                    </a:lnL>
                    <a:lnR w="0">
                      <a:noFill/>
                    </a:lnR>
                    <a:lnT w="0">
                      <a:noFill/>
                    </a:lnT>
                    <a:lnB w="19050">
                      <a:solidFill>
                        <a:srgbClr val="520977"/>
                      </a:solidFill>
                    </a:lnB>
                    <a:noFill/>
                  </a:tcPr>
                </a:tc>
                <a:tc>
                  <a:txBody>
                    <a:bodyPr/>
                    <a:lstStyle/>
                    <a:p>
                      <a:pPr algn="r"/>
                      <a:r>
                        <a:rPr sz="650" b="1" i="0">
                          <a:solidFill>
                            <a:srgbClr val="520977"/>
                          </a:solidFill>
                          <a:latin typeface="Montserrat"/>
                          <a:ea typeface="Montserrat"/>
                          <a:cs typeface="Montserrat"/>
                        </a:rPr>
                        <a:t>НАШЛИ</a:t>
                      </a:r>
                    </a:p>
                  </a:txBody>
                  <a:tcPr marL="64008" marR="73152" marT="27432" marB="27432" anchor="ctr">
                    <a:lnL w="0">
                      <a:noFill/>
                    </a:lnL>
                    <a:lnR w="0">
                      <a:noFill/>
                    </a:lnR>
                    <a:lnT w="0">
                      <a:noFill/>
                    </a:lnT>
                    <a:lnB w="19050">
                      <a:solidFill>
                        <a:srgbClr val="520977"/>
                      </a:solidFill>
                    </a:lnB>
                    <a:noFill/>
                  </a:tcPr>
                </a:tc>
                <a:tc>
                  <a:txBody>
                    <a:bodyPr/>
                    <a:lstStyle/>
                    <a:p>
                      <a:pPr algn="r"/>
                      <a:r>
                        <a:rPr sz="650" b="1" i="0">
                          <a:solidFill>
                            <a:srgbClr val="520977"/>
                          </a:solidFill>
                          <a:latin typeface="Montserrat"/>
                          <a:ea typeface="Montserrat"/>
                          <a:cs typeface="Montserrat"/>
                        </a:rPr>
                        <a:t>БЕЗ ЛОЖНЫХ</a:t>
                      </a:r>
                    </a:p>
                  </a:txBody>
                  <a:tcPr marL="64008" marR="73152" marT="27432" marB="27432" anchor="ctr">
                    <a:lnL w="0">
                      <a:noFill/>
                    </a:lnL>
                    <a:lnR w="0">
                      <a:noFill/>
                    </a:lnR>
                    <a:lnT w="0">
                      <a:noFill/>
                    </a:lnT>
                    <a:lnB w="19050">
                      <a:solidFill>
                        <a:srgbClr val="520977"/>
                      </a:solidFill>
                    </a:lnB>
                    <a:noFill/>
                  </a:tcPr>
                </a:tc>
                <a:tc>
                  <a:txBody>
                    <a:bodyPr/>
                    <a:lstStyle/>
                    <a:p>
                      <a:pPr algn="r"/>
                      <a:r>
                        <a:rPr sz="650" b="1" i="0">
                          <a:solidFill>
                            <a:srgbClr val="520977"/>
                          </a:solidFill>
                          <a:latin typeface="Montserrat"/>
                          <a:ea typeface="Montserrat"/>
                          <a:cs typeface="Montserrat"/>
                        </a:rPr>
                        <a:t>F1</a:t>
                      </a:r>
                    </a:p>
                  </a:txBody>
                  <a:tcPr marL="64008" marR="73152" marT="27432" marB="27432" anchor="ctr">
                    <a:lnL w="0">
                      <a:noFill/>
                    </a:lnL>
                    <a:lnR w="0">
                      <a:noFill/>
                    </a:lnR>
                    <a:lnT w="0">
                      <a:noFill/>
                    </a:lnT>
                    <a:lnB w="19050">
                      <a:solidFill>
                        <a:srgbClr val="520977"/>
                      </a:solidFill>
                    </a:lnB>
                    <a:noFill/>
                  </a:tcPr>
                </a:tc>
                <a:extLst>
                  <a:ext uri="{0D108BD9-81ED-4DB2-BD59-A6C34878D82A}">
                    <a16:rowId xmlns:a16="http://schemas.microsoft.com/office/drawing/2014/main" val="10000"/>
                  </a:ext>
                </a:extLst>
              </a:tr>
              <a:tr h="274320">
                <a:tc>
                  <a:txBody>
                    <a:bodyPr/>
                    <a:lstStyle/>
                    <a:p>
                      <a:pPr algn="l"/>
                      <a:r>
                        <a:rPr sz="950" b="0" i="0">
                          <a:solidFill>
                            <a:srgbClr val="1C1D22"/>
                          </a:solidFill>
                          <a:latin typeface="Montserrat"/>
                          <a:ea typeface="Montserrat"/>
                          <a:cs typeface="Montserrat"/>
                        </a:rPr>
                        <a:t>top-hat</a:t>
                      </a:r>
                    </a:p>
                  </a:txBody>
                  <a:tcPr marL="45720"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0.53</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0.94</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0.58</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1"/>
                  </a:ext>
                </a:extLst>
              </a:tr>
              <a:tr h="274320">
                <a:tc>
                  <a:txBody>
                    <a:bodyPr/>
                    <a:lstStyle/>
                    <a:p>
                      <a:pPr algn="l"/>
                      <a:r>
                        <a:rPr sz="950" b="0" i="0">
                          <a:solidFill>
                            <a:srgbClr val="1C1D22"/>
                          </a:solidFill>
                          <a:latin typeface="Montserrat"/>
                          <a:ea typeface="Montserrat"/>
                          <a:cs typeface="Montserrat"/>
                        </a:rPr>
                        <a:t>нейросеть + измерение</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0.65</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r"/>
                      <a:r>
                        <a:rPr sz="950" b="0" i="0">
                          <a:solidFill>
                            <a:srgbClr val="1C1D22"/>
                          </a:solidFill>
                          <a:latin typeface="Montserrat"/>
                          <a:ea typeface="Montserrat"/>
                          <a:cs typeface="Montserrat"/>
                        </a:rPr>
                        <a:t>0.93</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r"/>
                      <a:r>
                        <a:rPr sz="950" b="1" i="0">
                          <a:solidFill>
                            <a:srgbClr val="1C1D22"/>
                          </a:solidFill>
                          <a:latin typeface="Montserrat"/>
                          <a:ea typeface="Montserrat"/>
                          <a:cs typeface="Montserrat"/>
                        </a:rPr>
                        <a:t>0.65</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2"/>
                  </a:ext>
                </a:extLst>
              </a:tr>
            </a:tbl>
          </a:graphicData>
        </a:graphic>
      </p:graphicFrame>
      <p:sp>
        <p:nvSpPr>
          <p:cNvPr id="926" name="TextBox 925"/>
          <p:cNvSpPr txBox="1"/>
          <p:nvPr/>
        </p:nvSpPr>
        <p:spPr>
          <a:xfrm>
            <a:off x="6152515" y="5532120"/>
            <a:ext cx="3200400" cy="228600"/>
          </a:xfrm>
          <a:prstGeom prst="rect">
            <a:avLst/>
          </a:prstGeom>
          <a:noFill/>
        </p:spPr>
        <p:txBody>
          <a:bodyPr wrap="square" lIns="0" tIns="0" rIns="0" bIns="0" anchor="t"/>
          <a:lstStyle/>
          <a:p>
            <a:pPr algn="l">
              <a:lnSpc>
                <a:spcPct val="110000"/>
              </a:lnSpc>
              <a:spcAft>
                <a:spcPts val="0"/>
              </a:spcAft>
            </a:pPr>
            <a:r>
              <a:rPr sz="950" b="0" i="0">
                <a:solidFill>
                  <a:srgbClr val="8B8599"/>
                </a:solidFill>
                <a:latin typeface="Montserrat"/>
                <a:ea typeface="Montserrat"/>
                <a:cs typeface="Montserrat"/>
              </a:rPr>
              <a:t>по горизонтали — доля ложных тревог, по вертикали — доля найденных нарушений</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Rounded Rectangle 1"/>
          <p:cNvSpPr/>
          <p:nvPr/>
        </p:nvSpPr>
        <p:spPr>
          <a:xfrm>
            <a:off x="346075" y="324562"/>
            <a:ext cx="2560320" cy="620919"/>
          </a:xfrm>
          <a:prstGeom prst="roundRect">
            <a:avLst>
              <a:gd name="adj" fmla="val 187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sz="2000" b="1" i="0">
                <a:solidFill>
                  <a:srgbClr val="FFFFFF"/>
                </a:solidFill>
                <a:latin typeface="Montserrat"/>
                <a:ea typeface="Montserrat"/>
                <a:cs typeface="Montserrat"/>
              </a:rPr>
              <a:t>ИНТЕРФЕЙСЫ</a:t>
            </a:r>
          </a:p>
        </p:txBody>
      </p:sp>
      <p:sp>
        <p:nvSpPr>
          <p:cNvPr id="3" name="TextBox 2"/>
          <p:cNvSpPr txBox="1"/>
          <p:nvPr/>
        </p:nvSpPr>
        <p:spPr>
          <a:xfrm>
            <a:off x="319949" y="1097280"/>
            <a:ext cx="11338560" cy="822960"/>
          </a:xfrm>
          <a:prstGeom prst="rect">
            <a:avLst/>
          </a:prstGeom>
          <a:noFill/>
        </p:spPr>
        <p:txBody>
          <a:bodyPr wrap="square" lIns="0" tIns="0" rIns="0" bIns="0" anchor="t"/>
          <a:lstStyle/>
          <a:p>
            <a:pPr algn="l">
              <a:lnSpc>
                <a:spcPct val="102000"/>
              </a:lnSpc>
              <a:spcAft>
                <a:spcPts val="0"/>
              </a:spcAft>
            </a:pPr>
            <a:r>
              <a:rPr lang="ru-RU" sz="2200" b="1" i="0" dirty="0" smtClean="0">
                <a:solidFill>
                  <a:srgbClr val="520977"/>
                </a:solidFill>
                <a:latin typeface="Montserrat"/>
                <a:ea typeface="Montserrat"/>
                <a:cs typeface="Montserrat"/>
              </a:rPr>
              <a:t>Загрузка, проверка замечаний и структурированный результат</a:t>
            </a:r>
          </a:p>
        </p:txBody>
      </p:sp>
      <p:sp>
        <p:nvSpPr>
          <p:cNvPr id="902" name="Номер слайда"/>
          <p:cNvSpPr>
            <a:spLocks noGrp="1"/>
          </p:cNvSpPr>
          <p:nvPr>
            <p:ph type="sldNum" sz="quarter" idx="4"/>
          </p:nvPr>
        </p:nvSpPr>
        <p:spPr>
          <a:xfrm>
            <a:off x="11064240" y="6355080"/>
            <a:ext cx="868680" cy="365760"/>
          </a:xfrm>
        </p:spPr>
        <p:txBody>
          <a:bodyPr/>
          <a:lstStyle/>
          <a:p>
            <a:r>
              <a:rPr/>
              <a:t>8</a:t>
            </a:r>
          </a:p>
        </p:txBody>
      </p:sp>
      <p:sp>
        <p:nvSpPr>
          <p:cNvPr id="950" name="Карточка 1"/>
          <p:cNvSpPr/>
          <p:nvPr/>
        </p:nvSpPr>
        <p:spPr>
          <a:xfrm>
            <a:off x="7320587" y="1828800"/>
            <a:ext cx="4505347" cy="1341120"/>
          </a:xfrm>
          <a:prstGeom prst="roundRect">
            <a:avLst>
              <a:gd name="adj" fmla="val 6000"/>
            </a:avLst>
          </a:prstGeom>
          <a:solidFill>
            <a:srgbClr val="FFFFFF"/>
          </a:solidFill>
          <a:ln w="9525">
            <a:solidFill>
              <a:srgbClr val="C9C3DA"/>
            </a:solidFill>
          </a:ln>
          <a:effectLst/>
        </p:spPr>
        <p:txBody>
          <a:bodyPr rtlCol="0" anchor="ctr"/>
          <a:lstStyle/>
          <a:p>
            <a:endParaRPr lang="ru-RU"/>
          </a:p>
        </p:txBody>
      </p:sp>
      <p:sp>
        <p:nvSpPr>
          <p:cNvPr id="951" name="Номер 1"/>
          <p:cNvSpPr/>
          <p:nvPr/>
        </p:nvSpPr>
        <p:spPr>
          <a:xfrm>
            <a:off x="7549187" y="2057400"/>
            <a:ext cx="411480" cy="411480"/>
          </a:xfrm>
          <a:prstGeom prst="ellipse">
            <a:avLst/>
          </a:prstGeom>
          <a:solidFill>
            <a:srgbClr val="520977"/>
          </a:solidFill>
          <a:ln>
            <a:noFill/>
          </a:ln>
        </p:spPr>
        <p:txBody>
          <a:bodyPr lIns="0" tIns="0" rIns="0" bIns="0" anchor="ctr"/>
          <a:lstStyle/>
          <a:p>
            <a:pPr algn="ctr"/>
            <a:r>
              <a:rPr lang="ru-RU" sz="1400" b="1">
                <a:solidFill>
                  <a:srgbClr val="FFFFFF"/>
                </a:solidFill>
                <a:latin typeface="Montserrat"/>
                <a:ea typeface="Montserrat"/>
                <a:cs typeface="Montserrat"/>
              </a:rPr>
              <a:t>1</a:t>
            </a:r>
          </a:p>
        </p:txBody>
      </p:sp>
      <p:sp>
        <p:nvSpPr>
          <p:cNvPr id="952" name="Заголовок карточки 1"/>
          <p:cNvSpPr txBox="1"/>
          <p:nvPr/>
        </p:nvSpPr>
        <p:spPr>
          <a:xfrm>
            <a:off x="8143547" y="2057400"/>
            <a:ext cx="3453787" cy="411480"/>
          </a:xfrm>
          <a:prstGeom prst="rect">
            <a:avLst/>
          </a:prstGeom>
          <a:noFill/>
        </p:spPr>
        <p:txBody>
          <a:bodyPr wrap="square" lIns="0" tIns="0" rIns="0" bIns="0" anchor="ctr"/>
          <a:lstStyle/>
          <a:p>
            <a:pPr algn="l"/>
            <a:r>
              <a:rPr lang="ru-RU" sz="1400" b="1">
                <a:solidFill>
                  <a:srgbClr val="520977"/>
                </a:solidFill>
                <a:latin typeface="Montserrat"/>
                <a:ea typeface="Montserrat"/>
                <a:cs typeface="Montserrat"/>
              </a:rPr>
              <a:t>Веб-приложение</a:t>
            </a:r>
          </a:p>
        </p:txBody>
      </p:sp>
      <p:sp>
        <p:nvSpPr>
          <p:cNvPr id="953" name="Текст карточки 1"/>
          <p:cNvSpPr txBox="1"/>
          <p:nvPr/>
        </p:nvSpPr>
        <p:spPr>
          <a:xfrm>
            <a:off x="7549187" y="2606040"/>
            <a:ext cx="4048147" cy="335280"/>
          </a:xfrm>
          <a:prstGeom prst="rect">
            <a:avLst/>
          </a:prstGeom>
          <a:noFill/>
        </p:spPr>
        <p:txBody>
          <a:bodyPr wrap="square" lIns="0" tIns="0" rIns="0" bIns="0" anchor="t"/>
          <a:lstStyle/>
          <a:p>
            <a:pPr algn="l">
              <a:lnSpc>
                <a:spcPct val="110000"/>
              </a:lnSpc>
            </a:pPr>
            <a:r>
              <a:rPr lang="ru-RU" sz="1100">
                <a:solidFill>
                  <a:srgbClr val="4A4458"/>
                </a:solidFill>
                <a:latin typeface="Montserrat"/>
                <a:ea typeface="Montserrat"/>
                <a:cs typeface="Montserrat"/>
              </a:rPr>
              <a:t>Загрузить DICOM, папку или ZIP. Открыть снимок с разметкой, проверить замечания, выгрузить таблицу и DICOM SR.</a:t>
            </a:r>
          </a:p>
        </p:txBody>
      </p:sp>
      <p:sp>
        <p:nvSpPr>
          <p:cNvPr id="954" name="Карточка 2"/>
          <p:cNvSpPr/>
          <p:nvPr/>
        </p:nvSpPr>
        <p:spPr>
          <a:xfrm>
            <a:off x="7320587" y="3352800"/>
            <a:ext cx="4505347" cy="1341120"/>
          </a:xfrm>
          <a:prstGeom prst="roundRect">
            <a:avLst>
              <a:gd name="adj" fmla="val 6000"/>
            </a:avLst>
          </a:prstGeom>
          <a:solidFill>
            <a:srgbClr val="FFFFFF"/>
          </a:solidFill>
          <a:ln w="9525">
            <a:solidFill>
              <a:srgbClr val="C9C3DA"/>
            </a:solidFill>
          </a:ln>
          <a:effectLst/>
        </p:spPr>
        <p:txBody>
          <a:bodyPr rtlCol="0" anchor="ctr"/>
          <a:lstStyle/>
          <a:p>
            <a:endParaRPr lang="ru-RU"/>
          </a:p>
        </p:txBody>
      </p:sp>
      <p:sp>
        <p:nvSpPr>
          <p:cNvPr id="955" name="Номер 2"/>
          <p:cNvSpPr/>
          <p:nvPr/>
        </p:nvSpPr>
        <p:spPr>
          <a:xfrm>
            <a:off x="7549187" y="3581400"/>
            <a:ext cx="411480" cy="411480"/>
          </a:xfrm>
          <a:prstGeom prst="ellipse">
            <a:avLst/>
          </a:prstGeom>
          <a:solidFill>
            <a:srgbClr val="520977"/>
          </a:solidFill>
          <a:ln>
            <a:noFill/>
          </a:ln>
        </p:spPr>
        <p:txBody>
          <a:bodyPr lIns="0" tIns="0" rIns="0" bIns="0" anchor="ctr"/>
          <a:lstStyle/>
          <a:p>
            <a:pPr algn="ctr"/>
            <a:r>
              <a:rPr lang="ru-RU" sz="1400" b="1">
                <a:solidFill>
                  <a:srgbClr val="FFFFFF"/>
                </a:solidFill>
                <a:latin typeface="Montserrat"/>
                <a:ea typeface="Montserrat"/>
                <a:cs typeface="Montserrat"/>
              </a:rPr>
              <a:t>2</a:t>
            </a:r>
          </a:p>
        </p:txBody>
      </p:sp>
      <p:sp>
        <p:nvSpPr>
          <p:cNvPr id="956" name="Заголовок карточки 2"/>
          <p:cNvSpPr txBox="1"/>
          <p:nvPr/>
        </p:nvSpPr>
        <p:spPr>
          <a:xfrm>
            <a:off x="8143547" y="3581400"/>
            <a:ext cx="3453787" cy="411480"/>
          </a:xfrm>
          <a:prstGeom prst="rect">
            <a:avLst/>
          </a:prstGeom>
          <a:noFill/>
        </p:spPr>
        <p:txBody>
          <a:bodyPr wrap="square" lIns="0" tIns="0" rIns="0" bIns="0" anchor="ctr"/>
          <a:lstStyle/>
          <a:p>
            <a:pPr algn="l"/>
            <a:r>
              <a:rPr lang="ru-RU" sz="1400" b="1">
                <a:solidFill>
                  <a:srgbClr val="520977"/>
                </a:solidFill>
                <a:latin typeface="Montserrat"/>
                <a:ea typeface="Montserrat"/>
                <a:cs typeface="Montserrat"/>
              </a:rPr>
              <a:t>Приложение для Windows и macOS</a:t>
            </a:r>
          </a:p>
        </p:txBody>
      </p:sp>
      <p:sp>
        <p:nvSpPr>
          <p:cNvPr id="957" name="Текст карточки 2"/>
          <p:cNvSpPr txBox="1"/>
          <p:nvPr/>
        </p:nvSpPr>
        <p:spPr>
          <a:xfrm>
            <a:off x="7549187" y="4130040"/>
            <a:ext cx="4048147" cy="335280"/>
          </a:xfrm>
          <a:prstGeom prst="rect">
            <a:avLst/>
          </a:prstGeom>
          <a:noFill/>
        </p:spPr>
        <p:txBody>
          <a:bodyPr wrap="square" lIns="0" tIns="0" rIns="0" bIns="0" anchor="t"/>
          <a:lstStyle/>
          <a:p>
            <a:pPr algn="l">
              <a:lnSpc>
                <a:spcPct val="110000"/>
              </a:lnSpc>
            </a:pPr>
            <a:r>
              <a:rPr lang="ru-RU" sz="1100">
                <a:solidFill>
                  <a:srgbClr val="4A4458"/>
                </a:solidFill>
                <a:latin typeface="Montserrat"/>
                <a:ea typeface="Montserrat"/>
                <a:cs typeface="Montserrat"/>
              </a:rPr>
              <a:t>Тот же интерфейс на компьютере пользователя: снимки не покидают его, интернет не нужен.</a:t>
            </a:r>
          </a:p>
        </p:txBody>
      </p:sp>
      <p:sp>
        <p:nvSpPr>
          <p:cNvPr id="958" name="Карточка 3"/>
          <p:cNvSpPr/>
          <p:nvPr/>
        </p:nvSpPr>
        <p:spPr>
          <a:xfrm>
            <a:off x="7320587" y="4876800"/>
            <a:ext cx="4505347" cy="1341120"/>
          </a:xfrm>
          <a:prstGeom prst="roundRect">
            <a:avLst>
              <a:gd name="adj" fmla="val 6000"/>
            </a:avLst>
          </a:prstGeom>
          <a:solidFill>
            <a:srgbClr val="FFFFFF"/>
          </a:solidFill>
          <a:ln w="9525">
            <a:solidFill>
              <a:srgbClr val="C9C3DA"/>
            </a:solidFill>
          </a:ln>
          <a:effectLst/>
        </p:spPr>
        <p:txBody>
          <a:bodyPr rtlCol="0" anchor="ctr"/>
          <a:lstStyle/>
          <a:p>
            <a:endParaRPr lang="ru-RU"/>
          </a:p>
        </p:txBody>
      </p:sp>
      <p:sp>
        <p:nvSpPr>
          <p:cNvPr id="959" name="Номер 3"/>
          <p:cNvSpPr/>
          <p:nvPr/>
        </p:nvSpPr>
        <p:spPr>
          <a:xfrm>
            <a:off x="7549187" y="5105400"/>
            <a:ext cx="411480" cy="411480"/>
          </a:xfrm>
          <a:prstGeom prst="ellipse">
            <a:avLst/>
          </a:prstGeom>
          <a:solidFill>
            <a:srgbClr val="520977"/>
          </a:solidFill>
          <a:ln>
            <a:noFill/>
          </a:ln>
        </p:spPr>
        <p:txBody>
          <a:bodyPr lIns="0" tIns="0" rIns="0" bIns="0" anchor="ctr"/>
          <a:lstStyle/>
          <a:p>
            <a:pPr algn="ctr"/>
            <a:r>
              <a:rPr lang="ru-RU" sz="1400" b="1">
                <a:solidFill>
                  <a:srgbClr val="FFFFFF"/>
                </a:solidFill>
                <a:latin typeface="Montserrat"/>
                <a:ea typeface="Montserrat"/>
                <a:cs typeface="Montserrat"/>
              </a:rPr>
              <a:t>3</a:t>
            </a:r>
          </a:p>
        </p:txBody>
      </p:sp>
      <p:sp>
        <p:nvSpPr>
          <p:cNvPr id="960" name="Заголовок карточки 3"/>
          <p:cNvSpPr txBox="1"/>
          <p:nvPr/>
        </p:nvSpPr>
        <p:spPr>
          <a:xfrm>
            <a:off x="8143547" y="5105400"/>
            <a:ext cx="3453787" cy="411480"/>
          </a:xfrm>
          <a:prstGeom prst="rect">
            <a:avLst/>
          </a:prstGeom>
          <a:noFill/>
        </p:spPr>
        <p:txBody>
          <a:bodyPr wrap="square" lIns="0" tIns="0" rIns="0" bIns="0" anchor="ctr"/>
          <a:lstStyle/>
          <a:p>
            <a:pPr algn="l"/>
            <a:r>
              <a:rPr lang="ru-RU" sz="1400" b="1">
                <a:solidFill>
                  <a:srgbClr val="520977"/>
                </a:solidFill>
                <a:latin typeface="Montserrat"/>
                <a:ea typeface="Montserrat"/>
                <a:cs typeface="Montserrat"/>
              </a:rPr>
              <a:t>Пакетный API и сценарий PACS</a:t>
            </a:r>
          </a:p>
        </p:txBody>
      </p:sp>
      <p:sp>
        <p:nvSpPr>
          <p:cNvPr id="961" name="Текст карточки 3"/>
          <p:cNvSpPr txBox="1"/>
          <p:nvPr/>
        </p:nvSpPr>
        <p:spPr>
          <a:xfrm>
            <a:off x="7549187" y="5654040"/>
            <a:ext cx="4048147" cy="335280"/>
          </a:xfrm>
          <a:prstGeom prst="rect">
            <a:avLst/>
          </a:prstGeom>
          <a:noFill/>
        </p:spPr>
        <p:txBody>
          <a:bodyPr wrap="square" lIns="0" tIns="0" rIns="0" bIns="0" anchor="t"/>
          <a:lstStyle/>
          <a:p>
            <a:pPr algn="l">
              <a:lnSpc>
                <a:spcPct val="110000"/>
              </a:lnSpc>
            </a:pPr>
            <a:r>
              <a:rPr lang="ru-RU" sz="1100">
                <a:solidFill>
                  <a:srgbClr val="4A4458"/>
                </a:solidFill>
                <a:latin typeface="Montserrat"/>
                <a:ea typeface="Montserrat"/>
                <a:cs typeface="Montserrat"/>
              </a:rPr>
              <a:t>API обрабатывает архив и выдаёт результаты. Для пилотного обмена с PACS нужен внешний DICOM-роутер.</a:t>
            </a:r>
          </a:p>
        </p:txBody>
      </p:sp>
      <p:sp>
        <p:nvSpPr>
          <p:cNvPr id="962" name="Rounded Rectangle 961"/>
          <p:cNvSpPr/>
          <p:nvPr/>
        </p:nvSpPr>
        <p:spPr>
          <a:xfrm>
            <a:off x="346075" y="1828800"/>
            <a:ext cx="6654472" cy="4389120"/>
          </a:xfrm>
          <a:prstGeom prst="roundRect">
            <a:avLst/>
          </a:prstGeom>
          <a:solidFill>
            <a:srgbClr val="1514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612253" y="1982419"/>
            <a:ext cx="6122116" cy="438912"/>
          </a:xfrm>
          <a:prstGeom prst="rect">
            <a:avLst/>
          </a:prstGeom>
          <a:noFill/>
        </p:spPr>
        <p:txBody>
          <a:bodyPr wrap="square" lIns="0" rIns="0">
            <a:spAutoFit/>
          </a:bodyPr>
          <a:lstStyle/>
          <a:p>
            <a:r>
              <a:rPr sz="1400" b="1">
                <a:solidFill>
                  <a:srgbClr val="FFFFFF"/>
                </a:solidFill>
                <a:latin typeface="Montserrat"/>
              </a:rPr>
              <a:t>Контроль качества DXA</a:t>
            </a:r>
          </a:p>
        </p:txBody>
      </p:sp>
      <p:cxnSp>
        <p:nvCxnSpPr>
          <p:cNvPr id="964" name="Connector 963"/>
          <p:cNvCxnSpPr/>
          <p:nvPr/>
        </p:nvCxnSpPr>
        <p:spPr>
          <a:xfrm>
            <a:off x="612253" y="2443276"/>
            <a:ext cx="6122116" cy="0"/>
          </a:xfrm>
          <a:prstGeom prst="line">
            <a:avLst/>
          </a:prstGeom>
          <a:ln w="12700">
            <a:solidFill>
              <a:srgbClr val="463E58"/>
            </a:solidFill>
          </a:ln>
        </p:spPr>
        <p:style>
          <a:lnRef idx="2">
            <a:schemeClr val="accent1"/>
          </a:lnRef>
          <a:fillRef idx="0">
            <a:schemeClr val="accent1"/>
          </a:fillRef>
          <a:effectRef idx="1">
            <a:schemeClr val="accent1"/>
          </a:effectRef>
          <a:fontRef idx="minor">
            <a:schemeClr val="tx1"/>
          </a:fontRef>
        </p:style>
      </p:cxnSp>
      <p:sp>
        <p:nvSpPr>
          <p:cNvPr id="965" name="Rounded Rectangle 964"/>
          <p:cNvSpPr/>
          <p:nvPr/>
        </p:nvSpPr>
        <p:spPr>
          <a:xfrm>
            <a:off x="612253" y="2838297"/>
            <a:ext cx="3926140" cy="561807"/>
          </a:xfrm>
          <a:prstGeom prst="roundRect">
            <a:avLst/>
          </a:prstGeom>
          <a:solidFill>
            <a:srgbClr val="24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TextBox 965"/>
          <p:cNvSpPr txBox="1"/>
          <p:nvPr/>
        </p:nvSpPr>
        <p:spPr>
          <a:xfrm>
            <a:off x="718724" y="2950658"/>
            <a:ext cx="1872568" cy="337084"/>
          </a:xfrm>
          <a:prstGeom prst="rect">
            <a:avLst/>
          </a:prstGeom>
          <a:noFill/>
        </p:spPr>
        <p:txBody>
          <a:bodyPr wrap="square" lIns="0" rIns="0">
            <a:spAutoFit/>
          </a:bodyPr>
          <a:lstStyle/>
          <a:p>
            <a:r>
              <a:rPr sz="1100" b="0">
                <a:solidFill>
                  <a:srgbClr val="FFFFFF"/>
                </a:solidFill>
                <a:latin typeface="Montserrat"/>
              </a:rPr>
              <a:t>Исследование A</a:t>
            </a:r>
          </a:p>
        </p:txBody>
      </p:sp>
      <p:sp>
        <p:nvSpPr>
          <p:cNvPr id="967" name="TextBox 966"/>
          <p:cNvSpPr txBox="1"/>
          <p:nvPr/>
        </p:nvSpPr>
        <p:spPr>
          <a:xfrm>
            <a:off x="2619907" y="2950658"/>
            <a:ext cx="1560473" cy="337084"/>
          </a:xfrm>
          <a:prstGeom prst="rect">
            <a:avLst/>
          </a:prstGeom>
          <a:noFill/>
        </p:spPr>
        <p:txBody>
          <a:bodyPr wrap="square" lIns="0" rIns="0">
            <a:spAutoFit/>
          </a:bodyPr>
          <a:lstStyle/>
          <a:p>
            <a:r>
              <a:rPr sz="1100" b="1">
                <a:solidFill>
                  <a:srgbClr val="59D7AA"/>
                </a:solidFill>
                <a:latin typeface="Montserrat"/>
              </a:rPr>
              <a:t>Проверено</a:t>
            </a:r>
          </a:p>
        </p:txBody>
      </p:sp>
      <p:sp>
        <p:nvSpPr>
          <p:cNvPr id="968" name="Rounded Rectangle 967"/>
          <p:cNvSpPr/>
          <p:nvPr/>
        </p:nvSpPr>
        <p:spPr>
          <a:xfrm>
            <a:off x="612253" y="3540556"/>
            <a:ext cx="3926140" cy="561807"/>
          </a:xfrm>
          <a:prstGeom prst="roundRect">
            <a:avLst/>
          </a:prstGeom>
          <a:solidFill>
            <a:srgbClr val="24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718724" y="3652917"/>
            <a:ext cx="1872568" cy="337084"/>
          </a:xfrm>
          <a:prstGeom prst="rect">
            <a:avLst/>
          </a:prstGeom>
          <a:noFill/>
        </p:spPr>
        <p:txBody>
          <a:bodyPr wrap="square" lIns="0" rIns="0">
            <a:spAutoFit/>
          </a:bodyPr>
          <a:lstStyle/>
          <a:p>
            <a:r>
              <a:rPr sz="1100" b="0">
                <a:solidFill>
                  <a:srgbClr val="FFFFFF"/>
                </a:solidFill>
                <a:latin typeface="Montserrat"/>
              </a:rPr>
              <a:t>Исследование B</a:t>
            </a:r>
          </a:p>
        </p:txBody>
      </p:sp>
      <p:sp>
        <p:nvSpPr>
          <p:cNvPr id="970" name="TextBox 969"/>
          <p:cNvSpPr txBox="1"/>
          <p:nvPr/>
        </p:nvSpPr>
        <p:spPr>
          <a:xfrm>
            <a:off x="2619907" y="3652917"/>
            <a:ext cx="1560473" cy="337084"/>
          </a:xfrm>
          <a:prstGeom prst="rect">
            <a:avLst/>
          </a:prstGeom>
          <a:noFill/>
        </p:spPr>
        <p:txBody>
          <a:bodyPr wrap="square" lIns="0" rIns="0">
            <a:spAutoFit/>
          </a:bodyPr>
          <a:lstStyle/>
          <a:p>
            <a:r>
              <a:rPr sz="1100" b="1">
                <a:solidFill>
                  <a:srgbClr val="FF759D"/>
                </a:solidFill>
                <a:latin typeface="Montserrat"/>
              </a:rPr>
              <a:t>Проверить</a:t>
            </a:r>
          </a:p>
        </p:txBody>
      </p:sp>
      <p:sp>
        <p:nvSpPr>
          <p:cNvPr id="971" name="Rounded Rectangle 970"/>
          <p:cNvSpPr/>
          <p:nvPr/>
        </p:nvSpPr>
        <p:spPr>
          <a:xfrm>
            <a:off x="612253" y="4242815"/>
            <a:ext cx="3926140" cy="561807"/>
          </a:xfrm>
          <a:prstGeom prst="roundRect">
            <a:avLst/>
          </a:prstGeom>
          <a:solidFill>
            <a:srgbClr val="24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TextBox 971"/>
          <p:cNvSpPr txBox="1"/>
          <p:nvPr/>
        </p:nvSpPr>
        <p:spPr>
          <a:xfrm>
            <a:off x="718724" y="4355176"/>
            <a:ext cx="1872568" cy="337084"/>
          </a:xfrm>
          <a:prstGeom prst="rect">
            <a:avLst/>
          </a:prstGeom>
          <a:noFill/>
        </p:spPr>
        <p:txBody>
          <a:bodyPr wrap="square" lIns="0" rIns="0">
            <a:spAutoFit/>
          </a:bodyPr>
          <a:lstStyle/>
          <a:p>
            <a:r>
              <a:rPr sz="1100" b="0">
                <a:solidFill>
                  <a:srgbClr val="FFFFFF"/>
                </a:solidFill>
                <a:latin typeface="Montserrat"/>
              </a:rPr>
              <a:t>Исследование C</a:t>
            </a:r>
          </a:p>
        </p:txBody>
      </p:sp>
      <p:sp>
        <p:nvSpPr>
          <p:cNvPr id="973" name="TextBox 972"/>
          <p:cNvSpPr txBox="1"/>
          <p:nvPr/>
        </p:nvSpPr>
        <p:spPr>
          <a:xfrm>
            <a:off x="2619907" y="4355176"/>
            <a:ext cx="1560473" cy="337084"/>
          </a:xfrm>
          <a:prstGeom prst="rect">
            <a:avLst/>
          </a:prstGeom>
          <a:noFill/>
        </p:spPr>
        <p:txBody>
          <a:bodyPr wrap="square" lIns="0" rIns="0">
            <a:spAutoFit/>
          </a:bodyPr>
          <a:lstStyle/>
          <a:p>
            <a:r>
              <a:rPr sz="1100" b="1">
                <a:solidFill>
                  <a:srgbClr val="59D7AA"/>
                </a:solidFill>
                <a:latin typeface="Montserrat"/>
              </a:rPr>
              <a:t>Проверено</a:t>
            </a:r>
          </a:p>
        </p:txBody>
      </p:sp>
      <p:sp>
        <p:nvSpPr>
          <p:cNvPr id="974" name="Rounded Rectangle 973"/>
          <p:cNvSpPr/>
          <p:nvPr/>
        </p:nvSpPr>
        <p:spPr>
          <a:xfrm>
            <a:off x="5004205" y="2750515"/>
            <a:ext cx="1730162" cy="2589580"/>
          </a:xfrm>
          <a:prstGeom prst="roundRect">
            <a:avLst/>
          </a:prstGeom>
          <a:solidFill>
            <a:srgbClr val="2722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5123985" y="3013862"/>
            <a:ext cx="1463983" cy="658368"/>
          </a:xfrm>
          <a:prstGeom prst="rect">
            <a:avLst/>
          </a:prstGeom>
          <a:noFill/>
        </p:spPr>
        <p:txBody>
          <a:bodyPr wrap="square" lIns="0" rIns="0">
            <a:spAutoFit/>
          </a:bodyPr>
          <a:lstStyle/>
          <a:p>
            <a:r>
              <a:rPr sz="1300" b="1">
                <a:solidFill>
                  <a:srgbClr val="FFFFFF"/>
                </a:solidFill>
                <a:latin typeface="Montserrat"/>
              </a:rPr>
              <a:t>Вердикт</a:t>
            </a:r>
          </a:p>
        </p:txBody>
      </p:sp>
      <p:sp>
        <p:nvSpPr>
          <p:cNvPr id="976" name="TextBox 975"/>
          <p:cNvSpPr txBox="1"/>
          <p:nvPr/>
        </p:nvSpPr>
        <p:spPr>
          <a:xfrm>
            <a:off x="5123985" y="3803904"/>
            <a:ext cx="1463983" cy="1053388"/>
          </a:xfrm>
          <a:prstGeom prst="rect">
            <a:avLst/>
          </a:prstGeom>
          <a:noFill/>
        </p:spPr>
        <p:txBody>
          <a:bodyPr wrap="square" lIns="0" rIns="0">
            <a:spAutoFit/>
          </a:bodyPr>
          <a:lstStyle/>
          <a:p>
            <a:r>
              <a:rPr sz="1000" b="0">
                <a:solidFill>
                  <a:srgbClr val="FFB1CC"/>
                </a:solidFill>
                <a:latin typeface="Montserrat"/>
              </a:rPr>
              <a:t>1 из 3
требует проверки</a:t>
            </a:r>
          </a:p>
        </p:txBody>
      </p:sp>
      <p:sp>
        <p:nvSpPr>
          <p:cNvPr id="977" name="TextBox 976"/>
          <p:cNvSpPr txBox="1"/>
          <p:nvPr/>
        </p:nvSpPr>
        <p:spPr>
          <a:xfrm>
            <a:off x="612253" y="5559552"/>
            <a:ext cx="6122116" cy="395020"/>
          </a:xfrm>
          <a:prstGeom prst="rect">
            <a:avLst/>
          </a:prstGeom>
          <a:noFill/>
        </p:spPr>
        <p:txBody>
          <a:bodyPr wrap="square" lIns="0" rIns="0">
            <a:spAutoFit/>
          </a:bodyPr>
          <a:lstStyle/>
          <a:p>
            <a:r>
              <a:rPr sz="700" b="0">
                <a:solidFill>
                  <a:srgbClr val="AFA9C1"/>
                </a:solidFill>
                <a:latin typeface="Montserrat"/>
              </a:rPr>
              <a:t>Схема интерфейса · без клинических данных</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Rounded Rectangle 1"/>
          <p:cNvSpPr/>
          <p:nvPr/>
        </p:nvSpPr>
        <p:spPr>
          <a:xfrm>
            <a:off x="346075" y="324562"/>
            <a:ext cx="2747772" cy="620919"/>
          </a:xfrm>
          <a:prstGeom prst="roundRect">
            <a:avLst>
              <a:gd name="adj" fmla="val 18700"/>
            </a:avLst>
          </a:prstGeom>
          <a:solidFill>
            <a:srgbClr val="FF0053"/>
          </a:solidFill>
          <a:ln>
            <a:noFill/>
          </a:ln>
          <a:effectLst/>
        </p:spPr>
        <p:style>
          <a:lnRef idx="1">
            <a:schemeClr val="accent1"/>
          </a:lnRef>
          <a:fillRef idx="3">
            <a:schemeClr val="accent1"/>
          </a:fillRef>
          <a:effectRef idx="2">
            <a:schemeClr val="accent1"/>
          </a:effectRef>
          <a:fontRef idx="minor">
            <a:schemeClr val="lt1"/>
          </a:fontRef>
        </p:style>
        <p:txBody>
          <a:bodyPr wrap="none" lIns="274320" tIns="0" rIns="182880" bIns="0" rtlCol="0" anchor="ctr"/>
          <a:lstStyle/>
          <a:p>
            <a:pPr algn="l"/>
            <a:r>
              <a:rPr lang="ru-RU" sz="2000" b="1" i="0" dirty="0" smtClean="0">
                <a:solidFill>
                  <a:srgbClr val="FFFFFF"/>
                </a:solidFill>
                <a:latin typeface="Montserrat"/>
                <a:ea typeface="Montserrat"/>
                <a:cs typeface="Montserrat"/>
              </a:rPr>
              <a:t>ПИЛОТ И РИСКИ</a:t>
            </a:r>
          </a:p>
        </p:txBody>
      </p:sp>
      <p:sp>
        <p:nvSpPr>
          <p:cNvPr id="3" name="TextBox 2"/>
          <p:cNvSpPr txBox="1"/>
          <p:nvPr/>
        </p:nvSpPr>
        <p:spPr>
          <a:xfrm>
            <a:off x="346075" y="1097280"/>
            <a:ext cx="11338560" cy="822960"/>
          </a:xfrm>
          <a:prstGeom prst="rect">
            <a:avLst/>
          </a:prstGeom>
          <a:noFill/>
        </p:spPr>
        <p:txBody>
          <a:bodyPr wrap="square" lIns="0" tIns="0" rIns="0" bIns="0" anchor="t"/>
          <a:lstStyle/>
          <a:p>
            <a:pPr algn="l">
              <a:lnSpc>
                <a:spcPct val="102000"/>
              </a:lnSpc>
              <a:spcAft>
                <a:spcPts val="0"/>
              </a:spcAft>
            </a:pPr>
            <a:r>
              <a:rPr lang="ru-RU" sz="2200" b="1" i="0" dirty="0" smtClean="0">
                <a:solidFill>
                  <a:srgbClr val="520977"/>
                </a:solidFill>
                <a:latin typeface="Montserrat"/>
                <a:ea typeface="Montserrat"/>
                <a:cs typeface="Montserrat"/>
              </a:rPr>
              <a:t>До полного соответствия ТЗ: проверки и оценка финальной версии</a:t>
            </a:r>
          </a:p>
        </p:txBody>
      </p:sp>
      <p:sp>
        <p:nvSpPr>
          <p:cNvPr id="902" name="Номер слайда"/>
          <p:cNvSpPr>
            <a:spLocks noGrp="1"/>
          </p:cNvSpPr>
          <p:nvPr>
            <p:ph type="sldNum" sz="quarter" idx="4"/>
          </p:nvPr>
        </p:nvSpPr>
        <p:spPr>
          <a:xfrm>
            <a:off x="11064240" y="6355080"/>
            <a:ext cx="868680" cy="365760"/>
          </a:xfrm>
        </p:spPr>
        <p:txBody>
          <a:bodyPr/>
          <a:lstStyle/>
          <a:p>
            <a:r>
              <a:rPr/>
              <a:t>9</a:t>
            </a:r>
          </a:p>
        </p:txBody>
      </p:sp>
      <p:graphicFrame>
        <p:nvGraphicFramePr>
          <p:cNvPr id="903" name="Table 902"/>
          <p:cNvGraphicFramePr>
            <a:graphicFrameLocks noGrp="1"/>
          </p:cNvGraphicFramePr>
          <p:nvPr/>
        </p:nvGraphicFramePr>
        <p:xfrm>
          <a:off x="346075" y="1828800"/>
          <a:ext cx="11479859" cy="3840480"/>
        </p:xfrm>
        <a:graphic>
          <a:graphicData uri="http://schemas.openxmlformats.org/drawingml/2006/table">
            <a:tbl>
              <a:tblPr>
                <a:tableStyleId>{2D5ABB26-0587-4C30-8999-92F81FD0307C}</a:tableStyleId>
              </a:tblPr>
              <a:tblGrid>
                <a:gridCol w="320040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878659">
                  <a:extLst>
                    <a:ext uri="{9D8B030D-6E8A-4147-A177-3AD203B41FA5}">
                      <a16:colId xmlns:a16="http://schemas.microsoft.com/office/drawing/2014/main" val="20002"/>
                    </a:ext>
                  </a:extLst>
                </a:gridCol>
              </a:tblGrid>
              <a:tr h="548640">
                <a:tc>
                  <a:txBody>
                    <a:bodyPr/>
                    <a:lstStyle/>
                    <a:p>
                      <a:pPr algn="l"/>
                      <a:r>
                        <a:rPr sz="1000" b="1" i="0">
                          <a:solidFill>
                            <a:srgbClr val="520977"/>
                          </a:solidFill>
                          <a:latin typeface="Montserrat"/>
                          <a:ea typeface="Montserrat"/>
                          <a:cs typeface="Montserrat"/>
                        </a:rPr>
                        <a:t>ЧТО НУЖНО ЗАКРЫТЬ</a:t>
                      </a:r>
                    </a:p>
                  </a:txBody>
                  <a:tcPr marL="45720" marR="73152" marT="27432" marB="27432" anchor="ctr">
                    <a:lnL w="0">
                      <a:noFill/>
                    </a:lnL>
                    <a:lnR w="0">
                      <a:noFill/>
                    </a:lnR>
                    <a:lnT w="0">
                      <a:noFill/>
                    </a:lnT>
                    <a:lnB w="19050">
                      <a:solidFill>
                        <a:srgbClr val="520977"/>
                      </a:solidFill>
                    </a:lnB>
                    <a:noFill/>
                  </a:tcPr>
                </a:tc>
                <a:tc>
                  <a:txBody>
                    <a:bodyPr/>
                    <a:lstStyle/>
                    <a:p>
                      <a:pPr algn="l"/>
                      <a:r>
                        <a:rPr sz="1000" b="1" i="0">
                          <a:solidFill>
                            <a:srgbClr val="520977"/>
                          </a:solidFill>
                          <a:latin typeface="Montserrat"/>
                          <a:ea typeface="Montserrat"/>
                          <a:cs typeface="Montserrat"/>
                        </a:rPr>
                        <a:t>ДЕЙСТВИЕ ПЕРЕД СДАЧЕЙ / В ПИЛОТЕ</a:t>
                      </a:r>
                    </a:p>
                  </a:txBody>
                  <a:tcPr marL="64008" marR="73152" marT="27432" marB="27432" anchor="ctr">
                    <a:lnL w="0">
                      <a:noFill/>
                    </a:lnL>
                    <a:lnR w="0">
                      <a:noFill/>
                    </a:lnR>
                    <a:lnT w="0">
                      <a:noFill/>
                    </a:lnT>
                    <a:lnB w="19050">
                      <a:solidFill>
                        <a:srgbClr val="520977"/>
                      </a:solidFill>
                    </a:lnB>
                    <a:noFill/>
                  </a:tcPr>
                </a:tc>
                <a:tc>
                  <a:txBody>
                    <a:bodyPr/>
                    <a:lstStyle/>
                    <a:p>
                      <a:pPr algn="ctr"/>
                      <a:r>
                        <a:rPr sz="1000" b="1" i="0">
                          <a:solidFill>
                            <a:srgbClr val="520977"/>
                          </a:solidFill>
                          <a:latin typeface="Montserrat"/>
                          <a:ea typeface="Montserrat"/>
                          <a:cs typeface="Montserrat"/>
                        </a:rPr>
                        <a:t>ПРИОРИТЕТ</a:t>
                      </a:r>
                    </a:p>
                  </a:txBody>
                  <a:tcPr marL="64008" marR="73152" marT="27432" marB="27432" anchor="ctr">
                    <a:lnL w="0">
                      <a:noFill/>
                    </a:lnL>
                    <a:lnR w="0">
                      <a:noFill/>
                    </a:lnR>
                    <a:lnT w="0">
                      <a:noFill/>
                    </a:lnT>
                    <a:lnB w="19050">
                      <a:solidFill>
                        <a:srgbClr val="520977"/>
                      </a:solidFill>
                    </a:lnB>
                    <a:noFill/>
                  </a:tcPr>
                </a:tc>
                <a:extLst>
                  <a:ext uri="{0D108BD9-81ED-4DB2-BD59-A6C34878D82A}">
                    <a16:rowId xmlns:a16="http://schemas.microsoft.com/office/drawing/2014/main" val="10000"/>
                  </a:ext>
                </a:extLst>
              </a:tr>
              <a:tr h="548640">
                <a:tc>
                  <a:txBody>
                    <a:bodyPr/>
                    <a:lstStyle/>
                    <a:p>
                      <a:pPr algn="l"/>
                      <a:r>
                        <a:rPr sz="1100" b="1" i="0">
                          <a:solidFill>
                            <a:srgbClr val="1C1D22"/>
                          </a:solidFill>
                          <a:latin typeface="Montserrat"/>
                          <a:ea typeface="Montserrat"/>
                          <a:cs typeface="Montserrat"/>
                        </a:rPr>
                        <a:t>Th12 выключен; правило 5–50% требует уточнения</a:t>
                      </a:r>
                    </a:p>
                  </a:txBody>
                  <a:tcPr marL="45720"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l"/>
                      <a:r>
                        <a:rPr sz="1100" b="0" i="0">
                          <a:solidFill>
                            <a:srgbClr val="1C1D22"/>
                          </a:solidFill>
                          <a:latin typeface="Montserrat"/>
                          <a:ea typeface="Montserrat"/>
                          <a:cs typeface="Montserrat"/>
                        </a:rPr>
                        <a:t>Включить модуль и согласовать условие половины Th12</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tc>
                  <a:txBody>
                    <a:bodyPr/>
                    <a:lstStyle/>
                    <a:p>
                      <a:pPr algn="ctr"/>
                      <a:r>
                        <a:rPr sz="1600" b="1" i="0">
                          <a:solidFill>
                            <a:srgbClr val="520977"/>
                          </a:solidFill>
                          <a:latin typeface="Montserrat"/>
                          <a:ea typeface="Montserrat"/>
                          <a:cs typeface="Montserrat"/>
                        </a:rPr>
                        <a:t>P0</a:t>
                      </a:r>
                    </a:p>
                  </a:txBody>
                  <a:tcPr marL="64008" marR="73152" marT="27432" marB="27432" anchor="ctr">
                    <a:lnL w="0">
                      <a:noFill/>
                    </a:lnL>
                    <a:lnR w="0">
                      <a:noFill/>
                    </a:lnR>
                    <a:lnT w="19050" cap="flat" cmpd="sng" algn="ctr">
                      <a:solidFill>
                        <a:srgbClr val="520977"/>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1"/>
                  </a:ext>
                </a:extLst>
              </a:tr>
              <a:tr h="548640">
                <a:tc>
                  <a:txBody>
                    <a:bodyPr/>
                    <a:lstStyle/>
                    <a:p>
                      <a:pPr algn="l"/>
                      <a:r>
                        <a:rPr sz="1100" b="1" i="0">
                          <a:solidFill>
                            <a:srgbClr val="1C1D22"/>
                          </a:solidFill>
                          <a:latin typeface="Montserrat"/>
                          <a:ea typeface="Montserrat"/>
                          <a:cs typeface="Montserrat"/>
                        </a:rPr>
                        <a:t>Позиционирование бедра и разметка оператора</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l"/>
                      <a:r>
                        <a:rPr sz="1100" b="0" i="0">
                          <a:solidFill>
                            <a:srgbClr val="1C1D22"/>
                          </a:solidFill>
                          <a:latin typeface="Montserrat"/>
                          <a:ea typeface="Montserrat"/>
                          <a:cs typeface="Montserrat"/>
                        </a:rPr>
                        <a:t>Подтвердить все ориентиры; согласовать контроль разметки</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ctr"/>
                      <a:r>
                        <a:rPr sz="1600" b="1" i="0">
                          <a:solidFill>
                            <a:srgbClr val="520977"/>
                          </a:solidFill>
                          <a:latin typeface="Montserrat"/>
                          <a:ea typeface="Montserrat"/>
                          <a:cs typeface="Montserrat"/>
                        </a:rPr>
                        <a:t>P0</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2"/>
                  </a:ext>
                </a:extLst>
              </a:tr>
              <a:tr h="548640">
                <a:tc>
                  <a:txBody>
                    <a:bodyPr/>
                    <a:lstStyle/>
                    <a:p>
                      <a:pPr algn="l"/>
                      <a:r>
                        <a:rPr sz="1100" b="1" i="0">
                          <a:solidFill>
                            <a:srgbClr val="1C1D22"/>
                          </a:solidFill>
                          <a:latin typeface="Montserrat"/>
                          <a:ea typeface="Montserrat"/>
                          <a:cs typeface="Montserrat"/>
                        </a:rPr>
                        <a:t>Метрики относятся к прежнему правилу ROI</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l"/>
                      <a:r>
                        <a:rPr sz="1100" b="0" i="0">
                          <a:solidFill>
                            <a:srgbClr val="1C1D22"/>
                          </a:solidFill>
                          <a:latin typeface="Montserrat"/>
                          <a:ea typeface="Montserrat"/>
                          <a:cs typeface="Montserrat"/>
                        </a:rPr>
                        <a:t>Пересчитать OOF для сдаваемой версии с ROI по рис. 6</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ctr"/>
                      <a:r>
                        <a:rPr sz="1600" b="1" i="0">
                          <a:solidFill>
                            <a:srgbClr val="520977"/>
                          </a:solidFill>
                          <a:latin typeface="Montserrat"/>
                          <a:ea typeface="Montserrat"/>
                          <a:cs typeface="Montserrat"/>
                        </a:rPr>
                        <a:t>P0</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3"/>
                  </a:ext>
                </a:extLst>
              </a:tr>
              <a:tr h="548640">
                <a:tc>
                  <a:txBody>
                    <a:bodyPr/>
                    <a:lstStyle/>
                    <a:p>
                      <a:pPr algn="l"/>
                      <a:r>
                        <a:rPr sz="1100" b="1" i="0">
                          <a:solidFill>
                            <a:srgbClr val="1C1D22"/>
                          </a:solidFill>
                          <a:latin typeface="Montserrat"/>
                          <a:ea typeface="Montserrat"/>
                          <a:cs typeface="Montserrat"/>
                        </a:rPr>
                        <a:t>Ось: чувствительность 0,30; укладка: F1 0,32</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l"/>
                      <a:r>
                        <a:rPr sz="1100" b="0" i="0">
                          <a:solidFill>
                            <a:srgbClr val="1C1D22"/>
                          </a:solidFill>
                          <a:latin typeface="Montserrat"/>
                          <a:ea typeface="Montserrat"/>
                          <a:cs typeface="Montserrat"/>
                        </a:rPr>
                        <a:t>Разобрать пропуски, пороги и случаи ручной проверки</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ctr"/>
                      <a:r>
                        <a:rPr sz="1600" b="1" i="0">
                          <a:solidFill>
                            <a:srgbClr val="520977"/>
                          </a:solidFill>
                          <a:latin typeface="Montserrat"/>
                          <a:ea typeface="Montserrat"/>
                          <a:cs typeface="Montserrat"/>
                        </a:rPr>
                        <a:t>P1</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4"/>
                  </a:ext>
                </a:extLst>
              </a:tr>
              <a:tr h="548640">
                <a:tc>
                  <a:txBody>
                    <a:bodyPr/>
                    <a:lstStyle/>
                    <a:p>
                      <a:pPr algn="l"/>
                      <a:r>
                        <a:rPr sz="1100" b="1" i="0">
                          <a:solidFill>
                            <a:srgbClr val="1C1D22"/>
                          </a:solidFill>
                          <a:latin typeface="Montserrat"/>
                          <a:ea typeface="Montserrat"/>
                          <a:cs typeface="Montserrat"/>
                        </a:rPr>
                        <a:t>Один аппарат, масштаб задан константой</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l"/>
                      <a:r>
                        <a:rPr sz="1100" b="0" i="0">
                          <a:solidFill>
                            <a:srgbClr val="1C1D22"/>
                          </a:solidFill>
                          <a:latin typeface="Montserrat"/>
                          <a:ea typeface="Montserrat"/>
                          <a:cs typeface="Montserrat"/>
                        </a:rPr>
                        <a:t>Проверить физический масштаб и качество на новых аппаратах</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ctr"/>
                      <a:r>
                        <a:rPr sz="1600" b="1" i="0">
                          <a:solidFill>
                            <a:srgbClr val="520977"/>
                          </a:solidFill>
                          <a:latin typeface="Montserrat"/>
                          <a:ea typeface="Montserrat"/>
                          <a:cs typeface="Montserrat"/>
                        </a:rPr>
                        <a:t>P2</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5"/>
                  </a:ext>
                </a:extLst>
              </a:tr>
              <a:tr h="548640">
                <a:tc>
                  <a:txBody>
                    <a:bodyPr/>
                    <a:lstStyle/>
                    <a:p>
                      <a:pPr algn="l"/>
                      <a:r>
                        <a:rPr sz="1100" b="1" i="0">
                          <a:solidFill>
                            <a:srgbClr val="1C1D22"/>
                          </a:solidFill>
                          <a:latin typeface="Montserrat"/>
                          <a:ea typeface="Montserrat"/>
                          <a:cs typeface="Montserrat"/>
                        </a:rPr>
                        <a:t>Пилот параллельно с врачом</a:t>
                      </a:r>
                    </a:p>
                  </a:txBody>
                  <a:tcPr marL="45720"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l"/>
                      <a:r>
                        <a:rPr sz="1100" b="0" i="0">
                          <a:solidFill>
                            <a:srgbClr val="1C1D22"/>
                          </a:solidFill>
                          <a:latin typeface="Montserrat"/>
                          <a:ea typeface="Montserrat"/>
                          <a:cs typeface="Montserrat"/>
                        </a:rPr>
                        <a:t>Измерять ложные тревоги, пропуски, время контроля и повторы</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tc>
                  <a:txBody>
                    <a:bodyPr/>
                    <a:lstStyle/>
                    <a:p>
                      <a:pPr algn="ctr"/>
                      <a:r>
                        <a:rPr sz="1600" b="1" i="0">
                          <a:solidFill>
                            <a:srgbClr val="520977"/>
                          </a:solidFill>
                          <a:latin typeface="Montserrat"/>
                          <a:ea typeface="Montserrat"/>
                          <a:cs typeface="Montserrat"/>
                        </a:rPr>
                        <a:t>ПИЛОТ</a:t>
                      </a:r>
                    </a:p>
                  </a:txBody>
                  <a:tcPr marL="64008" marR="73152" marT="27432" marB="27432" anchor="ctr">
                    <a:lnL w="0">
                      <a:noFill/>
                    </a:lnL>
                    <a:lnR w="0">
                      <a:noFill/>
                    </a:lnR>
                    <a:lnT w="9525" cap="flat" cmpd="sng" algn="ctr">
                      <a:solidFill>
                        <a:srgbClr val="C9C3DA"/>
                      </a:solidFill>
                      <a:prstDash val="solid"/>
                      <a:round/>
                      <a:headEnd type="none" w="med" len="med"/>
                      <a:tailEnd type="none" w="med" len="med"/>
                    </a:lnT>
                    <a:lnB w="9525">
                      <a:solidFill>
                        <a:srgbClr val="C9C3DA"/>
                      </a:solidFill>
                    </a:lnB>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Номер слайда"/>
          <p:cNvSpPr>
            <a:spLocks noGrp="1"/>
          </p:cNvSpPr>
          <p:nvPr>
            <p:ph type="sldNum" sz="quarter" idx="4294967295"/>
          </p:nvPr>
        </p:nvSpPr>
        <p:spPr>
          <a:xfrm>
            <a:off x="11064240" y="6355080"/>
            <a:ext cx="868680" cy="365760"/>
          </a:xfrm>
        </p:spPr>
        <p:txBody>
          <a:bodyPr/>
          <a:lstStyle/>
          <a:p>
            <a:r>
              <a:t>20</a:t>
            </a:r>
          </a:p>
        </p:txBody>
      </p:sp>
      <p:sp>
        <p:nvSpPr>
          <p:cNvPr id="901" name="TextBox 900"/>
          <p:cNvSpPr txBox="1"/>
          <p:nvPr/>
        </p:nvSpPr>
        <p:spPr>
          <a:xfrm>
            <a:off x="548640" y="1188720"/>
            <a:ext cx="5943600" cy="1097280"/>
          </a:xfrm>
          <a:prstGeom prst="rect">
            <a:avLst/>
          </a:prstGeom>
          <a:noFill/>
        </p:spPr>
        <p:txBody>
          <a:bodyPr wrap="square" lIns="0" tIns="0" rIns="0" bIns="0" anchor="t"/>
          <a:lstStyle/>
          <a:p>
            <a:pPr algn="l">
              <a:lnSpc>
                <a:spcPct val="110000"/>
              </a:lnSpc>
              <a:spcAft>
                <a:spcPts val="0"/>
              </a:spcAft>
            </a:pPr>
            <a:r>
              <a:rPr sz="5400" b="1" i="0">
                <a:solidFill>
                  <a:srgbClr val="FFFFFF"/>
                </a:solidFill>
                <a:latin typeface="Montserrat"/>
                <a:ea typeface="Montserrat"/>
                <a:cs typeface="Montserrat"/>
              </a:rPr>
              <a:t>Спасибо!</a:t>
            </a:r>
          </a:p>
        </p:txBody>
      </p:sp>
      <p:sp>
        <p:nvSpPr>
          <p:cNvPr id="902" name="TextBox 901"/>
          <p:cNvSpPr txBox="1"/>
          <p:nvPr/>
        </p:nvSpPr>
        <p:spPr>
          <a:xfrm>
            <a:off x="548640" y="2286000"/>
            <a:ext cx="5760720" cy="457200"/>
          </a:xfrm>
          <a:prstGeom prst="rect">
            <a:avLst/>
          </a:prstGeom>
          <a:noFill/>
        </p:spPr>
        <p:txBody>
          <a:bodyPr wrap="square" lIns="0" tIns="0" rIns="0" bIns="0" anchor="t"/>
          <a:lstStyle/>
          <a:p>
            <a:pPr algn="l">
              <a:lnSpc>
                <a:spcPct val="110000"/>
              </a:lnSpc>
              <a:spcAft>
                <a:spcPts val="0"/>
              </a:spcAft>
            </a:pPr>
            <a:r>
              <a:rPr sz="2000" b="0" i="0">
                <a:solidFill>
                  <a:srgbClr val="FFFFFF"/>
                </a:solidFill>
                <a:latin typeface="Montserrat"/>
                <a:ea typeface="Montserrat"/>
                <a:cs typeface="Montserrat"/>
              </a:rPr>
              <a:t>Готовы ответить на вопросы</a:t>
            </a:r>
          </a:p>
        </p:txBody>
      </p:sp>
      <p:sp>
        <p:nvSpPr>
          <p:cNvPr id="903" name="TextBox 902"/>
          <p:cNvSpPr txBox="1"/>
          <p:nvPr/>
        </p:nvSpPr>
        <p:spPr>
          <a:xfrm>
            <a:off x="548640" y="3154680"/>
            <a:ext cx="4572000" cy="228600"/>
          </a:xfrm>
          <a:prstGeom prst="rect">
            <a:avLst/>
          </a:prstGeom>
          <a:noFill/>
        </p:spPr>
        <p:txBody>
          <a:bodyPr wrap="square" lIns="0" tIns="0" rIns="0" bIns="0" anchor="t"/>
          <a:lstStyle/>
          <a:p>
            <a:pPr algn="l">
              <a:lnSpc>
                <a:spcPct val="110000"/>
              </a:lnSpc>
              <a:spcAft>
                <a:spcPts val="0"/>
              </a:spcAft>
            </a:pPr>
            <a:r>
              <a:rPr sz="1000" b="1" i="0" spc="80">
                <a:solidFill>
                  <a:srgbClr val="FFD6E3"/>
                </a:solidFill>
                <a:latin typeface="Montserrat"/>
                <a:ea typeface="Montserrat"/>
                <a:cs typeface="Montserrat"/>
              </a:rPr>
              <a:t>РЕПОЗИТОРИЙ</a:t>
            </a:r>
          </a:p>
        </p:txBody>
      </p:sp>
      <p:sp>
        <p:nvSpPr>
          <p:cNvPr id="904" name="TextBox 903"/>
          <p:cNvSpPr txBox="1"/>
          <p:nvPr/>
        </p:nvSpPr>
        <p:spPr>
          <a:xfrm>
            <a:off x="548640" y="3392424"/>
            <a:ext cx="6217920" cy="320040"/>
          </a:xfrm>
          <a:prstGeom prst="rect">
            <a:avLst/>
          </a:prstGeom>
          <a:noFill/>
        </p:spPr>
        <p:txBody>
          <a:bodyPr wrap="square" lIns="0" tIns="0" rIns="0" bIns="0" anchor="t"/>
          <a:lstStyle/>
          <a:p>
            <a:pPr algn="l">
              <a:lnSpc>
                <a:spcPct val="110000"/>
              </a:lnSpc>
              <a:spcAft>
                <a:spcPts val="0"/>
              </a:spcAft>
            </a:pPr>
            <a:r>
              <a:rPr sz="1500" b="1" i="0">
                <a:solidFill>
                  <a:srgbClr val="FFFFFF"/>
                </a:solidFill>
                <a:latin typeface="Montserrat"/>
                <a:ea typeface="Montserrat"/>
                <a:cs typeface="Montserrat"/>
              </a:rPr>
              <a:t>github.com/theorcos239/LCT_2026</a:t>
            </a:r>
          </a:p>
        </p:txBody>
      </p:sp>
      <p:sp>
        <p:nvSpPr>
          <p:cNvPr id="905" name="TextBox 904"/>
          <p:cNvSpPr txBox="1"/>
          <p:nvPr/>
        </p:nvSpPr>
        <p:spPr>
          <a:xfrm>
            <a:off x="548640" y="3813048"/>
            <a:ext cx="4572000" cy="228600"/>
          </a:xfrm>
          <a:prstGeom prst="rect">
            <a:avLst/>
          </a:prstGeom>
          <a:noFill/>
        </p:spPr>
        <p:txBody>
          <a:bodyPr wrap="square" lIns="0" tIns="0" rIns="0" bIns="0" anchor="t"/>
          <a:lstStyle/>
          <a:p>
            <a:pPr algn="l">
              <a:lnSpc>
                <a:spcPct val="110000"/>
              </a:lnSpc>
              <a:spcAft>
                <a:spcPts val="0"/>
              </a:spcAft>
            </a:pPr>
            <a:r>
              <a:rPr sz="1000" b="1" i="0" spc="80">
                <a:solidFill>
                  <a:srgbClr val="FFD6E3"/>
                </a:solidFill>
                <a:latin typeface="Montserrat"/>
                <a:ea typeface="Montserrat"/>
                <a:cs typeface="Montserrat"/>
              </a:rPr>
              <a:t>ВЕБ-ДЕМОНСТРАЦИЯ</a:t>
            </a:r>
          </a:p>
        </p:txBody>
      </p:sp>
      <p:sp>
        <p:nvSpPr>
          <p:cNvPr id="906" name="TextBox 905"/>
          <p:cNvSpPr txBox="1"/>
          <p:nvPr/>
        </p:nvSpPr>
        <p:spPr>
          <a:xfrm>
            <a:off x="548640" y="4050792"/>
            <a:ext cx="6217920" cy="320040"/>
          </a:xfrm>
          <a:prstGeom prst="rect">
            <a:avLst/>
          </a:prstGeom>
          <a:noFill/>
        </p:spPr>
        <p:txBody>
          <a:bodyPr wrap="square" lIns="0" tIns="0" rIns="0" bIns="0" anchor="t"/>
          <a:lstStyle/>
          <a:p>
            <a:pPr algn="l">
              <a:lnSpc>
                <a:spcPct val="110000"/>
              </a:lnSpc>
              <a:spcAft>
                <a:spcPts val="0"/>
              </a:spcAft>
            </a:pPr>
            <a:r>
              <a:rPr sz="1500" b="1" i="0">
                <a:solidFill>
                  <a:srgbClr val="FFFFFF"/>
                </a:solidFill>
                <a:latin typeface="Montserrat"/>
                <a:ea typeface="Montserrat"/>
                <a:cs typeface="Montserrat"/>
              </a:rPr>
              <a:t>https://89.208.196.172 — открытый доступ</a:t>
            </a:r>
          </a:p>
        </p:txBody>
      </p:sp>
      <p:sp>
        <p:nvSpPr>
          <p:cNvPr id="907" name="TextBox 906"/>
          <p:cNvSpPr txBox="1"/>
          <p:nvPr/>
        </p:nvSpPr>
        <p:spPr>
          <a:xfrm>
            <a:off x="548640" y="4471416"/>
            <a:ext cx="4572000" cy="228600"/>
          </a:xfrm>
          <a:prstGeom prst="rect">
            <a:avLst/>
          </a:prstGeom>
          <a:noFill/>
        </p:spPr>
        <p:txBody>
          <a:bodyPr wrap="square" lIns="0" tIns="0" rIns="0" bIns="0" anchor="t"/>
          <a:lstStyle/>
          <a:p>
            <a:pPr algn="l">
              <a:lnSpc>
                <a:spcPct val="110000"/>
              </a:lnSpc>
              <a:spcAft>
                <a:spcPts val="0"/>
              </a:spcAft>
            </a:pPr>
            <a:r>
              <a:rPr sz="1000" b="1" i="0" spc="80">
                <a:solidFill>
                  <a:srgbClr val="FFD6E3"/>
                </a:solidFill>
                <a:latin typeface="Montserrat"/>
                <a:ea typeface="Montserrat"/>
                <a:cs typeface="Montserrat"/>
              </a:rPr>
              <a:t>TELEGRAM-БОТ (ДЕМОНСТРАЦИЯ)</a:t>
            </a:r>
          </a:p>
        </p:txBody>
      </p:sp>
      <p:sp>
        <p:nvSpPr>
          <p:cNvPr id="908" name="TextBox 907"/>
          <p:cNvSpPr txBox="1"/>
          <p:nvPr/>
        </p:nvSpPr>
        <p:spPr>
          <a:xfrm>
            <a:off x="548640" y="4709160"/>
            <a:ext cx="6217920" cy="320040"/>
          </a:xfrm>
          <a:prstGeom prst="rect">
            <a:avLst/>
          </a:prstGeom>
          <a:noFill/>
        </p:spPr>
        <p:txBody>
          <a:bodyPr wrap="square" lIns="0" tIns="0" rIns="0" bIns="0" anchor="t"/>
          <a:lstStyle/>
          <a:p>
            <a:pPr algn="l">
              <a:lnSpc>
                <a:spcPct val="110000"/>
              </a:lnSpc>
              <a:spcAft>
                <a:spcPts val="0"/>
              </a:spcAft>
            </a:pPr>
            <a:r>
              <a:rPr sz="1500" b="1" i="0">
                <a:solidFill>
                  <a:srgbClr val="FFFFFF"/>
                </a:solidFill>
                <a:latin typeface="Montserrat"/>
                <a:ea typeface="Montserrat"/>
                <a:cs typeface="Montserrat"/>
              </a:rPr>
              <a:t>@LCT_bone_density_research_bot</a:t>
            </a:r>
          </a:p>
        </p:txBody>
      </p:sp>
      <p:sp>
        <p:nvSpPr>
          <p:cNvPr id="909" name="TextBox 908"/>
          <p:cNvSpPr txBox="1"/>
          <p:nvPr/>
        </p:nvSpPr>
        <p:spPr>
          <a:xfrm>
            <a:off x="548640" y="5129784"/>
            <a:ext cx="4572000" cy="228600"/>
          </a:xfrm>
          <a:prstGeom prst="rect">
            <a:avLst/>
          </a:prstGeom>
          <a:noFill/>
        </p:spPr>
        <p:txBody>
          <a:bodyPr wrap="square" lIns="0" tIns="0" rIns="0" bIns="0" anchor="t"/>
          <a:lstStyle/>
          <a:p>
            <a:pPr algn="l">
              <a:lnSpc>
                <a:spcPct val="110000"/>
              </a:lnSpc>
              <a:spcAft>
                <a:spcPts val="0"/>
              </a:spcAft>
            </a:pPr>
            <a:r>
              <a:rPr sz="1000" b="1" i="0" spc="80">
                <a:solidFill>
                  <a:srgbClr val="FFD6E3"/>
                </a:solidFill>
                <a:latin typeface="Montserrat"/>
                <a:ea typeface="Montserrat"/>
                <a:cs typeface="Montserrat"/>
              </a:rPr>
              <a:t>docs/USER_GUIDE.md — работа с сервисом</a:t>
            </a:r>
          </a:p>
        </p:txBody>
      </p:sp>
      <p:sp>
        <p:nvSpPr>
          <p:cNvPr id="910" name="TextBox 909"/>
          <p:cNvSpPr txBox="1"/>
          <p:nvPr/>
        </p:nvSpPr>
        <p:spPr>
          <a:xfrm>
            <a:off x="548640" y="5367528"/>
            <a:ext cx="6217920" cy="320040"/>
          </a:xfrm>
          <a:prstGeom prst="rect">
            <a:avLst/>
          </a:prstGeom>
          <a:noFill/>
        </p:spPr>
        <p:txBody>
          <a:bodyPr wrap="square" lIns="0" tIns="0" rIns="0" bIns="0" anchor="t"/>
          <a:lstStyle/>
          <a:p>
            <a:pPr algn="l">
              <a:lnSpc>
                <a:spcPct val="110000"/>
              </a:lnSpc>
              <a:spcAft>
                <a:spcPts val="0"/>
              </a:spcAft>
            </a:pPr>
            <a:r>
              <a:rPr sz="1500" b="1" i="0">
                <a:solidFill>
                  <a:srgbClr val="FFFFFF"/>
                </a:solidFill>
                <a:latin typeface="Montserrat"/>
                <a:ea typeface="Montserrat"/>
                <a:cs typeface="Montserrat"/>
              </a:rPr>
              <a:t>docs/REVIEW.md — запуск за 5 минут</a:t>
            </a:r>
          </a:p>
        </p:txBody>
      </p:sp>
      <p:sp>
        <p:nvSpPr>
          <p:cNvPr id="911" name="Rounded Rectangle 910"/>
          <p:cNvSpPr/>
          <p:nvPr/>
        </p:nvSpPr>
        <p:spPr>
          <a:xfrm>
            <a:off x="6537960" y="3154680"/>
            <a:ext cx="1600200" cy="16002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12" name="Picture 911" descr="qr_repo.png"/>
          <p:cNvPicPr>
            <a:picLocks noChangeAspect="1"/>
          </p:cNvPicPr>
          <p:nvPr/>
        </p:nvPicPr>
        <p:blipFill>
          <a:blip r:embed="rId3"/>
          <a:stretch>
            <a:fillRect/>
          </a:stretch>
        </p:blipFill>
        <p:spPr>
          <a:xfrm>
            <a:off x="6629400" y="3246120"/>
            <a:ext cx="1417320" cy="1417320"/>
          </a:xfrm>
          <a:prstGeom prst="rect">
            <a:avLst/>
          </a:prstGeom>
        </p:spPr>
      </p:pic>
      <p:sp>
        <p:nvSpPr>
          <p:cNvPr id="913" name="TextBox 912"/>
          <p:cNvSpPr txBox="1"/>
          <p:nvPr/>
        </p:nvSpPr>
        <p:spPr>
          <a:xfrm>
            <a:off x="6537960" y="4846320"/>
            <a:ext cx="1600200" cy="274320"/>
          </a:xfrm>
          <a:prstGeom prst="rect">
            <a:avLst/>
          </a:prstGeom>
          <a:noFill/>
        </p:spPr>
        <p:txBody>
          <a:bodyPr wrap="square" lIns="0" tIns="0" rIns="0" bIns="0" anchor="t"/>
          <a:lstStyle/>
          <a:p>
            <a:pPr algn="ctr">
              <a:lnSpc>
                <a:spcPct val="110000"/>
              </a:lnSpc>
              <a:spcAft>
                <a:spcPts val="0"/>
              </a:spcAft>
            </a:pPr>
            <a:r>
              <a:rPr sz="1000" b="0" i="0">
                <a:solidFill>
                  <a:srgbClr val="FFFFFF"/>
                </a:solidFill>
                <a:latin typeface="Montserrat"/>
                <a:ea typeface="Montserrat"/>
                <a:cs typeface="Montserrat"/>
              </a:rPr>
              <a:t>репозиторий</a:t>
            </a:r>
          </a:p>
        </p:txBody>
      </p:sp>
    </p:spTree>
    <p:extLst>
      <p:ext uri="{BB962C8B-B14F-4D97-AF65-F5344CB8AC3E}">
        <p14:creationId xmlns:p14="http://schemas.microsoft.com/office/powerpoint/2010/main" val="2986555528"/>
      </p:ext>
    </p:extLst>
  </p:cSld>
  <p:clrMapOvr>
    <a:masterClrMapping/>
  </p:clrMapOvr>
</p:sld>
</file>

<file path=ppt/theme/theme1.xml><?xml version="1.0" encoding="utf-8"?>
<a:theme xmlns:a="http://schemas.openxmlformats.org/drawingml/2006/main" name="Для Академия инноваторов 16_9">
  <a:themeElements>
    <a:clrScheme name="Пользовательские 2">
      <a:dk1>
        <a:srgbClr val="000000"/>
      </a:dk1>
      <a:lt1>
        <a:srgbClr val="FFFFFF"/>
      </a:lt1>
      <a:dk2>
        <a:srgbClr val="1C1D22"/>
      </a:dk2>
      <a:lt2>
        <a:srgbClr val="E5E7E9"/>
      </a:lt2>
      <a:accent1>
        <a:srgbClr val="FF0053"/>
      </a:accent1>
      <a:accent2>
        <a:srgbClr val="FFD6E3"/>
      </a:accent2>
      <a:accent3>
        <a:srgbClr val="FC3777"/>
      </a:accent3>
      <a:accent4>
        <a:srgbClr val="8A83D1"/>
      </a:accent4>
      <a:accent5>
        <a:srgbClr val="520977"/>
      </a:accent5>
      <a:accent6>
        <a:srgbClr val="2D1451"/>
      </a:accent6>
      <a:hlink>
        <a:srgbClr val="FF0053"/>
      </a:hlink>
      <a:folHlink>
        <a:srgbClr val="5D2B84"/>
      </a:folHlink>
    </a:clrScheme>
    <a:fontScheme name="Лидеры цифровой трансформации">
      <a:majorFont>
        <a:latin typeface="Montserrat"/>
        <a:ea typeface=""/>
        <a:cs typeface=""/>
      </a:majorFont>
      <a:minorFont>
        <a:latin typeface="Montserrat"/>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alpha val="0"/>
          </a:schemeClr>
        </a:solidFill>
        <a:ln w="19050">
          <a:solidFill>
            <a:schemeClr val="bg1">
              <a:alpha val="47000"/>
            </a:schemeClr>
          </a:solidFill>
        </a:ln>
      </a:spPr>
      <a:bodyPr rtlCol="0" anchor="t"/>
      <a:lstStyle>
        <a:defPPr algn="ctr">
          <a:defRPr b="1" dirty="0" smtClean="0">
            <a:solidFill>
              <a:schemeClr val="accent2"/>
            </a:solidFill>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Для Академия инноваторов 16_9" id="{1723B771-A24B-45DA-B7CE-887A7FB91DED}" vid="{FE7ADCA1-0705-4BF5-AEC5-34FB9D7ACE5C}"/>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11218</TotalTime>
  <Words>2561</Words>
  <Application>Microsoft Office PowerPoint</Application>
  <PresentationFormat>Широкоэкранный</PresentationFormat>
  <Paragraphs>347</Paragraphs>
  <Slides>13</Slides>
  <Notes>13</Notes>
  <HiddenSlides>0</HiddenSlides>
  <MMClips>0</MMClips>
  <ScaleCrop>false</ScaleCrop>
  <HeadingPairs>
    <vt:vector size="6" baseType="variant">
      <vt:variant>
        <vt:lpstr>Использованные шрифты</vt:lpstr>
      </vt:variant>
      <vt:variant>
        <vt:i4>5</vt:i4>
      </vt:variant>
      <vt:variant>
        <vt:lpstr>Тема</vt:lpstr>
      </vt:variant>
      <vt:variant>
        <vt:i4>1</vt:i4>
      </vt:variant>
      <vt:variant>
        <vt:lpstr>Заголовки слайдов</vt:lpstr>
      </vt:variant>
      <vt:variant>
        <vt:i4>13</vt:i4>
      </vt:variant>
    </vt:vector>
  </HeadingPairs>
  <TitlesOfParts>
    <vt:vector size="19" baseType="lpstr">
      <vt:lpstr>Montserrat</vt:lpstr>
      <vt:lpstr>Calibri</vt:lpstr>
      <vt:lpstr>Amatic SC</vt:lpstr>
      <vt:lpstr>Arial</vt:lpstr>
      <vt:lpstr>Wingdings</vt:lpstr>
      <vt:lpstr>Для Академия инноваторов 16_9</vt:lpstr>
      <vt:lpstr>Презентация PowerPoint</vt:lpstr>
      <vt:lpstr>Команда 239.Hack</vt:lpstr>
      <vt:lpstr>КОМАНДА</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Анастасия Юшкова</dc:creator>
  <cp:lastModifiedBy>User</cp:lastModifiedBy>
  <cp:revision>106</cp:revision>
  <dcterms:created xsi:type="dcterms:W3CDTF">2023-05-15T07:36:23Z</dcterms:created>
  <dcterms:modified xsi:type="dcterms:W3CDTF">2026-10-23T09:28:11Z</dcterms:modified>
</cp:coreProperties>
</file>