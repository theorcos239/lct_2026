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5"/>
  </p:notesMasterIdLst>
  <p:handoutMasterIdLst>
    <p:handoutMasterId r:id="rId16"/>
  </p:handoutMasterIdLst>
  <p:sldIdLst>
    <p:sldId id="393" r:id="rId2"/>
    <p:sldId id="394" r:id="rId3"/>
    <p:sldId id="392" r:id="rId4"/>
    <p:sldId id="367" r:id="rId5"/>
    <p:sldId id="389" r:id="rId6"/>
    <p:sldId id="390" r:id="rId7"/>
    <p:sldId id="391" r:id="rId8"/>
    <p:sldId id="370" r:id="rId9"/>
    <p:sldId id="376" r:id="rId10"/>
    <p:sldId id="377" r:id="rId11"/>
    <p:sldId id="382" r:id="rId12"/>
    <p:sldId id="384" r:id="rId13"/>
    <p:sldId id="395" r:id="rId14"/>
  </p:sldIdLst>
  <p:sldSz cx="12192000" cy="6858000"/>
  <p:notesSz cx="6858000" cy="9144000"/>
  <p:embeddedFontLst>
    <p:embeddedFont>
      <p:font typeface="Montserrat" panose="020B0604020202020204" charset="-52"/>
      <p:regular r:id="rId17"/>
      <p:bold r:id="rId18"/>
      <p:italic r:id="rId19"/>
      <p:boldItalic r:id="rId20"/>
    </p:embeddedFont>
    <p:embeddedFont>
      <p:font typeface="Calibri" panose="020F0502020204030204" pitchFamily="34" charset="0"/>
      <p:regular r:id="rId21"/>
      <p:bold r:id="rId22"/>
      <p:italic r:id="rId23"/>
      <p:boldItalic r:id="rId24"/>
    </p:embeddedFont>
  </p:embeddedFontLst>
  <p:defaultTextStyle>
    <a:defPPr>
      <a:defRPr lang="ru-RU"/>
    </a:defPPr>
    <a:lvl1pPr marL="0" algn="l" defTabSz="914220" rtl="0" eaLnBrk="1" latinLnBrk="0" hangingPunct="1">
      <a:defRPr sz="1800" kern="1200">
        <a:solidFill>
          <a:schemeClr val="tx1"/>
        </a:solidFill>
        <a:latin typeface="+mn-lt"/>
        <a:ea typeface="+mn-ea"/>
        <a:cs typeface="+mn-cs"/>
      </a:defRPr>
    </a:lvl1pPr>
    <a:lvl2pPr marL="457110" algn="l" defTabSz="914220" rtl="0" eaLnBrk="1" latinLnBrk="0" hangingPunct="1">
      <a:defRPr sz="1800" kern="1200">
        <a:solidFill>
          <a:schemeClr val="tx1"/>
        </a:solidFill>
        <a:latin typeface="+mn-lt"/>
        <a:ea typeface="+mn-ea"/>
        <a:cs typeface="+mn-cs"/>
      </a:defRPr>
    </a:lvl2pPr>
    <a:lvl3pPr marL="914220" algn="l" defTabSz="914220" rtl="0" eaLnBrk="1" latinLnBrk="0" hangingPunct="1">
      <a:defRPr sz="1800" kern="1200">
        <a:solidFill>
          <a:schemeClr val="tx1"/>
        </a:solidFill>
        <a:latin typeface="+mn-lt"/>
        <a:ea typeface="+mn-ea"/>
        <a:cs typeface="+mn-cs"/>
      </a:defRPr>
    </a:lvl3pPr>
    <a:lvl4pPr marL="1371329" algn="l" defTabSz="914220" rtl="0" eaLnBrk="1" latinLnBrk="0" hangingPunct="1">
      <a:defRPr sz="1800" kern="1200">
        <a:solidFill>
          <a:schemeClr val="tx1"/>
        </a:solidFill>
        <a:latin typeface="+mn-lt"/>
        <a:ea typeface="+mn-ea"/>
        <a:cs typeface="+mn-cs"/>
      </a:defRPr>
    </a:lvl4pPr>
    <a:lvl5pPr marL="1828439" algn="l" defTabSz="914220" rtl="0" eaLnBrk="1" latinLnBrk="0" hangingPunct="1">
      <a:defRPr sz="1800" kern="1200">
        <a:solidFill>
          <a:schemeClr val="tx1"/>
        </a:solidFill>
        <a:latin typeface="+mn-lt"/>
        <a:ea typeface="+mn-ea"/>
        <a:cs typeface="+mn-cs"/>
      </a:defRPr>
    </a:lvl5pPr>
    <a:lvl6pPr marL="2285549" algn="l" defTabSz="914220" rtl="0" eaLnBrk="1" latinLnBrk="0" hangingPunct="1">
      <a:defRPr sz="1800" kern="1200">
        <a:solidFill>
          <a:schemeClr val="tx1"/>
        </a:solidFill>
        <a:latin typeface="+mn-lt"/>
        <a:ea typeface="+mn-ea"/>
        <a:cs typeface="+mn-cs"/>
      </a:defRPr>
    </a:lvl6pPr>
    <a:lvl7pPr marL="2742658" algn="l" defTabSz="914220" rtl="0" eaLnBrk="1" latinLnBrk="0" hangingPunct="1">
      <a:defRPr sz="1800" kern="1200">
        <a:solidFill>
          <a:schemeClr val="tx1"/>
        </a:solidFill>
        <a:latin typeface="+mn-lt"/>
        <a:ea typeface="+mn-ea"/>
        <a:cs typeface="+mn-cs"/>
      </a:defRPr>
    </a:lvl7pPr>
    <a:lvl8pPr marL="3199765" algn="l" defTabSz="914220" rtl="0" eaLnBrk="1" latinLnBrk="0" hangingPunct="1">
      <a:defRPr sz="1800" kern="1200">
        <a:solidFill>
          <a:schemeClr val="tx1"/>
        </a:solidFill>
        <a:latin typeface="+mn-lt"/>
        <a:ea typeface="+mn-ea"/>
        <a:cs typeface="+mn-cs"/>
      </a:defRPr>
    </a:lvl8pPr>
    <a:lvl9pPr marL="3656877" algn="l" defTabSz="91422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Обязательные слайды" id="{248E5CD8-1028-4246-90C7-3263F7F286D3}">
          <p14:sldIdLst/>
        </p14:section>
        <p14:section name="Информация" id="{9FA27940-A45B-471D-96EC-3FCE80AE8A9B}">
          <p14:sldIdLst>
            <p14:sldId id="393"/>
            <p14:sldId id="394"/>
            <p14:sldId id="392"/>
            <p14:sldId id="367"/>
          </p14:sldIdLst>
        </p14:section>
        <p14:section name="Материалы" id="{0F84D0DE-CEB1-417E-B269-8B3EB04B5FA6}">
          <p14:sldIdLst/>
        </p14:section>
        <p14:section name="Шаблоны слайдов" id="{24401F80-F81B-49C3-8D55-70A14F0BF8FF}">
          <p14:sldIdLst>
            <p14:sldId id="389"/>
            <p14:sldId id="390"/>
            <p14:sldId id="391"/>
            <p14:sldId id="370"/>
            <p14:sldId id="376"/>
            <p14:sldId id="377"/>
            <p14:sldId id="382"/>
            <p14:sldId id="384"/>
            <p14:sldId id="395"/>
          </p14:sldIdLst>
        </p14:section>
      </p14:sectionLst>
    </p:ext>
    <p:ext uri="{EFAFB233-063F-42B5-8137-9DF3F51BA10A}">
      <p15:sldGuideLst xmlns:p15="http://schemas.microsoft.com/office/powerpoint/2012/main">
        <p15:guide id="2" pos="597" userDrawn="1">
          <p15:clr>
            <a:srgbClr val="A4A3A4"/>
          </p15:clr>
        </p15:guide>
        <p15:guide id="3" pos="3591" userDrawn="1">
          <p15:clr>
            <a:srgbClr val="A4A3A4"/>
          </p15:clr>
        </p15:guide>
        <p15:guide id="4" pos="5496" userDrawn="1">
          <p15:clr>
            <a:srgbClr val="A4A3A4"/>
          </p15:clr>
        </p15:guide>
        <p15:guide id="5" pos="4112" userDrawn="1">
          <p15:clr>
            <a:srgbClr val="A4A3A4"/>
          </p15:clr>
        </p15:guide>
        <p15:guide id="6" pos="393" userDrawn="1">
          <p15:clr>
            <a:srgbClr val="A4A3A4"/>
          </p15:clr>
        </p15:guide>
        <p15:guide id="7"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CEE4"/>
    <a:srgbClr val="FFD6E3"/>
    <a:srgbClr val="FFFFFF"/>
    <a:srgbClr val="753A93"/>
    <a:srgbClr val="976BAE"/>
    <a:srgbClr val="F92571"/>
    <a:srgbClr val="8226E3"/>
    <a:srgbClr val="2D1451"/>
    <a:srgbClr val="222A35"/>
    <a:srgbClr val="55D4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839"/>
  </p:normalViewPr>
  <p:slideViewPr>
    <p:cSldViewPr snapToGrid="0" showGuides="1">
      <p:cViewPr varScale="1">
        <p:scale>
          <a:sx n="90" d="100"/>
          <a:sy n="90" d="100"/>
        </p:scale>
        <p:origin x="98" y="29"/>
      </p:cViewPr>
      <p:guideLst>
        <p:guide pos="597"/>
        <p:guide pos="3591"/>
        <p:guide pos="5496"/>
        <p:guide pos="4112"/>
        <p:guide pos="393"/>
        <p:guide orient="horz" pos="2160"/>
      </p:guideLst>
    </p:cSldViewPr>
  </p:slideViewPr>
  <p:outlineViewPr>
    <p:cViewPr>
      <p:scale>
        <a:sx n="33" d="100"/>
        <a:sy n="33" d="100"/>
      </p:scale>
      <p:origin x="0" y="0"/>
    </p:cViewPr>
  </p:outlineViewPr>
  <p:notesTextViewPr>
    <p:cViewPr>
      <p:scale>
        <a:sx n="33" d="100"/>
        <a:sy n="33" d="100"/>
      </p:scale>
      <p:origin x="0" y="0"/>
    </p:cViewPr>
  </p:notesTextViewPr>
  <p:notesViewPr>
    <p:cSldViewPr snapToGrid="0">
      <p:cViewPr varScale="1">
        <p:scale>
          <a:sx n="86" d="100"/>
          <a:sy n="86" d="100"/>
        </p:scale>
        <p:origin x="3928" y="20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handoutMaster" Target="handoutMasters/handoutMaster1.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____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_____Microsoft_Excel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ru-RU"/>
  <c:roundedCorners val="1"/>
  <c:style val="2"/>
  <c:chart>
    <c:autoTitleDeleted val="1"/>
    <c:plotArea>
      <c:layout/>
      <c:scatterChart>
        <c:scatterStyle val="lineMarker"/>
        <c:varyColors val="0"/>
        <c:ser>
          <c:idx val="0"/>
          <c:order val="0"/>
          <c:tx>
            <c:strRef>
              <c:f>Sheet1!$B$1</c:f>
              <c:strCache>
                <c:ptCount val="1"/>
                <c:pt idx="0">
                  <c:v>выступ</c:v>
                </c:pt>
              </c:strCache>
            </c:strRef>
          </c:tx>
          <c:spPr>
            <a:ln w="12700">
              <a:solidFill>
                <a:srgbClr val="8A83D1"/>
              </a:solidFill>
              <a:prstDash val="dash"/>
            </a:ln>
          </c:spPr>
          <c:marker>
            <c:symbol val="none"/>
          </c:marker>
          <c:xVal>
            <c:numRef>
              <c:f>Sheet1!$A$2:$A$58</c:f>
              <c:numCache>
                <c:formatCode>General</c:formatCode>
                <c:ptCount val="57"/>
                <c:pt idx="0">
                  <c:v>0</c:v>
                </c:pt>
                <c:pt idx="1">
                  <c:v>0</c:v>
                </c:pt>
                <c:pt idx="2">
                  <c:v>8.771929824561403E-3</c:v>
                </c:pt>
                <c:pt idx="3">
                  <c:v>1.754385964912281E-2</c:v>
                </c:pt>
                <c:pt idx="4">
                  <c:v>1.754385964912281E-2</c:v>
                </c:pt>
                <c:pt idx="5">
                  <c:v>2.6315789473684209E-2</c:v>
                </c:pt>
                <c:pt idx="6">
                  <c:v>2.6315789473684209E-2</c:v>
                </c:pt>
                <c:pt idx="7">
                  <c:v>2.6315789473684209E-2</c:v>
                </c:pt>
                <c:pt idx="8">
                  <c:v>3.5087719298245612E-2</c:v>
                </c:pt>
                <c:pt idx="9">
                  <c:v>4.3859649122807022E-2</c:v>
                </c:pt>
                <c:pt idx="10">
                  <c:v>4.3859649122807022E-2</c:v>
                </c:pt>
                <c:pt idx="11">
                  <c:v>4.3859649122807022E-2</c:v>
                </c:pt>
                <c:pt idx="12">
                  <c:v>5.2631578947368418E-2</c:v>
                </c:pt>
                <c:pt idx="13">
                  <c:v>5.2631578947368418E-2</c:v>
                </c:pt>
                <c:pt idx="14">
                  <c:v>6.1403508771929821E-2</c:v>
                </c:pt>
                <c:pt idx="15">
                  <c:v>6.1403508771929821E-2</c:v>
                </c:pt>
                <c:pt idx="16">
                  <c:v>7.0175438596491224E-2</c:v>
                </c:pt>
                <c:pt idx="17">
                  <c:v>7.0175438596491224E-2</c:v>
                </c:pt>
                <c:pt idx="18">
                  <c:v>7.8947368421052627E-2</c:v>
                </c:pt>
                <c:pt idx="19">
                  <c:v>7.8947368421052627E-2</c:v>
                </c:pt>
                <c:pt idx="20">
                  <c:v>7.8947368421052627E-2</c:v>
                </c:pt>
                <c:pt idx="21">
                  <c:v>7.8947368421052627E-2</c:v>
                </c:pt>
                <c:pt idx="22">
                  <c:v>8.771929824561403E-2</c:v>
                </c:pt>
                <c:pt idx="23">
                  <c:v>9.6491228070175433E-2</c:v>
                </c:pt>
                <c:pt idx="24">
                  <c:v>9.6491228070175433E-2</c:v>
                </c:pt>
                <c:pt idx="25">
                  <c:v>9.6491228070175433E-2</c:v>
                </c:pt>
                <c:pt idx="26">
                  <c:v>9.6491228070175433E-2</c:v>
                </c:pt>
                <c:pt idx="27">
                  <c:v>0.10526315789473679</c:v>
                </c:pt>
                <c:pt idx="28">
                  <c:v>0.1140350877192982</c:v>
                </c:pt>
                <c:pt idx="29">
                  <c:v>0.1228070175438596</c:v>
                </c:pt>
                <c:pt idx="30">
                  <c:v>0.13157894736842099</c:v>
                </c:pt>
                <c:pt idx="31">
                  <c:v>0.14035087719298239</c:v>
                </c:pt>
                <c:pt idx="32">
                  <c:v>0.14912280701754391</c:v>
                </c:pt>
                <c:pt idx="33">
                  <c:v>0.15789473684210531</c:v>
                </c:pt>
                <c:pt idx="34">
                  <c:v>0.16666666666666671</c:v>
                </c:pt>
                <c:pt idx="35">
                  <c:v>0.17543859649122809</c:v>
                </c:pt>
                <c:pt idx="36">
                  <c:v>0.18421052631578949</c:v>
                </c:pt>
                <c:pt idx="37">
                  <c:v>0.19298245614035089</c:v>
                </c:pt>
                <c:pt idx="38">
                  <c:v>0.19298245614035089</c:v>
                </c:pt>
                <c:pt idx="39">
                  <c:v>0.2017543859649123</c:v>
                </c:pt>
                <c:pt idx="40">
                  <c:v>0.2105263157894737</c:v>
                </c:pt>
                <c:pt idx="41">
                  <c:v>0.2192982456140351</c:v>
                </c:pt>
                <c:pt idx="42">
                  <c:v>0.22807017543859651</c:v>
                </c:pt>
                <c:pt idx="43">
                  <c:v>0.23684210526315791</c:v>
                </c:pt>
                <c:pt idx="44">
                  <c:v>0.24561403508771931</c:v>
                </c:pt>
                <c:pt idx="45">
                  <c:v>0.24561403508771931</c:v>
                </c:pt>
                <c:pt idx="46">
                  <c:v>0.24561403508771931</c:v>
                </c:pt>
                <c:pt idx="47">
                  <c:v>0.24561403508771931</c:v>
                </c:pt>
                <c:pt idx="48">
                  <c:v>0.25438596491228072</c:v>
                </c:pt>
                <c:pt idx="49">
                  <c:v>0.25438596491228072</c:v>
                </c:pt>
                <c:pt idx="50">
                  <c:v>0.26315789473684209</c:v>
                </c:pt>
                <c:pt idx="51">
                  <c:v>0.27192982456140352</c:v>
                </c:pt>
                <c:pt idx="52">
                  <c:v>0.2807017543859649</c:v>
                </c:pt>
                <c:pt idx="53">
                  <c:v>0.2807017543859649</c:v>
                </c:pt>
                <c:pt idx="54">
                  <c:v>0.28947368421052633</c:v>
                </c:pt>
                <c:pt idx="55">
                  <c:v>0.2982456140350877</c:v>
                </c:pt>
                <c:pt idx="56">
                  <c:v>1</c:v>
                </c:pt>
              </c:numCache>
            </c:numRef>
          </c:xVal>
          <c:yVal>
            <c:numRef>
              <c:f>Sheet1!$B$2:$B$58</c:f>
              <c:numCache>
                <c:formatCode>General</c:formatCode>
                <c:ptCount val="57"/>
                <c:pt idx="0">
                  <c:v>0</c:v>
                </c:pt>
                <c:pt idx="1">
                  <c:v>2.777777777777778E-2</c:v>
                </c:pt>
                <c:pt idx="2">
                  <c:v>2.777777777777778E-2</c:v>
                </c:pt>
                <c:pt idx="3">
                  <c:v>2.777777777777778E-2</c:v>
                </c:pt>
                <c:pt idx="4">
                  <c:v>5.5555555555555552E-2</c:v>
                </c:pt>
                <c:pt idx="5">
                  <c:v>5.5555555555555552E-2</c:v>
                </c:pt>
                <c:pt idx="6">
                  <c:v>8.3333333333333329E-2</c:v>
                </c:pt>
                <c:pt idx="7">
                  <c:v>0.1111111111111111</c:v>
                </c:pt>
                <c:pt idx="8">
                  <c:v>0.1388888888888889</c:v>
                </c:pt>
                <c:pt idx="9">
                  <c:v>0.1388888888888889</c:v>
                </c:pt>
                <c:pt idx="10">
                  <c:v>0.16666666666666671</c:v>
                </c:pt>
                <c:pt idx="11">
                  <c:v>0.19444444444444439</c:v>
                </c:pt>
                <c:pt idx="12">
                  <c:v>0.19444444444444439</c:v>
                </c:pt>
                <c:pt idx="13">
                  <c:v>0.22222222222222221</c:v>
                </c:pt>
                <c:pt idx="14">
                  <c:v>0.22222222222222221</c:v>
                </c:pt>
                <c:pt idx="15">
                  <c:v>0.25</c:v>
                </c:pt>
                <c:pt idx="16">
                  <c:v>0.25</c:v>
                </c:pt>
                <c:pt idx="17">
                  <c:v>0.27777777777777779</c:v>
                </c:pt>
                <c:pt idx="18">
                  <c:v>0.27777777777777779</c:v>
                </c:pt>
                <c:pt idx="19">
                  <c:v>0.30555555555555558</c:v>
                </c:pt>
                <c:pt idx="20">
                  <c:v>0.33333333333333331</c:v>
                </c:pt>
                <c:pt idx="21">
                  <c:v>0.3611111111111111</c:v>
                </c:pt>
                <c:pt idx="22">
                  <c:v>0.3611111111111111</c:v>
                </c:pt>
                <c:pt idx="23">
                  <c:v>0.3611111111111111</c:v>
                </c:pt>
                <c:pt idx="24">
                  <c:v>0.3888888888888889</c:v>
                </c:pt>
                <c:pt idx="25">
                  <c:v>0.41666666666666669</c:v>
                </c:pt>
                <c:pt idx="26">
                  <c:v>0.44444444444444442</c:v>
                </c:pt>
                <c:pt idx="27">
                  <c:v>0.44444444444444442</c:v>
                </c:pt>
                <c:pt idx="28">
                  <c:v>0.44444444444444442</c:v>
                </c:pt>
                <c:pt idx="29">
                  <c:v>0.44444444444444442</c:v>
                </c:pt>
                <c:pt idx="30">
                  <c:v>0.44444444444444442</c:v>
                </c:pt>
                <c:pt idx="31">
                  <c:v>0.44444444444444442</c:v>
                </c:pt>
                <c:pt idx="32">
                  <c:v>0.44444444444444442</c:v>
                </c:pt>
                <c:pt idx="33">
                  <c:v>0.44444444444444442</c:v>
                </c:pt>
                <c:pt idx="34">
                  <c:v>0.44444444444444442</c:v>
                </c:pt>
                <c:pt idx="35">
                  <c:v>0.44444444444444442</c:v>
                </c:pt>
                <c:pt idx="36">
                  <c:v>0.44444444444444442</c:v>
                </c:pt>
                <c:pt idx="37">
                  <c:v>0.44444444444444442</c:v>
                </c:pt>
                <c:pt idx="38">
                  <c:v>0.47222222222222221</c:v>
                </c:pt>
                <c:pt idx="39">
                  <c:v>0.47222222222222221</c:v>
                </c:pt>
                <c:pt idx="40">
                  <c:v>0.47222222222222221</c:v>
                </c:pt>
                <c:pt idx="41">
                  <c:v>0.47222222222222221</c:v>
                </c:pt>
                <c:pt idx="42">
                  <c:v>0.47222222222222221</c:v>
                </c:pt>
                <c:pt idx="43">
                  <c:v>0.47222222222222221</c:v>
                </c:pt>
                <c:pt idx="44">
                  <c:v>0.47222222222222221</c:v>
                </c:pt>
                <c:pt idx="45">
                  <c:v>0.5</c:v>
                </c:pt>
                <c:pt idx="46">
                  <c:v>0.52777777777777779</c:v>
                </c:pt>
                <c:pt idx="47">
                  <c:v>0.55555555555555558</c:v>
                </c:pt>
                <c:pt idx="48">
                  <c:v>0.55555555555555558</c:v>
                </c:pt>
                <c:pt idx="49">
                  <c:v>0.58333333333333337</c:v>
                </c:pt>
                <c:pt idx="50">
                  <c:v>0.58333333333333337</c:v>
                </c:pt>
                <c:pt idx="51">
                  <c:v>0.58333333333333337</c:v>
                </c:pt>
                <c:pt idx="52">
                  <c:v>0.58333333333333337</c:v>
                </c:pt>
                <c:pt idx="53">
                  <c:v>0.61111111111111116</c:v>
                </c:pt>
                <c:pt idx="54">
                  <c:v>0.61111111111111116</c:v>
                </c:pt>
                <c:pt idx="55">
                  <c:v>0.61111111111111116</c:v>
                </c:pt>
                <c:pt idx="56">
                  <c:v>1</c:v>
                </c:pt>
              </c:numCache>
            </c:numRef>
          </c:yVal>
          <c:smooth val="0"/>
          <c:extLst>
            <c:ext xmlns:c16="http://schemas.microsoft.com/office/drawing/2014/chart" uri="{C3380CC4-5D6E-409C-BE32-E72D297353CC}">
              <c16:uniqueId val="{00000000-D128-4408-AEF8-5CFE4AD7BABF}"/>
            </c:ext>
          </c:extLst>
        </c:ser>
        <c:ser>
          <c:idx val="1"/>
          <c:order val="1"/>
          <c:tx>
            <c:strRef>
              <c:f>Sheet1!$B$60</c:f>
              <c:strCache>
                <c:ptCount val="1"/>
                <c:pt idx="0">
                  <c:v>нейросеть</c:v>
                </c:pt>
              </c:strCache>
            </c:strRef>
          </c:tx>
          <c:spPr>
            <a:ln w="31750">
              <a:solidFill>
                <a:srgbClr val="FC3777"/>
              </a:solidFill>
            </a:ln>
          </c:spPr>
          <c:marker>
            <c:symbol val="none"/>
          </c:marker>
          <c:xVal>
            <c:numRef>
              <c:f>Sheet1!$A$61:$A$211</c:f>
              <c:numCache>
                <c:formatCode>General</c:formatCode>
                <c:ptCount val="151"/>
                <c:pt idx="0">
                  <c:v>0</c:v>
                </c:pt>
                <c:pt idx="1">
                  <c:v>0</c:v>
                </c:pt>
                <c:pt idx="2">
                  <c:v>0</c:v>
                </c:pt>
                <c:pt idx="3">
                  <c:v>0</c:v>
                </c:pt>
                <c:pt idx="4">
                  <c:v>0</c:v>
                </c:pt>
                <c:pt idx="5">
                  <c:v>0</c:v>
                </c:pt>
                <c:pt idx="6">
                  <c:v>0</c:v>
                </c:pt>
                <c:pt idx="7">
                  <c:v>0</c:v>
                </c:pt>
                <c:pt idx="8">
                  <c:v>8.771929824561403E-3</c:v>
                </c:pt>
                <c:pt idx="9">
                  <c:v>8.771929824561403E-3</c:v>
                </c:pt>
                <c:pt idx="10">
                  <c:v>1.754385964912281E-2</c:v>
                </c:pt>
                <c:pt idx="11">
                  <c:v>1.754385964912281E-2</c:v>
                </c:pt>
                <c:pt idx="12">
                  <c:v>2.6315789473684209E-2</c:v>
                </c:pt>
                <c:pt idx="13">
                  <c:v>3.5087719298245612E-2</c:v>
                </c:pt>
                <c:pt idx="14">
                  <c:v>3.5087719298245612E-2</c:v>
                </c:pt>
                <c:pt idx="15">
                  <c:v>3.5087719298245612E-2</c:v>
                </c:pt>
                <c:pt idx="16">
                  <c:v>4.3859649122807022E-2</c:v>
                </c:pt>
                <c:pt idx="17">
                  <c:v>5.2631578947368418E-2</c:v>
                </c:pt>
                <c:pt idx="18">
                  <c:v>6.1403508771929821E-2</c:v>
                </c:pt>
                <c:pt idx="19">
                  <c:v>6.1403508771929821E-2</c:v>
                </c:pt>
                <c:pt idx="20">
                  <c:v>6.1403508771929821E-2</c:v>
                </c:pt>
                <c:pt idx="21">
                  <c:v>6.1403508771929821E-2</c:v>
                </c:pt>
                <c:pt idx="22">
                  <c:v>7.0175438596491224E-2</c:v>
                </c:pt>
                <c:pt idx="23">
                  <c:v>7.8947368421052627E-2</c:v>
                </c:pt>
                <c:pt idx="24">
                  <c:v>8.771929824561403E-2</c:v>
                </c:pt>
                <c:pt idx="25">
                  <c:v>8.771929824561403E-2</c:v>
                </c:pt>
                <c:pt idx="26">
                  <c:v>8.771929824561403E-2</c:v>
                </c:pt>
                <c:pt idx="27">
                  <c:v>9.6491228070175433E-2</c:v>
                </c:pt>
                <c:pt idx="28">
                  <c:v>9.6491228070175433E-2</c:v>
                </c:pt>
                <c:pt idx="29">
                  <c:v>9.6491228070175433E-2</c:v>
                </c:pt>
                <c:pt idx="30">
                  <c:v>0.10526315789473679</c:v>
                </c:pt>
                <c:pt idx="31">
                  <c:v>0.1140350877192982</c:v>
                </c:pt>
                <c:pt idx="32">
                  <c:v>0.1140350877192982</c:v>
                </c:pt>
                <c:pt idx="33">
                  <c:v>0.1228070175438596</c:v>
                </c:pt>
                <c:pt idx="34">
                  <c:v>0.1228070175438596</c:v>
                </c:pt>
                <c:pt idx="35">
                  <c:v>0.13157894736842099</c:v>
                </c:pt>
                <c:pt idx="36">
                  <c:v>0.14035087719298239</c:v>
                </c:pt>
                <c:pt idx="37">
                  <c:v>0.14035087719298239</c:v>
                </c:pt>
                <c:pt idx="38">
                  <c:v>0.14912280701754391</c:v>
                </c:pt>
                <c:pt idx="39">
                  <c:v>0.15789473684210531</c:v>
                </c:pt>
                <c:pt idx="40">
                  <c:v>0.16666666666666671</c:v>
                </c:pt>
                <c:pt idx="41">
                  <c:v>0.16666666666666671</c:v>
                </c:pt>
                <c:pt idx="42">
                  <c:v>0.16666666666666671</c:v>
                </c:pt>
                <c:pt idx="43">
                  <c:v>0.16666666666666671</c:v>
                </c:pt>
                <c:pt idx="44">
                  <c:v>0.17543859649122809</c:v>
                </c:pt>
                <c:pt idx="45">
                  <c:v>0.18421052631578949</c:v>
                </c:pt>
                <c:pt idx="46">
                  <c:v>0.19298245614035089</c:v>
                </c:pt>
                <c:pt idx="47">
                  <c:v>0.19298245614035089</c:v>
                </c:pt>
                <c:pt idx="48">
                  <c:v>0.2017543859649123</c:v>
                </c:pt>
                <c:pt idx="49">
                  <c:v>0.2105263157894737</c:v>
                </c:pt>
                <c:pt idx="50">
                  <c:v>0.2105263157894737</c:v>
                </c:pt>
                <c:pt idx="51">
                  <c:v>0.2192982456140351</c:v>
                </c:pt>
                <c:pt idx="52">
                  <c:v>0.22807017543859651</c:v>
                </c:pt>
                <c:pt idx="53">
                  <c:v>0.23684210526315791</c:v>
                </c:pt>
                <c:pt idx="54">
                  <c:v>0.24561403508771931</c:v>
                </c:pt>
                <c:pt idx="55">
                  <c:v>0.25438596491228072</c:v>
                </c:pt>
                <c:pt idx="56">
                  <c:v>0.26315789473684209</c:v>
                </c:pt>
                <c:pt idx="57">
                  <c:v>0.26315789473684209</c:v>
                </c:pt>
                <c:pt idx="58">
                  <c:v>0.27192982456140352</c:v>
                </c:pt>
                <c:pt idx="59">
                  <c:v>0.2807017543859649</c:v>
                </c:pt>
                <c:pt idx="60">
                  <c:v>0.28947368421052633</c:v>
                </c:pt>
                <c:pt idx="61">
                  <c:v>0.2982456140350877</c:v>
                </c:pt>
                <c:pt idx="62">
                  <c:v>0.30701754385964908</c:v>
                </c:pt>
                <c:pt idx="63">
                  <c:v>0.31578947368421051</c:v>
                </c:pt>
                <c:pt idx="64">
                  <c:v>0.31578947368421051</c:v>
                </c:pt>
                <c:pt idx="65">
                  <c:v>0.32456140350877188</c:v>
                </c:pt>
                <c:pt idx="66">
                  <c:v>0.33333333333333331</c:v>
                </c:pt>
                <c:pt idx="67">
                  <c:v>0.34210526315789469</c:v>
                </c:pt>
                <c:pt idx="68">
                  <c:v>0.34210526315789469</c:v>
                </c:pt>
                <c:pt idx="69">
                  <c:v>0.35087719298245612</c:v>
                </c:pt>
                <c:pt idx="70">
                  <c:v>0.35964912280701761</c:v>
                </c:pt>
                <c:pt idx="71">
                  <c:v>0.36842105263157893</c:v>
                </c:pt>
                <c:pt idx="72">
                  <c:v>0.37719298245614041</c:v>
                </c:pt>
                <c:pt idx="73">
                  <c:v>0.38596491228070168</c:v>
                </c:pt>
                <c:pt idx="74">
                  <c:v>0.39473684210526322</c:v>
                </c:pt>
                <c:pt idx="75">
                  <c:v>0.40350877192982448</c:v>
                </c:pt>
                <c:pt idx="76">
                  <c:v>0.41228070175438603</c:v>
                </c:pt>
                <c:pt idx="77">
                  <c:v>0.42105263157894729</c:v>
                </c:pt>
                <c:pt idx="78">
                  <c:v>0.42982456140350878</c:v>
                </c:pt>
                <c:pt idx="79">
                  <c:v>0.43859649122807021</c:v>
                </c:pt>
                <c:pt idx="80">
                  <c:v>0.44736842105263158</c:v>
                </c:pt>
                <c:pt idx="81">
                  <c:v>0.45614035087719301</c:v>
                </c:pt>
                <c:pt idx="82">
                  <c:v>0.46491228070175439</c:v>
                </c:pt>
                <c:pt idx="83">
                  <c:v>0.47368421052631582</c:v>
                </c:pt>
                <c:pt idx="84">
                  <c:v>0.48245614035087719</c:v>
                </c:pt>
                <c:pt idx="85">
                  <c:v>0.49122807017543862</c:v>
                </c:pt>
                <c:pt idx="86">
                  <c:v>0.5</c:v>
                </c:pt>
                <c:pt idx="87">
                  <c:v>0.5</c:v>
                </c:pt>
                <c:pt idx="88">
                  <c:v>0.50877192982456143</c:v>
                </c:pt>
                <c:pt idx="89">
                  <c:v>0.51754385964912286</c:v>
                </c:pt>
                <c:pt idx="90">
                  <c:v>0.52631578947368418</c:v>
                </c:pt>
                <c:pt idx="91">
                  <c:v>0.52631578947368418</c:v>
                </c:pt>
                <c:pt idx="92">
                  <c:v>0.53508771929824561</c:v>
                </c:pt>
                <c:pt idx="93">
                  <c:v>0.53508771929824561</c:v>
                </c:pt>
                <c:pt idx="94">
                  <c:v>0.54385964912280704</c:v>
                </c:pt>
                <c:pt idx="95">
                  <c:v>0.55263157894736847</c:v>
                </c:pt>
                <c:pt idx="96">
                  <c:v>0.55263157894736847</c:v>
                </c:pt>
                <c:pt idx="97">
                  <c:v>0.55263157894736847</c:v>
                </c:pt>
                <c:pt idx="98">
                  <c:v>0.56140350877192979</c:v>
                </c:pt>
                <c:pt idx="99">
                  <c:v>0.57017543859649122</c:v>
                </c:pt>
                <c:pt idx="100">
                  <c:v>0.57894736842105265</c:v>
                </c:pt>
                <c:pt idx="101">
                  <c:v>0.58771929824561409</c:v>
                </c:pt>
                <c:pt idx="102">
                  <c:v>0.59649122807017541</c:v>
                </c:pt>
                <c:pt idx="103">
                  <c:v>0.60526315789473684</c:v>
                </c:pt>
                <c:pt idx="104">
                  <c:v>0.61403508771929827</c:v>
                </c:pt>
                <c:pt idx="105">
                  <c:v>0.6228070175438597</c:v>
                </c:pt>
                <c:pt idx="106">
                  <c:v>0.63157894736842102</c:v>
                </c:pt>
                <c:pt idx="107">
                  <c:v>0.64035087719298245</c:v>
                </c:pt>
                <c:pt idx="108">
                  <c:v>0.64912280701754388</c:v>
                </c:pt>
                <c:pt idx="109">
                  <c:v>0.65789473684210531</c:v>
                </c:pt>
                <c:pt idx="110">
                  <c:v>0.66666666666666663</c:v>
                </c:pt>
                <c:pt idx="111">
                  <c:v>0.67543859649122806</c:v>
                </c:pt>
                <c:pt idx="112">
                  <c:v>0.68421052631578949</c:v>
                </c:pt>
                <c:pt idx="113">
                  <c:v>0.69298245614035092</c:v>
                </c:pt>
                <c:pt idx="114">
                  <c:v>0.70175438596491224</c:v>
                </c:pt>
                <c:pt idx="115">
                  <c:v>0.71052631578947367</c:v>
                </c:pt>
                <c:pt idx="116">
                  <c:v>0.7192982456140351</c:v>
                </c:pt>
                <c:pt idx="117">
                  <c:v>0.72807017543859653</c:v>
                </c:pt>
                <c:pt idx="118">
                  <c:v>0.73684210526315785</c:v>
                </c:pt>
                <c:pt idx="119">
                  <c:v>0.74561403508771928</c:v>
                </c:pt>
                <c:pt idx="120">
                  <c:v>0.75438596491228072</c:v>
                </c:pt>
                <c:pt idx="121">
                  <c:v>0.75438596491228072</c:v>
                </c:pt>
                <c:pt idx="122">
                  <c:v>0.76315789473684215</c:v>
                </c:pt>
                <c:pt idx="123">
                  <c:v>0.77192982456140347</c:v>
                </c:pt>
                <c:pt idx="124">
                  <c:v>0.7807017543859649</c:v>
                </c:pt>
                <c:pt idx="125">
                  <c:v>0.7807017543859649</c:v>
                </c:pt>
                <c:pt idx="126">
                  <c:v>0.78947368421052633</c:v>
                </c:pt>
                <c:pt idx="127">
                  <c:v>0.79824561403508776</c:v>
                </c:pt>
                <c:pt idx="128">
                  <c:v>0.80701754385964908</c:v>
                </c:pt>
                <c:pt idx="129">
                  <c:v>0.81578947368421051</c:v>
                </c:pt>
                <c:pt idx="130">
                  <c:v>0.82456140350877194</c:v>
                </c:pt>
                <c:pt idx="131">
                  <c:v>0.83333333333333337</c:v>
                </c:pt>
                <c:pt idx="132">
                  <c:v>0.84210526315789469</c:v>
                </c:pt>
                <c:pt idx="133">
                  <c:v>0.85087719298245612</c:v>
                </c:pt>
                <c:pt idx="134">
                  <c:v>0.85964912280701755</c:v>
                </c:pt>
                <c:pt idx="135">
                  <c:v>0.86842105263157898</c:v>
                </c:pt>
                <c:pt idx="136">
                  <c:v>0.8771929824561403</c:v>
                </c:pt>
                <c:pt idx="137">
                  <c:v>0.88596491228070173</c:v>
                </c:pt>
                <c:pt idx="138">
                  <c:v>0.89473684210526316</c:v>
                </c:pt>
                <c:pt idx="139">
                  <c:v>0.90350877192982459</c:v>
                </c:pt>
                <c:pt idx="140">
                  <c:v>0.91228070175438591</c:v>
                </c:pt>
                <c:pt idx="141">
                  <c:v>0.92105263157894735</c:v>
                </c:pt>
                <c:pt idx="142">
                  <c:v>0.92982456140350878</c:v>
                </c:pt>
                <c:pt idx="143">
                  <c:v>0.93859649122807021</c:v>
                </c:pt>
                <c:pt idx="144">
                  <c:v>0.94736842105263153</c:v>
                </c:pt>
                <c:pt idx="145">
                  <c:v>0.95614035087719296</c:v>
                </c:pt>
                <c:pt idx="146">
                  <c:v>0.96491228070175439</c:v>
                </c:pt>
                <c:pt idx="147">
                  <c:v>0.97368421052631582</c:v>
                </c:pt>
                <c:pt idx="148">
                  <c:v>0.98245614035087714</c:v>
                </c:pt>
                <c:pt idx="149">
                  <c:v>0.99122807017543857</c:v>
                </c:pt>
                <c:pt idx="150">
                  <c:v>1</c:v>
                </c:pt>
              </c:numCache>
            </c:numRef>
          </c:xVal>
          <c:yVal>
            <c:numRef>
              <c:f>Sheet1!$B$61:$B$211</c:f>
              <c:numCache>
                <c:formatCode>General</c:formatCode>
                <c:ptCount val="151"/>
                <c:pt idx="0">
                  <c:v>0</c:v>
                </c:pt>
                <c:pt idx="1">
                  <c:v>2.777777777777778E-2</c:v>
                </c:pt>
                <c:pt idx="2">
                  <c:v>5.5555555555555552E-2</c:v>
                </c:pt>
                <c:pt idx="3">
                  <c:v>8.3333333333333329E-2</c:v>
                </c:pt>
                <c:pt idx="4">
                  <c:v>0.1111111111111111</c:v>
                </c:pt>
                <c:pt idx="5">
                  <c:v>0.1388888888888889</c:v>
                </c:pt>
                <c:pt idx="6">
                  <c:v>0.16666666666666671</c:v>
                </c:pt>
                <c:pt idx="7">
                  <c:v>0.19444444444444439</c:v>
                </c:pt>
                <c:pt idx="8">
                  <c:v>0.19444444444444439</c:v>
                </c:pt>
                <c:pt idx="9">
                  <c:v>0.22222222222222221</c:v>
                </c:pt>
                <c:pt idx="10">
                  <c:v>0.22222222222222221</c:v>
                </c:pt>
                <c:pt idx="11">
                  <c:v>0.25</c:v>
                </c:pt>
                <c:pt idx="12">
                  <c:v>0.25</c:v>
                </c:pt>
                <c:pt idx="13">
                  <c:v>0.25</c:v>
                </c:pt>
                <c:pt idx="14">
                  <c:v>0.27777777777777779</c:v>
                </c:pt>
                <c:pt idx="15">
                  <c:v>0.30555555555555558</c:v>
                </c:pt>
                <c:pt idx="16">
                  <c:v>0.30555555555555558</c:v>
                </c:pt>
                <c:pt idx="17">
                  <c:v>0.30555555555555558</c:v>
                </c:pt>
                <c:pt idx="18">
                  <c:v>0.30555555555555558</c:v>
                </c:pt>
                <c:pt idx="19">
                  <c:v>0.33333333333333331</c:v>
                </c:pt>
                <c:pt idx="20">
                  <c:v>0.3611111111111111</c:v>
                </c:pt>
                <c:pt idx="21">
                  <c:v>0.3888888888888889</c:v>
                </c:pt>
                <c:pt idx="22">
                  <c:v>0.3888888888888889</c:v>
                </c:pt>
                <c:pt idx="23">
                  <c:v>0.3888888888888889</c:v>
                </c:pt>
                <c:pt idx="24">
                  <c:v>0.3888888888888889</c:v>
                </c:pt>
                <c:pt idx="25">
                  <c:v>0.41666666666666669</c:v>
                </c:pt>
                <c:pt idx="26">
                  <c:v>0.44444444444444442</c:v>
                </c:pt>
                <c:pt idx="27">
                  <c:v>0.44444444444444442</c:v>
                </c:pt>
                <c:pt idx="28">
                  <c:v>0.47222222222222221</c:v>
                </c:pt>
                <c:pt idx="29">
                  <c:v>0.5</c:v>
                </c:pt>
                <c:pt idx="30">
                  <c:v>0.5</c:v>
                </c:pt>
                <c:pt idx="31">
                  <c:v>0.5</c:v>
                </c:pt>
                <c:pt idx="32">
                  <c:v>0.52777777777777779</c:v>
                </c:pt>
                <c:pt idx="33">
                  <c:v>0.52777777777777779</c:v>
                </c:pt>
                <c:pt idx="34">
                  <c:v>0.55555555555555558</c:v>
                </c:pt>
                <c:pt idx="35">
                  <c:v>0.55555555555555558</c:v>
                </c:pt>
                <c:pt idx="36">
                  <c:v>0.55555555555555558</c:v>
                </c:pt>
                <c:pt idx="37">
                  <c:v>0.58333333333333337</c:v>
                </c:pt>
                <c:pt idx="38">
                  <c:v>0.58333333333333337</c:v>
                </c:pt>
                <c:pt idx="39">
                  <c:v>0.58333333333333337</c:v>
                </c:pt>
                <c:pt idx="40">
                  <c:v>0.58333333333333337</c:v>
                </c:pt>
                <c:pt idx="41">
                  <c:v>0.61111111111111116</c:v>
                </c:pt>
                <c:pt idx="42">
                  <c:v>0.63888888888888884</c:v>
                </c:pt>
                <c:pt idx="43">
                  <c:v>0.66666666666666663</c:v>
                </c:pt>
                <c:pt idx="44">
                  <c:v>0.66666666666666663</c:v>
                </c:pt>
                <c:pt idx="45">
                  <c:v>0.66666666666666663</c:v>
                </c:pt>
                <c:pt idx="46">
                  <c:v>0.66666666666666663</c:v>
                </c:pt>
                <c:pt idx="47">
                  <c:v>0.69444444444444442</c:v>
                </c:pt>
                <c:pt idx="48">
                  <c:v>0.69444444444444442</c:v>
                </c:pt>
                <c:pt idx="49">
                  <c:v>0.69444444444444442</c:v>
                </c:pt>
                <c:pt idx="50">
                  <c:v>0.72222222222222221</c:v>
                </c:pt>
                <c:pt idx="51">
                  <c:v>0.72222222222222221</c:v>
                </c:pt>
                <c:pt idx="52">
                  <c:v>0.72222222222222221</c:v>
                </c:pt>
                <c:pt idx="53">
                  <c:v>0.72222222222222221</c:v>
                </c:pt>
                <c:pt idx="54">
                  <c:v>0.72222222222222221</c:v>
                </c:pt>
                <c:pt idx="55">
                  <c:v>0.72222222222222221</c:v>
                </c:pt>
                <c:pt idx="56">
                  <c:v>0.72222222222222221</c:v>
                </c:pt>
                <c:pt idx="57">
                  <c:v>0.75</c:v>
                </c:pt>
                <c:pt idx="58">
                  <c:v>0.75</c:v>
                </c:pt>
                <c:pt idx="59">
                  <c:v>0.75</c:v>
                </c:pt>
                <c:pt idx="60">
                  <c:v>0.75</c:v>
                </c:pt>
                <c:pt idx="61">
                  <c:v>0.75</c:v>
                </c:pt>
                <c:pt idx="62">
                  <c:v>0.75</c:v>
                </c:pt>
                <c:pt idx="63">
                  <c:v>0.75</c:v>
                </c:pt>
                <c:pt idx="64">
                  <c:v>0.77777777777777779</c:v>
                </c:pt>
                <c:pt idx="65">
                  <c:v>0.77777777777777779</c:v>
                </c:pt>
                <c:pt idx="66">
                  <c:v>0.77777777777777779</c:v>
                </c:pt>
                <c:pt idx="67">
                  <c:v>0.77777777777777779</c:v>
                </c:pt>
                <c:pt idx="68">
                  <c:v>0.80555555555555558</c:v>
                </c:pt>
                <c:pt idx="69">
                  <c:v>0.80555555555555558</c:v>
                </c:pt>
                <c:pt idx="70">
                  <c:v>0.80555555555555558</c:v>
                </c:pt>
                <c:pt idx="71">
                  <c:v>0.80555555555555558</c:v>
                </c:pt>
                <c:pt idx="72">
                  <c:v>0.80555555555555558</c:v>
                </c:pt>
                <c:pt idx="73">
                  <c:v>0.80555555555555558</c:v>
                </c:pt>
                <c:pt idx="74">
                  <c:v>0.80555555555555558</c:v>
                </c:pt>
                <c:pt idx="75">
                  <c:v>0.80555555555555558</c:v>
                </c:pt>
                <c:pt idx="76">
                  <c:v>0.80555555555555558</c:v>
                </c:pt>
                <c:pt idx="77">
                  <c:v>0.80555555555555558</c:v>
                </c:pt>
                <c:pt idx="78">
                  <c:v>0.80555555555555558</c:v>
                </c:pt>
                <c:pt idx="79">
                  <c:v>0.80555555555555558</c:v>
                </c:pt>
                <c:pt idx="80">
                  <c:v>0.80555555555555558</c:v>
                </c:pt>
                <c:pt idx="81">
                  <c:v>0.80555555555555558</c:v>
                </c:pt>
                <c:pt idx="82">
                  <c:v>0.80555555555555558</c:v>
                </c:pt>
                <c:pt idx="83">
                  <c:v>0.80555555555555558</c:v>
                </c:pt>
                <c:pt idx="84">
                  <c:v>0.80555555555555558</c:v>
                </c:pt>
                <c:pt idx="85">
                  <c:v>0.80555555555555558</c:v>
                </c:pt>
                <c:pt idx="86">
                  <c:v>0.80555555555555558</c:v>
                </c:pt>
                <c:pt idx="87">
                  <c:v>0.83333333333333337</c:v>
                </c:pt>
                <c:pt idx="88">
                  <c:v>0.83333333333333337</c:v>
                </c:pt>
                <c:pt idx="89">
                  <c:v>0.83333333333333337</c:v>
                </c:pt>
                <c:pt idx="90">
                  <c:v>0.83333333333333337</c:v>
                </c:pt>
                <c:pt idx="91">
                  <c:v>0.86111111111111116</c:v>
                </c:pt>
                <c:pt idx="92">
                  <c:v>0.86111111111111116</c:v>
                </c:pt>
                <c:pt idx="93">
                  <c:v>0.88888888888888884</c:v>
                </c:pt>
                <c:pt idx="94">
                  <c:v>0.88888888888888884</c:v>
                </c:pt>
                <c:pt idx="95">
                  <c:v>0.88888888888888884</c:v>
                </c:pt>
                <c:pt idx="96">
                  <c:v>0.91666666666666663</c:v>
                </c:pt>
                <c:pt idx="97">
                  <c:v>0.94444444444444442</c:v>
                </c:pt>
                <c:pt idx="98">
                  <c:v>0.94444444444444442</c:v>
                </c:pt>
                <c:pt idx="99">
                  <c:v>0.94444444444444442</c:v>
                </c:pt>
                <c:pt idx="100">
                  <c:v>0.94444444444444442</c:v>
                </c:pt>
                <c:pt idx="101">
                  <c:v>0.94444444444444442</c:v>
                </c:pt>
                <c:pt idx="102">
                  <c:v>0.94444444444444442</c:v>
                </c:pt>
                <c:pt idx="103">
                  <c:v>0.94444444444444442</c:v>
                </c:pt>
                <c:pt idx="104">
                  <c:v>0.94444444444444442</c:v>
                </c:pt>
                <c:pt idx="105">
                  <c:v>0.94444444444444442</c:v>
                </c:pt>
                <c:pt idx="106">
                  <c:v>0.94444444444444442</c:v>
                </c:pt>
                <c:pt idx="107">
                  <c:v>0.94444444444444442</c:v>
                </c:pt>
                <c:pt idx="108">
                  <c:v>0.94444444444444442</c:v>
                </c:pt>
                <c:pt idx="109">
                  <c:v>0.94444444444444442</c:v>
                </c:pt>
                <c:pt idx="110">
                  <c:v>0.94444444444444442</c:v>
                </c:pt>
                <c:pt idx="111">
                  <c:v>0.94444444444444442</c:v>
                </c:pt>
                <c:pt idx="112">
                  <c:v>0.94444444444444442</c:v>
                </c:pt>
                <c:pt idx="113">
                  <c:v>0.94444444444444442</c:v>
                </c:pt>
                <c:pt idx="114">
                  <c:v>0.94444444444444442</c:v>
                </c:pt>
                <c:pt idx="115">
                  <c:v>0.94444444444444442</c:v>
                </c:pt>
                <c:pt idx="116">
                  <c:v>0.94444444444444442</c:v>
                </c:pt>
                <c:pt idx="117">
                  <c:v>0.94444444444444442</c:v>
                </c:pt>
                <c:pt idx="118">
                  <c:v>0.94444444444444442</c:v>
                </c:pt>
                <c:pt idx="119">
                  <c:v>0.94444444444444442</c:v>
                </c:pt>
                <c:pt idx="120">
                  <c:v>0.94444444444444442</c:v>
                </c:pt>
                <c:pt idx="121">
                  <c:v>0.97222222222222221</c:v>
                </c:pt>
                <c:pt idx="122">
                  <c:v>0.97222222222222221</c:v>
                </c:pt>
                <c:pt idx="123">
                  <c:v>0.97222222222222221</c:v>
                </c:pt>
                <c:pt idx="124">
                  <c:v>0.97222222222222221</c:v>
                </c:pt>
                <c:pt idx="125">
                  <c:v>1</c:v>
                </c:pt>
                <c:pt idx="126">
                  <c:v>1</c:v>
                </c:pt>
                <c:pt idx="127">
                  <c:v>1</c:v>
                </c:pt>
                <c:pt idx="128">
                  <c:v>1</c:v>
                </c:pt>
                <c:pt idx="129">
                  <c:v>1</c:v>
                </c:pt>
                <c:pt idx="130">
                  <c:v>1</c:v>
                </c:pt>
                <c:pt idx="131">
                  <c:v>1</c:v>
                </c:pt>
                <c:pt idx="132">
                  <c:v>1</c:v>
                </c:pt>
                <c:pt idx="133">
                  <c:v>1</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numCache>
            </c:numRef>
          </c:yVal>
          <c:smooth val="0"/>
          <c:extLst>
            <c:ext xmlns:c16="http://schemas.microsoft.com/office/drawing/2014/chart" uri="{C3380CC4-5D6E-409C-BE32-E72D297353CC}">
              <c16:uniqueId val="{00000001-D128-4408-AEF8-5CFE4AD7BABF}"/>
            </c:ext>
          </c:extLst>
        </c:ser>
        <c:ser>
          <c:idx val="2"/>
          <c:order val="2"/>
          <c:tx>
            <c:strRef>
              <c:f>Sheet1!$B$213</c:f>
              <c:strCache>
                <c:ptCount val="1"/>
                <c:pt idx="0">
                  <c:v>нейросеть + измерение</c:v>
                </c:pt>
              </c:strCache>
            </c:strRef>
          </c:tx>
          <c:spPr>
            <a:ln w="31750">
              <a:solidFill>
                <a:srgbClr val="520977"/>
              </a:solidFill>
            </a:ln>
          </c:spPr>
          <c:marker>
            <c:symbol val="none"/>
          </c:marker>
          <c:xVal>
            <c:numRef>
              <c:f>Sheet1!$A$214:$A$364</c:f>
              <c:numCache>
                <c:formatCode>General</c:formatCode>
                <c:ptCount val="151"/>
                <c:pt idx="0">
                  <c:v>0</c:v>
                </c:pt>
                <c:pt idx="1">
                  <c:v>0</c:v>
                </c:pt>
                <c:pt idx="2">
                  <c:v>0</c:v>
                </c:pt>
                <c:pt idx="3">
                  <c:v>0</c:v>
                </c:pt>
                <c:pt idx="4">
                  <c:v>0</c:v>
                </c:pt>
                <c:pt idx="5">
                  <c:v>0</c:v>
                </c:pt>
                <c:pt idx="6">
                  <c:v>0</c:v>
                </c:pt>
                <c:pt idx="7">
                  <c:v>0</c:v>
                </c:pt>
                <c:pt idx="8">
                  <c:v>8.771929824561403E-3</c:v>
                </c:pt>
                <c:pt idx="9">
                  <c:v>8.771929824561403E-3</c:v>
                </c:pt>
                <c:pt idx="10">
                  <c:v>8.771929824561403E-3</c:v>
                </c:pt>
                <c:pt idx="11">
                  <c:v>8.771929824561403E-3</c:v>
                </c:pt>
                <c:pt idx="12">
                  <c:v>1.754385964912281E-2</c:v>
                </c:pt>
                <c:pt idx="13">
                  <c:v>2.6315789473684209E-2</c:v>
                </c:pt>
                <c:pt idx="14">
                  <c:v>3.5087719298245612E-2</c:v>
                </c:pt>
                <c:pt idx="15">
                  <c:v>3.5087719298245612E-2</c:v>
                </c:pt>
                <c:pt idx="16">
                  <c:v>3.5087719298245612E-2</c:v>
                </c:pt>
                <c:pt idx="17">
                  <c:v>4.3859649122807022E-2</c:v>
                </c:pt>
                <c:pt idx="18">
                  <c:v>4.3859649122807022E-2</c:v>
                </c:pt>
                <c:pt idx="19">
                  <c:v>4.3859649122807022E-2</c:v>
                </c:pt>
                <c:pt idx="20">
                  <c:v>4.3859649122807022E-2</c:v>
                </c:pt>
                <c:pt idx="21">
                  <c:v>5.2631578947368418E-2</c:v>
                </c:pt>
                <c:pt idx="22">
                  <c:v>6.1403508771929821E-2</c:v>
                </c:pt>
                <c:pt idx="23">
                  <c:v>7.0175438596491224E-2</c:v>
                </c:pt>
                <c:pt idx="24">
                  <c:v>7.0175438596491224E-2</c:v>
                </c:pt>
                <c:pt idx="25">
                  <c:v>7.8947368421052627E-2</c:v>
                </c:pt>
                <c:pt idx="26">
                  <c:v>8.771929824561403E-2</c:v>
                </c:pt>
                <c:pt idx="27">
                  <c:v>8.771929824561403E-2</c:v>
                </c:pt>
                <c:pt idx="28">
                  <c:v>8.771929824561403E-2</c:v>
                </c:pt>
                <c:pt idx="29">
                  <c:v>9.6491228070175433E-2</c:v>
                </c:pt>
                <c:pt idx="30">
                  <c:v>0.10526315789473679</c:v>
                </c:pt>
                <c:pt idx="31">
                  <c:v>0.1140350877192982</c:v>
                </c:pt>
                <c:pt idx="32">
                  <c:v>0.1228070175438596</c:v>
                </c:pt>
                <c:pt idx="33">
                  <c:v>0.13157894736842099</c:v>
                </c:pt>
                <c:pt idx="34">
                  <c:v>0.13157894736842099</c:v>
                </c:pt>
                <c:pt idx="35">
                  <c:v>0.14035087719298239</c:v>
                </c:pt>
                <c:pt idx="36">
                  <c:v>0.14912280701754391</c:v>
                </c:pt>
                <c:pt idx="37">
                  <c:v>0.15789473684210531</c:v>
                </c:pt>
                <c:pt idx="38">
                  <c:v>0.16666666666666671</c:v>
                </c:pt>
                <c:pt idx="39">
                  <c:v>0.16666666666666671</c:v>
                </c:pt>
                <c:pt idx="40">
                  <c:v>0.16666666666666671</c:v>
                </c:pt>
                <c:pt idx="41">
                  <c:v>0.17543859649122809</c:v>
                </c:pt>
                <c:pt idx="42">
                  <c:v>0.17543859649122809</c:v>
                </c:pt>
                <c:pt idx="43">
                  <c:v>0.17543859649122809</c:v>
                </c:pt>
                <c:pt idx="44">
                  <c:v>0.17543859649122809</c:v>
                </c:pt>
                <c:pt idx="45">
                  <c:v>0.18421052631578949</c:v>
                </c:pt>
                <c:pt idx="46">
                  <c:v>0.19298245614035089</c:v>
                </c:pt>
                <c:pt idx="47">
                  <c:v>0.2017543859649123</c:v>
                </c:pt>
                <c:pt idx="48">
                  <c:v>0.2017543859649123</c:v>
                </c:pt>
                <c:pt idx="49">
                  <c:v>0.2017543859649123</c:v>
                </c:pt>
                <c:pt idx="50">
                  <c:v>0.2105263157894737</c:v>
                </c:pt>
                <c:pt idx="51">
                  <c:v>0.2192982456140351</c:v>
                </c:pt>
                <c:pt idx="52">
                  <c:v>0.2192982456140351</c:v>
                </c:pt>
                <c:pt idx="53">
                  <c:v>0.22807017543859651</c:v>
                </c:pt>
                <c:pt idx="54">
                  <c:v>0.22807017543859651</c:v>
                </c:pt>
                <c:pt idx="55">
                  <c:v>0.23684210526315791</c:v>
                </c:pt>
                <c:pt idx="56">
                  <c:v>0.24561403508771931</c:v>
                </c:pt>
                <c:pt idx="57">
                  <c:v>0.25438596491228072</c:v>
                </c:pt>
                <c:pt idx="58">
                  <c:v>0.26315789473684209</c:v>
                </c:pt>
                <c:pt idx="59">
                  <c:v>0.27192982456140352</c:v>
                </c:pt>
                <c:pt idx="60">
                  <c:v>0.2807017543859649</c:v>
                </c:pt>
                <c:pt idx="61">
                  <c:v>0.28947368421052633</c:v>
                </c:pt>
                <c:pt idx="62">
                  <c:v>0.2982456140350877</c:v>
                </c:pt>
                <c:pt idx="63">
                  <c:v>0.30701754385964908</c:v>
                </c:pt>
                <c:pt idx="64">
                  <c:v>0.30701754385964908</c:v>
                </c:pt>
                <c:pt idx="65">
                  <c:v>0.31578947368421051</c:v>
                </c:pt>
                <c:pt idx="66">
                  <c:v>0.32456140350877188</c:v>
                </c:pt>
                <c:pt idx="67">
                  <c:v>0.33333333333333331</c:v>
                </c:pt>
                <c:pt idx="68">
                  <c:v>0.34210526315789469</c:v>
                </c:pt>
                <c:pt idx="69">
                  <c:v>0.35087719298245612</c:v>
                </c:pt>
                <c:pt idx="70">
                  <c:v>0.35964912280701761</c:v>
                </c:pt>
                <c:pt idx="71">
                  <c:v>0.35964912280701761</c:v>
                </c:pt>
                <c:pt idx="72">
                  <c:v>0.36842105263157893</c:v>
                </c:pt>
                <c:pt idx="73">
                  <c:v>0.37719298245614041</c:v>
                </c:pt>
                <c:pt idx="74">
                  <c:v>0.38596491228070168</c:v>
                </c:pt>
                <c:pt idx="75">
                  <c:v>0.39473684210526322</c:v>
                </c:pt>
                <c:pt idx="76">
                  <c:v>0.40350877192982448</c:v>
                </c:pt>
                <c:pt idx="77">
                  <c:v>0.41228070175438603</c:v>
                </c:pt>
                <c:pt idx="78">
                  <c:v>0.42105263157894729</c:v>
                </c:pt>
                <c:pt idx="79">
                  <c:v>0.42982456140350878</c:v>
                </c:pt>
                <c:pt idx="80">
                  <c:v>0.43859649122807021</c:v>
                </c:pt>
                <c:pt idx="81">
                  <c:v>0.44736842105263158</c:v>
                </c:pt>
                <c:pt idx="82">
                  <c:v>0.45614035087719301</c:v>
                </c:pt>
                <c:pt idx="83">
                  <c:v>0.46491228070175439</c:v>
                </c:pt>
                <c:pt idx="84">
                  <c:v>0.47368421052631582</c:v>
                </c:pt>
                <c:pt idx="85">
                  <c:v>0.48245614035087719</c:v>
                </c:pt>
                <c:pt idx="86">
                  <c:v>0.49122807017543862</c:v>
                </c:pt>
                <c:pt idx="87">
                  <c:v>0.5</c:v>
                </c:pt>
                <c:pt idx="88">
                  <c:v>0.50877192982456143</c:v>
                </c:pt>
                <c:pt idx="89">
                  <c:v>0.50877192982456143</c:v>
                </c:pt>
                <c:pt idx="90">
                  <c:v>0.51754385964912286</c:v>
                </c:pt>
                <c:pt idx="91">
                  <c:v>0.52631578947368418</c:v>
                </c:pt>
                <c:pt idx="92">
                  <c:v>0.53508771929824561</c:v>
                </c:pt>
                <c:pt idx="93">
                  <c:v>0.54385964912280704</c:v>
                </c:pt>
                <c:pt idx="94">
                  <c:v>0.55263157894736847</c:v>
                </c:pt>
                <c:pt idx="95">
                  <c:v>0.55263157894736847</c:v>
                </c:pt>
                <c:pt idx="96">
                  <c:v>0.56140350877192979</c:v>
                </c:pt>
                <c:pt idx="97">
                  <c:v>0.57017543859649122</c:v>
                </c:pt>
                <c:pt idx="98">
                  <c:v>0.57894736842105265</c:v>
                </c:pt>
                <c:pt idx="99">
                  <c:v>0.57894736842105265</c:v>
                </c:pt>
                <c:pt idx="100">
                  <c:v>0.58771929824561409</c:v>
                </c:pt>
                <c:pt idx="101">
                  <c:v>0.59649122807017541</c:v>
                </c:pt>
                <c:pt idx="102">
                  <c:v>0.59649122807017541</c:v>
                </c:pt>
                <c:pt idx="103">
                  <c:v>0.60526315789473684</c:v>
                </c:pt>
                <c:pt idx="104">
                  <c:v>0.61403508771929827</c:v>
                </c:pt>
                <c:pt idx="105">
                  <c:v>0.61403508771929827</c:v>
                </c:pt>
                <c:pt idx="106">
                  <c:v>0.6228070175438597</c:v>
                </c:pt>
                <c:pt idx="107">
                  <c:v>0.63157894736842102</c:v>
                </c:pt>
                <c:pt idx="108">
                  <c:v>0.64035087719298245</c:v>
                </c:pt>
                <c:pt idx="109">
                  <c:v>0.64912280701754388</c:v>
                </c:pt>
                <c:pt idx="110">
                  <c:v>0.65789473684210531</c:v>
                </c:pt>
                <c:pt idx="111">
                  <c:v>0.66666666666666663</c:v>
                </c:pt>
                <c:pt idx="112">
                  <c:v>0.67543859649122806</c:v>
                </c:pt>
                <c:pt idx="113">
                  <c:v>0.68421052631578949</c:v>
                </c:pt>
                <c:pt idx="114">
                  <c:v>0.69298245614035092</c:v>
                </c:pt>
                <c:pt idx="115">
                  <c:v>0.70175438596491224</c:v>
                </c:pt>
                <c:pt idx="116">
                  <c:v>0.71052631578947367</c:v>
                </c:pt>
                <c:pt idx="117">
                  <c:v>0.7192982456140351</c:v>
                </c:pt>
                <c:pt idx="118">
                  <c:v>0.72807017543859653</c:v>
                </c:pt>
                <c:pt idx="119">
                  <c:v>0.73684210526315785</c:v>
                </c:pt>
                <c:pt idx="120">
                  <c:v>0.74561403508771928</c:v>
                </c:pt>
                <c:pt idx="121">
                  <c:v>0.75438596491228072</c:v>
                </c:pt>
                <c:pt idx="122">
                  <c:v>0.76315789473684215</c:v>
                </c:pt>
                <c:pt idx="123">
                  <c:v>0.77192982456140347</c:v>
                </c:pt>
                <c:pt idx="124">
                  <c:v>0.7807017543859649</c:v>
                </c:pt>
                <c:pt idx="125">
                  <c:v>0.78947368421052633</c:v>
                </c:pt>
                <c:pt idx="126">
                  <c:v>0.79824561403508776</c:v>
                </c:pt>
                <c:pt idx="127">
                  <c:v>0.79824561403508776</c:v>
                </c:pt>
                <c:pt idx="128">
                  <c:v>0.80701754385964908</c:v>
                </c:pt>
                <c:pt idx="129">
                  <c:v>0.81578947368421051</c:v>
                </c:pt>
                <c:pt idx="130">
                  <c:v>0.82456140350877194</c:v>
                </c:pt>
                <c:pt idx="131">
                  <c:v>0.83333333333333337</c:v>
                </c:pt>
                <c:pt idx="132">
                  <c:v>0.84210526315789469</c:v>
                </c:pt>
                <c:pt idx="133">
                  <c:v>0.85087719298245612</c:v>
                </c:pt>
                <c:pt idx="134">
                  <c:v>0.85964912280701755</c:v>
                </c:pt>
                <c:pt idx="135">
                  <c:v>0.86842105263157898</c:v>
                </c:pt>
                <c:pt idx="136">
                  <c:v>0.8771929824561403</c:v>
                </c:pt>
                <c:pt idx="137">
                  <c:v>0.88596491228070173</c:v>
                </c:pt>
                <c:pt idx="138">
                  <c:v>0.89473684210526316</c:v>
                </c:pt>
                <c:pt idx="139">
                  <c:v>0.90350877192982459</c:v>
                </c:pt>
                <c:pt idx="140">
                  <c:v>0.91228070175438591</c:v>
                </c:pt>
                <c:pt idx="141">
                  <c:v>0.92105263157894735</c:v>
                </c:pt>
                <c:pt idx="142">
                  <c:v>0.92982456140350878</c:v>
                </c:pt>
                <c:pt idx="143">
                  <c:v>0.93859649122807021</c:v>
                </c:pt>
                <c:pt idx="144">
                  <c:v>0.94736842105263153</c:v>
                </c:pt>
                <c:pt idx="145">
                  <c:v>0.95614035087719296</c:v>
                </c:pt>
                <c:pt idx="146">
                  <c:v>0.96491228070175439</c:v>
                </c:pt>
                <c:pt idx="147">
                  <c:v>0.97368421052631582</c:v>
                </c:pt>
                <c:pt idx="148">
                  <c:v>0.98245614035087714</c:v>
                </c:pt>
                <c:pt idx="149">
                  <c:v>0.99122807017543857</c:v>
                </c:pt>
                <c:pt idx="150">
                  <c:v>1</c:v>
                </c:pt>
              </c:numCache>
            </c:numRef>
          </c:xVal>
          <c:yVal>
            <c:numRef>
              <c:f>Sheet1!$B$214:$B$364</c:f>
              <c:numCache>
                <c:formatCode>General</c:formatCode>
                <c:ptCount val="151"/>
                <c:pt idx="0">
                  <c:v>0</c:v>
                </c:pt>
                <c:pt idx="1">
                  <c:v>2.777777777777778E-2</c:v>
                </c:pt>
                <c:pt idx="2">
                  <c:v>5.5555555555555552E-2</c:v>
                </c:pt>
                <c:pt idx="3">
                  <c:v>8.3333333333333329E-2</c:v>
                </c:pt>
                <c:pt idx="4">
                  <c:v>0.1111111111111111</c:v>
                </c:pt>
                <c:pt idx="5">
                  <c:v>0.1388888888888889</c:v>
                </c:pt>
                <c:pt idx="6">
                  <c:v>0.16666666666666671</c:v>
                </c:pt>
                <c:pt idx="7">
                  <c:v>0.19444444444444439</c:v>
                </c:pt>
                <c:pt idx="8">
                  <c:v>0.19444444444444439</c:v>
                </c:pt>
                <c:pt idx="9">
                  <c:v>0.22222222222222221</c:v>
                </c:pt>
                <c:pt idx="10">
                  <c:v>0.25</c:v>
                </c:pt>
                <c:pt idx="11">
                  <c:v>0.27777777777777779</c:v>
                </c:pt>
                <c:pt idx="12">
                  <c:v>0.27777777777777779</c:v>
                </c:pt>
                <c:pt idx="13">
                  <c:v>0.27777777777777779</c:v>
                </c:pt>
                <c:pt idx="14">
                  <c:v>0.27777777777777779</c:v>
                </c:pt>
                <c:pt idx="15">
                  <c:v>0.30555555555555558</c:v>
                </c:pt>
                <c:pt idx="16">
                  <c:v>0.33333333333333331</c:v>
                </c:pt>
                <c:pt idx="17">
                  <c:v>0.33333333333333331</c:v>
                </c:pt>
                <c:pt idx="18">
                  <c:v>0.3611111111111111</c:v>
                </c:pt>
                <c:pt idx="19">
                  <c:v>0.3888888888888889</c:v>
                </c:pt>
                <c:pt idx="20">
                  <c:v>0.41666666666666669</c:v>
                </c:pt>
                <c:pt idx="21">
                  <c:v>0.41666666666666669</c:v>
                </c:pt>
                <c:pt idx="22">
                  <c:v>0.41666666666666669</c:v>
                </c:pt>
                <c:pt idx="23">
                  <c:v>0.41666666666666669</c:v>
                </c:pt>
                <c:pt idx="24">
                  <c:v>0.44444444444444442</c:v>
                </c:pt>
                <c:pt idx="25">
                  <c:v>0.44444444444444442</c:v>
                </c:pt>
                <c:pt idx="26">
                  <c:v>0.44444444444444442</c:v>
                </c:pt>
                <c:pt idx="27">
                  <c:v>0.47222222222222221</c:v>
                </c:pt>
                <c:pt idx="28">
                  <c:v>0.5</c:v>
                </c:pt>
                <c:pt idx="29">
                  <c:v>0.5</c:v>
                </c:pt>
                <c:pt idx="30">
                  <c:v>0.5</c:v>
                </c:pt>
                <c:pt idx="31">
                  <c:v>0.5</c:v>
                </c:pt>
                <c:pt idx="32">
                  <c:v>0.5</c:v>
                </c:pt>
                <c:pt idx="33">
                  <c:v>0.5</c:v>
                </c:pt>
                <c:pt idx="34">
                  <c:v>0.52777777777777779</c:v>
                </c:pt>
                <c:pt idx="35">
                  <c:v>0.52777777777777779</c:v>
                </c:pt>
                <c:pt idx="36">
                  <c:v>0.52777777777777779</c:v>
                </c:pt>
                <c:pt idx="37">
                  <c:v>0.52777777777777779</c:v>
                </c:pt>
                <c:pt idx="38">
                  <c:v>0.52777777777777779</c:v>
                </c:pt>
                <c:pt idx="39">
                  <c:v>0.55555555555555558</c:v>
                </c:pt>
                <c:pt idx="40">
                  <c:v>0.58333333333333337</c:v>
                </c:pt>
                <c:pt idx="41">
                  <c:v>0.58333333333333337</c:v>
                </c:pt>
                <c:pt idx="42">
                  <c:v>0.61111111111111116</c:v>
                </c:pt>
                <c:pt idx="43">
                  <c:v>0.63888888888888884</c:v>
                </c:pt>
                <c:pt idx="44">
                  <c:v>0.66666666666666663</c:v>
                </c:pt>
                <c:pt idx="45">
                  <c:v>0.66666666666666663</c:v>
                </c:pt>
                <c:pt idx="46">
                  <c:v>0.66666666666666663</c:v>
                </c:pt>
                <c:pt idx="47">
                  <c:v>0.66666666666666663</c:v>
                </c:pt>
                <c:pt idx="48">
                  <c:v>0.69444444444444442</c:v>
                </c:pt>
                <c:pt idx="49">
                  <c:v>0.72222222222222221</c:v>
                </c:pt>
                <c:pt idx="50">
                  <c:v>0.72222222222222221</c:v>
                </c:pt>
                <c:pt idx="51">
                  <c:v>0.72222222222222221</c:v>
                </c:pt>
                <c:pt idx="52">
                  <c:v>0.75</c:v>
                </c:pt>
                <c:pt idx="53">
                  <c:v>0.75</c:v>
                </c:pt>
                <c:pt idx="54">
                  <c:v>0.77777777777777779</c:v>
                </c:pt>
                <c:pt idx="55">
                  <c:v>0.77777777777777779</c:v>
                </c:pt>
                <c:pt idx="56">
                  <c:v>0.77777777777777779</c:v>
                </c:pt>
                <c:pt idx="57">
                  <c:v>0.77777777777777779</c:v>
                </c:pt>
                <c:pt idx="58">
                  <c:v>0.77777777777777779</c:v>
                </c:pt>
                <c:pt idx="59">
                  <c:v>0.77777777777777779</c:v>
                </c:pt>
                <c:pt idx="60">
                  <c:v>0.77777777777777779</c:v>
                </c:pt>
                <c:pt idx="61">
                  <c:v>0.77777777777777779</c:v>
                </c:pt>
                <c:pt idx="62">
                  <c:v>0.77777777777777779</c:v>
                </c:pt>
                <c:pt idx="63">
                  <c:v>0.77777777777777779</c:v>
                </c:pt>
                <c:pt idx="64">
                  <c:v>0.80555555555555558</c:v>
                </c:pt>
                <c:pt idx="65">
                  <c:v>0.80555555555555558</c:v>
                </c:pt>
                <c:pt idx="66">
                  <c:v>0.80555555555555558</c:v>
                </c:pt>
                <c:pt idx="67">
                  <c:v>0.80555555555555558</c:v>
                </c:pt>
                <c:pt idx="68">
                  <c:v>0.80555555555555558</c:v>
                </c:pt>
                <c:pt idx="69">
                  <c:v>0.80555555555555558</c:v>
                </c:pt>
                <c:pt idx="70">
                  <c:v>0.80555555555555558</c:v>
                </c:pt>
                <c:pt idx="71">
                  <c:v>0.83333333333333337</c:v>
                </c:pt>
                <c:pt idx="72">
                  <c:v>0.83333333333333337</c:v>
                </c:pt>
                <c:pt idx="73">
                  <c:v>0.83333333333333337</c:v>
                </c:pt>
                <c:pt idx="74">
                  <c:v>0.83333333333333337</c:v>
                </c:pt>
                <c:pt idx="75">
                  <c:v>0.83333333333333337</c:v>
                </c:pt>
                <c:pt idx="76">
                  <c:v>0.83333333333333337</c:v>
                </c:pt>
                <c:pt idx="77">
                  <c:v>0.83333333333333337</c:v>
                </c:pt>
                <c:pt idx="78">
                  <c:v>0.83333333333333337</c:v>
                </c:pt>
                <c:pt idx="79">
                  <c:v>0.83333333333333337</c:v>
                </c:pt>
                <c:pt idx="80">
                  <c:v>0.83333333333333337</c:v>
                </c:pt>
                <c:pt idx="81">
                  <c:v>0.83333333333333337</c:v>
                </c:pt>
                <c:pt idx="82">
                  <c:v>0.83333333333333337</c:v>
                </c:pt>
                <c:pt idx="83">
                  <c:v>0.83333333333333337</c:v>
                </c:pt>
                <c:pt idx="84">
                  <c:v>0.83333333333333337</c:v>
                </c:pt>
                <c:pt idx="85">
                  <c:v>0.83333333333333337</c:v>
                </c:pt>
                <c:pt idx="86">
                  <c:v>0.83333333333333337</c:v>
                </c:pt>
                <c:pt idx="87">
                  <c:v>0.83333333333333337</c:v>
                </c:pt>
                <c:pt idx="88">
                  <c:v>0.83333333333333337</c:v>
                </c:pt>
                <c:pt idx="89">
                  <c:v>0.86111111111111116</c:v>
                </c:pt>
                <c:pt idx="90">
                  <c:v>0.86111111111111116</c:v>
                </c:pt>
                <c:pt idx="91">
                  <c:v>0.86111111111111116</c:v>
                </c:pt>
                <c:pt idx="92">
                  <c:v>0.86111111111111116</c:v>
                </c:pt>
                <c:pt idx="93">
                  <c:v>0.86111111111111116</c:v>
                </c:pt>
                <c:pt idx="94">
                  <c:v>0.86111111111111116</c:v>
                </c:pt>
                <c:pt idx="95">
                  <c:v>0.88888888888888884</c:v>
                </c:pt>
                <c:pt idx="96">
                  <c:v>0.88888888888888884</c:v>
                </c:pt>
                <c:pt idx="97">
                  <c:v>0.88888888888888884</c:v>
                </c:pt>
                <c:pt idx="98">
                  <c:v>0.88888888888888884</c:v>
                </c:pt>
                <c:pt idx="99">
                  <c:v>0.91666666666666663</c:v>
                </c:pt>
                <c:pt idx="100">
                  <c:v>0.91666666666666663</c:v>
                </c:pt>
                <c:pt idx="101">
                  <c:v>0.91666666666666663</c:v>
                </c:pt>
                <c:pt idx="102">
                  <c:v>0.94444444444444442</c:v>
                </c:pt>
                <c:pt idx="103">
                  <c:v>0.94444444444444442</c:v>
                </c:pt>
                <c:pt idx="104">
                  <c:v>0.94444444444444442</c:v>
                </c:pt>
                <c:pt idx="105">
                  <c:v>0.97222222222222221</c:v>
                </c:pt>
                <c:pt idx="106">
                  <c:v>0.97222222222222221</c:v>
                </c:pt>
                <c:pt idx="107">
                  <c:v>0.97222222222222221</c:v>
                </c:pt>
                <c:pt idx="108">
                  <c:v>0.97222222222222221</c:v>
                </c:pt>
                <c:pt idx="109">
                  <c:v>0.97222222222222221</c:v>
                </c:pt>
                <c:pt idx="110">
                  <c:v>0.97222222222222221</c:v>
                </c:pt>
                <c:pt idx="111">
                  <c:v>0.97222222222222221</c:v>
                </c:pt>
                <c:pt idx="112">
                  <c:v>0.97222222222222221</c:v>
                </c:pt>
                <c:pt idx="113">
                  <c:v>0.97222222222222221</c:v>
                </c:pt>
                <c:pt idx="114">
                  <c:v>0.97222222222222221</c:v>
                </c:pt>
                <c:pt idx="115">
                  <c:v>0.97222222222222221</c:v>
                </c:pt>
                <c:pt idx="116">
                  <c:v>0.97222222222222221</c:v>
                </c:pt>
                <c:pt idx="117">
                  <c:v>0.97222222222222221</c:v>
                </c:pt>
                <c:pt idx="118">
                  <c:v>0.97222222222222221</c:v>
                </c:pt>
                <c:pt idx="119">
                  <c:v>0.97222222222222221</c:v>
                </c:pt>
                <c:pt idx="120">
                  <c:v>0.97222222222222221</c:v>
                </c:pt>
                <c:pt idx="121">
                  <c:v>0.97222222222222221</c:v>
                </c:pt>
                <c:pt idx="122">
                  <c:v>0.97222222222222221</c:v>
                </c:pt>
                <c:pt idx="123">
                  <c:v>0.97222222222222221</c:v>
                </c:pt>
                <c:pt idx="124">
                  <c:v>0.97222222222222221</c:v>
                </c:pt>
                <c:pt idx="125">
                  <c:v>0.97222222222222221</c:v>
                </c:pt>
                <c:pt idx="126">
                  <c:v>0.97222222222222221</c:v>
                </c:pt>
                <c:pt idx="127">
                  <c:v>1</c:v>
                </c:pt>
                <c:pt idx="128">
                  <c:v>1</c:v>
                </c:pt>
                <c:pt idx="129">
                  <c:v>1</c:v>
                </c:pt>
                <c:pt idx="130">
                  <c:v>1</c:v>
                </c:pt>
                <c:pt idx="131">
                  <c:v>1</c:v>
                </c:pt>
                <c:pt idx="132">
                  <c:v>1</c:v>
                </c:pt>
                <c:pt idx="133">
                  <c:v>1</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numCache>
            </c:numRef>
          </c:yVal>
          <c:smooth val="0"/>
          <c:extLst>
            <c:ext xmlns:c16="http://schemas.microsoft.com/office/drawing/2014/chart" uri="{C3380CC4-5D6E-409C-BE32-E72D297353CC}">
              <c16:uniqueId val="{00000002-D128-4408-AEF8-5CFE4AD7BABF}"/>
            </c:ext>
          </c:extLst>
        </c:ser>
        <c:ser>
          <c:idx val="3"/>
          <c:order val="3"/>
          <c:tx>
            <c:strRef>
              <c:f>Sheet1!$B$366</c:f>
              <c:strCache>
                <c:ptCount val="1"/>
                <c:pt idx="0">
                  <c:v>случайно</c:v>
                </c:pt>
              </c:strCache>
            </c:strRef>
          </c:tx>
          <c:spPr>
            <a:ln w="12700">
              <a:solidFill>
                <a:srgbClr val="8B8599"/>
              </a:solidFill>
              <a:prstDash val="dash"/>
            </a:ln>
          </c:spPr>
          <c:marker>
            <c:symbol val="none"/>
          </c:marker>
          <c:xVal>
            <c:numRef>
              <c:f>Sheet1!$A$367:$A$368</c:f>
              <c:numCache>
                <c:formatCode>General</c:formatCode>
                <c:ptCount val="2"/>
                <c:pt idx="0">
                  <c:v>0</c:v>
                </c:pt>
                <c:pt idx="1">
                  <c:v>1</c:v>
                </c:pt>
              </c:numCache>
            </c:numRef>
          </c:xVal>
          <c:yVal>
            <c:numRef>
              <c:f>Sheet1!$B$367:$B$368</c:f>
              <c:numCache>
                <c:formatCode>General</c:formatCode>
                <c:ptCount val="2"/>
                <c:pt idx="0">
                  <c:v>0</c:v>
                </c:pt>
                <c:pt idx="1">
                  <c:v>1</c:v>
                </c:pt>
              </c:numCache>
            </c:numRef>
          </c:yVal>
          <c:smooth val="0"/>
          <c:extLst>
            <c:ext xmlns:c16="http://schemas.microsoft.com/office/drawing/2014/chart" uri="{C3380CC4-5D6E-409C-BE32-E72D297353CC}">
              <c16:uniqueId val="{00000003-D128-4408-AEF8-5CFE4AD7BABF}"/>
            </c:ext>
          </c:extLst>
        </c:ser>
        <c:dLbls>
          <c:showLegendKey val="0"/>
          <c:showVal val="0"/>
          <c:showCatName val="0"/>
          <c:showSerName val="0"/>
          <c:showPercent val="0"/>
          <c:showBubbleSize val="0"/>
        </c:dLbls>
        <c:axId val="373352096"/>
        <c:axId val="373344648"/>
      </c:scatterChart>
      <c:valAx>
        <c:axId val="373352096"/>
        <c:scaling>
          <c:orientation val="minMax"/>
          <c:max val="1"/>
          <c:min val="0"/>
        </c:scaling>
        <c:delete val="0"/>
        <c:axPos val="b"/>
        <c:majorGridlines>
          <c:spPr>
            <a:ln>
              <a:solidFill>
                <a:srgbClr val="DCCEE4"/>
              </a:solidFill>
            </a:ln>
          </c:spPr>
        </c:majorGridlines>
        <c:numFmt formatCode="0.0" sourceLinked="0"/>
        <c:majorTickMark val="out"/>
        <c:minorTickMark val="none"/>
        <c:tickLblPos val="nextTo"/>
        <c:spPr>
          <a:ln>
            <a:solidFill>
              <a:srgbClr val="C9C3DA"/>
            </a:solidFill>
          </a:ln>
        </c:spPr>
        <c:crossAx val="373344648"/>
        <c:crosses val="autoZero"/>
        <c:crossBetween val="midCat"/>
        <c:majorUnit val="0.2"/>
      </c:valAx>
      <c:valAx>
        <c:axId val="373344648"/>
        <c:scaling>
          <c:orientation val="minMax"/>
          <c:max val="1"/>
          <c:min val="0"/>
        </c:scaling>
        <c:delete val="0"/>
        <c:axPos val="l"/>
        <c:majorGridlines>
          <c:spPr>
            <a:ln>
              <a:solidFill>
                <a:srgbClr val="DCCEE4"/>
              </a:solidFill>
            </a:ln>
          </c:spPr>
        </c:majorGridlines>
        <c:numFmt formatCode="0.0" sourceLinked="0"/>
        <c:majorTickMark val="out"/>
        <c:minorTickMark val="none"/>
        <c:tickLblPos val="nextTo"/>
        <c:spPr>
          <a:ln>
            <a:solidFill>
              <a:srgbClr val="C9C3DA"/>
            </a:solidFill>
          </a:ln>
        </c:spPr>
        <c:crossAx val="373352096"/>
        <c:crosses val="autoZero"/>
        <c:crossBetween val="midCat"/>
        <c:majorUnit val="0.2"/>
      </c:valAx>
    </c:plotArea>
    <c:plotVisOnly val="1"/>
    <c:dispBlanksAs val="gap"/>
    <c:showDLblsOverMax val="0"/>
  </c:chart>
  <c:txPr>
    <a:bodyPr/>
    <a:lstStyle/>
    <a:p>
      <a:pPr>
        <a:defRPr sz="1000">
          <a:solidFill>
            <a:srgbClr val="8B8599"/>
          </a:solidFill>
          <a:latin typeface="Montserrat"/>
        </a:defRPr>
      </a:pPr>
      <a:endParaRPr lang="ru-RU"/>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ru-RU"/>
  <c:roundedCorners val="1"/>
  <c:style val="2"/>
  <c:chart>
    <c:autoTitleDeleted val="1"/>
    <c:plotArea>
      <c:layout/>
      <c:scatterChart>
        <c:scatterStyle val="lineMarker"/>
        <c:varyColors val="0"/>
        <c:ser>
          <c:idx val="0"/>
          <c:order val="0"/>
          <c:tx>
            <c:strRef>
              <c:f>Sheet1!$B$1</c:f>
              <c:strCache>
                <c:ptCount val="1"/>
                <c:pt idx="0">
                  <c:v>top-hat</c:v>
                </c:pt>
              </c:strCache>
            </c:strRef>
          </c:tx>
          <c:spPr>
            <a:ln w="12700">
              <a:solidFill>
                <a:srgbClr val="8A83D1"/>
              </a:solidFill>
              <a:prstDash val="dash"/>
            </a:ln>
          </c:spPr>
          <c:marker>
            <c:symbol val="none"/>
          </c:marker>
          <c:xVal>
            <c:numRef>
              <c:f>Sheet1!$A$2:$A$98</c:f>
              <c:numCache>
                <c:formatCode>General</c:formatCode>
                <c:ptCount val="97"/>
                <c:pt idx="0">
                  <c:v>0</c:v>
                </c:pt>
                <c:pt idx="1">
                  <c:v>0</c:v>
                </c:pt>
                <c:pt idx="2">
                  <c:v>1.2195121951219509E-2</c:v>
                </c:pt>
                <c:pt idx="3">
                  <c:v>1.2195121951219509E-2</c:v>
                </c:pt>
                <c:pt idx="4">
                  <c:v>1.2195121951219509E-2</c:v>
                </c:pt>
                <c:pt idx="5">
                  <c:v>2.4390243902439029E-2</c:v>
                </c:pt>
                <c:pt idx="6">
                  <c:v>3.6585365853658527E-2</c:v>
                </c:pt>
                <c:pt idx="7">
                  <c:v>3.6585365853658527E-2</c:v>
                </c:pt>
                <c:pt idx="8">
                  <c:v>3.6585365853658527E-2</c:v>
                </c:pt>
                <c:pt idx="9">
                  <c:v>3.6585365853658527E-2</c:v>
                </c:pt>
                <c:pt idx="10">
                  <c:v>3.6585365853658527E-2</c:v>
                </c:pt>
                <c:pt idx="11">
                  <c:v>3.6585365853658527E-2</c:v>
                </c:pt>
                <c:pt idx="12">
                  <c:v>3.6585365853658527E-2</c:v>
                </c:pt>
                <c:pt idx="13">
                  <c:v>4.878048780487805E-2</c:v>
                </c:pt>
                <c:pt idx="14">
                  <c:v>4.878048780487805E-2</c:v>
                </c:pt>
                <c:pt idx="15">
                  <c:v>6.097560975609756E-2</c:v>
                </c:pt>
                <c:pt idx="16">
                  <c:v>7.3170731707317069E-2</c:v>
                </c:pt>
                <c:pt idx="17">
                  <c:v>8.5365853658536592E-2</c:v>
                </c:pt>
                <c:pt idx="18">
                  <c:v>9.7560975609756101E-2</c:v>
                </c:pt>
                <c:pt idx="19">
                  <c:v>0.1097560975609756</c:v>
                </c:pt>
                <c:pt idx="20">
                  <c:v>0.12195121951219511</c:v>
                </c:pt>
                <c:pt idx="21">
                  <c:v>0.12195121951219511</c:v>
                </c:pt>
                <c:pt idx="22">
                  <c:v>0.13414634146341459</c:v>
                </c:pt>
                <c:pt idx="23">
                  <c:v>0.14634146341463411</c:v>
                </c:pt>
                <c:pt idx="24">
                  <c:v>0.15853658536585369</c:v>
                </c:pt>
                <c:pt idx="25">
                  <c:v>0.17073170731707321</c:v>
                </c:pt>
                <c:pt idx="26">
                  <c:v>0.18292682926829271</c:v>
                </c:pt>
                <c:pt idx="27">
                  <c:v>0.1951219512195122</c:v>
                </c:pt>
                <c:pt idx="28">
                  <c:v>0.2073170731707317</c:v>
                </c:pt>
                <c:pt idx="29">
                  <c:v>0.21951219512195119</c:v>
                </c:pt>
                <c:pt idx="30">
                  <c:v>0.23170731707317069</c:v>
                </c:pt>
                <c:pt idx="31">
                  <c:v>0.24390243902439021</c:v>
                </c:pt>
                <c:pt idx="32">
                  <c:v>0.25609756097560982</c:v>
                </c:pt>
                <c:pt idx="33">
                  <c:v>0.26829268292682928</c:v>
                </c:pt>
                <c:pt idx="34">
                  <c:v>0.28048780487804881</c:v>
                </c:pt>
                <c:pt idx="35">
                  <c:v>0.29268292682926828</c:v>
                </c:pt>
                <c:pt idx="36">
                  <c:v>0.3048780487804878</c:v>
                </c:pt>
                <c:pt idx="37">
                  <c:v>0.31707317073170732</c:v>
                </c:pt>
                <c:pt idx="38">
                  <c:v>0.32926829268292679</c:v>
                </c:pt>
                <c:pt idx="39">
                  <c:v>0.32926829268292679</c:v>
                </c:pt>
                <c:pt idx="40">
                  <c:v>0.34146341463414642</c:v>
                </c:pt>
                <c:pt idx="41">
                  <c:v>0.35365853658536578</c:v>
                </c:pt>
                <c:pt idx="42">
                  <c:v>0.36585365853658541</c:v>
                </c:pt>
                <c:pt idx="43">
                  <c:v>0.37804878048780488</c:v>
                </c:pt>
                <c:pt idx="44">
                  <c:v>0.3902439024390244</c:v>
                </c:pt>
                <c:pt idx="45">
                  <c:v>0.40243902439024393</c:v>
                </c:pt>
                <c:pt idx="46">
                  <c:v>0.41463414634146339</c:v>
                </c:pt>
                <c:pt idx="47">
                  <c:v>0.42682926829268292</c:v>
                </c:pt>
                <c:pt idx="48">
                  <c:v>0.43902439024390238</c:v>
                </c:pt>
                <c:pt idx="49">
                  <c:v>0.43902439024390238</c:v>
                </c:pt>
                <c:pt idx="50">
                  <c:v>0.45121951219512202</c:v>
                </c:pt>
                <c:pt idx="51">
                  <c:v>0.45121951219512202</c:v>
                </c:pt>
                <c:pt idx="52">
                  <c:v>0.46341463414634149</c:v>
                </c:pt>
                <c:pt idx="53">
                  <c:v>0.47560975609756101</c:v>
                </c:pt>
                <c:pt idx="54">
                  <c:v>0.48780487804878048</c:v>
                </c:pt>
                <c:pt idx="55">
                  <c:v>0.5</c:v>
                </c:pt>
                <c:pt idx="56">
                  <c:v>0.51219512195121952</c:v>
                </c:pt>
                <c:pt idx="57">
                  <c:v>0.52439024390243905</c:v>
                </c:pt>
                <c:pt idx="58">
                  <c:v>0.53658536585365857</c:v>
                </c:pt>
                <c:pt idx="59">
                  <c:v>0.54878048780487809</c:v>
                </c:pt>
                <c:pt idx="60">
                  <c:v>0.56097560975609762</c:v>
                </c:pt>
                <c:pt idx="61">
                  <c:v>0.57317073170731703</c:v>
                </c:pt>
                <c:pt idx="62">
                  <c:v>0.58536585365853655</c:v>
                </c:pt>
                <c:pt idx="63">
                  <c:v>0.6097560975609756</c:v>
                </c:pt>
                <c:pt idx="64">
                  <c:v>0.62195121951219512</c:v>
                </c:pt>
                <c:pt idx="65">
                  <c:v>0.63414634146341464</c:v>
                </c:pt>
                <c:pt idx="66">
                  <c:v>0.64634146341463417</c:v>
                </c:pt>
                <c:pt idx="67">
                  <c:v>0.65853658536585369</c:v>
                </c:pt>
                <c:pt idx="68">
                  <c:v>0.67073170731707321</c:v>
                </c:pt>
                <c:pt idx="69">
                  <c:v>0.67073170731707321</c:v>
                </c:pt>
                <c:pt idx="70">
                  <c:v>0.68292682926829273</c:v>
                </c:pt>
                <c:pt idx="71">
                  <c:v>0.69512195121951215</c:v>
                </c:pt>
                <c:pt idx="72">
                  <c:v>0.70731707317073167</c:v>
                </c:pt>
                <c:pt idx="73">
                  <c:v>0.71951219512195119</c:v>
                </c:pt>
                <c:pt idx="74">
                  <c:v>0.73170731707317072</c:v>
                </c:pt>
                <c:pt idx="75">
                  <c:v>0.74390243902439024</c:v>
                </c:pt>
                <c:pt idx="76">
                  <c:v>0.75609756097560976</c:v>
                </c:pt>
                <c:pt idx="77">
                  <c:v>0.76829268292682928</c:v>
                </c:pt>
                <c:pt idx="78">
                  <c:v>0.78048780487804881</c:v>
                </c:pt>
                <c:pt idx="79">
                  <c:v>0.79268292682926833</c:v>
                </c:pt>
                <c:pt idx="80">
                  <c:v>0.80487804878048785</c:v>
                </c:pt>
                <c:pt idx="81">
                  <c:v>0.81707317073170727</c:v>
                </c:pt>
                <c:pt idx="82">
                  <c:v>0.82926829268292679</c:v>
                </c:pt>
                <c:pt idx="83">
                  <c:v>0.84146341463414631</c:v>
                </c:pt>
                <c:pt idx="84">
                  <c:v>0.85365853658536583</c:v>
                </c:pt>
                <c:pt idx="85">
                  <c:v>0.86585365853658536</c:v>
                </c:pt>
                <c:pt idx="86">
                  <c:v>0.87804878048780488</c:v>
                </c:pt>
                <c:pt idx="87">
                  <c:v>0.90243902439024393</c:v>
                </c:pt>
                <c:pt idx="88">
                  <c:v>0.91463414634146345</c:v>
                </c:pt>
                <c:pt idx="89">
                  <c:v>0.92682926829268297</c:v>
                </c:pt>
                <c:pt idx="90">
                  <c:v>0.93902439024390238</c:v>
                </c:pt>
                <c:pt idx="91">
                  <c:v>0.95121951219512191</c:v>
                </c:pt>
                <c:pt idx="92">
                  <c:v>0.96341463414634143</c:v>
                </c:pt>
                <c:pt idx="93">
                  <c:v>0.97560975609756095</c:v>
                </c:pt>
                <c:pt idx="94">
                  <c:v>0.97560975609756095</c:v>
                </c:pt>
                <c:pt idx="95">
                  <c:v>0.98780487804878048</c:v>
                </c:pt>
                <c:pt idx="96">
                  <c:v>1</c:v>
                </c:pt>
              </c:numCache>
            </c:numRef>
          </c:xVal>
          <c:yVal>
            <c:numRef>
              <c:f>Sheet1!$B$2:$B$98</c:f>
              <c:numCache>
                <c:formatCode>General</c:formatCode>
                <c:ptCount val="97"/>
                <c:pt idx="0">
                  <c:v>0</c:v>
                </c:pt>
                <c:pt idx="1">
                  <c:v>5.8823529411764712E-2</c:v>
                </c:pt>
                <c:pt idx="2">
                  <c:v>5.8823529411764712E-2</c:v>
                </c:pt>
                <c:pt idx="3">
                  <c:v>0.1176470588235294</c:v>
                </c:pt>
                <c:pt idx="4">
                  <c:v>0.1764705882352941</c:v>
                </c:pt>
                <c:pt idx="5">
                  <c:v>0.1764705882352941</c:v>
                </c:pt>
                <c:pt idx="6">
                  <c:v>0.1764705882352941</c:v>
                </c:pt>
                <c:pt idx="7">
                  <c:v>0.23529411764705879</c:v>
                </c:pt>
                <c:pt idx="8">
                  <c:v>0.29411764705882348</c:v>
                </c:pt>
                <c:pt idx="9">
                  <c:v>0.35294117647058831</c:v>
                </c:pt>
                <c:pt idx="10">
                  <c:v>0.41176470588235292</c:v>
                </c:pt>
                <c:pt idx="11">
                  <c:v>0.47058823529411759</c:v>
                </c:pt>
                <c:pt idx="12">
                  <c:v>0.52941176470588236</c:v>
                </c:pt>
                <c:pt idx="13">
                  <c:v>0.52941176470588236</c:v>
                </c:pt>
                <c:pt idx="14">
                  <c:v>0.58823529411764708</c:v>
                </c:pt>
                <c:pt idx="15">
                  <c:v>0.58823529411764708</c:v>
                </c:pt>
                <c:pt idx="16">
                  <c:v>0.58823529411764708</c:v>
                </c:pt>
                <c:pt idx="17">
                  <c:v>0.58823529411764708</c:v>
                </c:pt>
                <c:pt idx="18">
                  <c:v>0.58823529411764708</c:v>
                </c:pt>
                <c:pt idx="19">
                  <c:v>0.58823529411764708</c:v>
                </c:pt>
                <c:pt idx="20">
                  <c:v>0.58823529411764708</c:v>
                </c:pt>
                <c:pt idx="21">
                  <c:v>0.6470588235294118</c:v>
                </c:pt>
                <c:pt idx="22">
                  <c:v>0.6470588235294118</c:v>
                </c:pt>
                <c:pt idx="23">
                  <c:v>0.6470588235294118</c:v>
                </c:pt>
                <c:pt idx="24">
                  <c:v>0.6470588235294118</c:v>
                </c:pt>
                <c:pt idx="25">
                  <c:v>0.6470588235294118</c:v>
                </c:pt>
                <c:pt idx="26">
                  <c:v>0.6470588235294118</c:v>
                </c:pt>
                <c:pt idx="27">
                  <c:v>0.6470588235294118</c:v>
                </c:pt>
                <c:pt idx="28">
                  <c:v>0.6470588235294118</c:v>
                </c:pt>
                <c:pt idx="29">
                  <c:v>0.6470588235294118</c:v>
                </c:pt>
                <c:pt idx="30">
                  <c:v>0.70588235294117652</c:v>
                </c:pt>
                <c:pt idx="31">
                  <c:v>0.70588235294117652</c:v>
                </c:pt>
                <c:pt idx="32">
                  <c:v>0.70588235294117652</c:v>
                </c:pt>
                <c:pt idx="33">
                  <c:v>0.70588235294117652</c:v>
                </c:pt>
                <c:pt idx="34">
                  <c:v>0.70588235294117652</c:v>
                </c:pt>
                <c:pt idx="35">
                  <c:v>0.70588235294117652</c:v>
                </c:pt>
                <c:pt idx="36">
                  <c:v>0.70588235294117652</c:v>
                </c:pt>
                <c:pt idx="37">
                  <c:v>0.70588235294117652</c:v>
                </c:pt>
                <c:pt idx="38">
                  <c:v>0.70588235294117652</c:v>
                </c:pt>
                <c:pt idx="39">
                  <c:v>0.76470588235294112</c:v>
                </c:pt>
                <c:pt idx="40">
                  <c:v>0.76470588235294112</c:v>
                </c:pt>
                <c:pt idx="41">
                  <c:v>0.76470588235294112</c:v>
                </c:pt>
                <c:pt idx="42">
                  <c:v>0.76470588235294112</c:v>
                </c:pt>
                <c:pt idx="43">
                  <c:v>0.76470588235294112</c:v>
                </c:pt>
                <c:pt idx="44">
                  <c:v>0.76470588235294112</c:v>
                </c:pt>
                <c:pt idx="45">
                  <c:v>0.76470588235294112</c:v>
                </c:pt>
                <c:pt idx="46">
                  <c:v>0.76470588235294112</c:v>
                </c:pt>
                <c:pt idx="47">
                  <c:v>0.76470588235294112</c:v>
                </c:pt>
                <c:pt idx="48">
                  <c:v>0.76470588235294112</c:v>
                </c:pt>
                <c:pt idx="49">
                  <c:v>0.82352941176470584</c:v>
                </c:pt>
                <c:pt idx="50">
                  <c:v>0.82352941176470584</c:v>
                </c:pt>
                <c:pt idx="51">
                  <c:v>0.88235294117647056</c:v>
                </c:pt>
                <c:pt idx="52">
                  <c:v>0.88235294117647056</c:v>
                </c:pt>
                <c:pt idx="53">
                  <c:v>0.88235294117647056</c:v>
                </c:pt>
                <c:pt idx="54">
                  <c:v>0.88235294117647056</c:v>
                </c:pt>
                <c:pt idx="55">
                  <c:v>0.88235294117647056</c:v>
                </c:pt>
                <c:pt idx="56">
                  <c:v>0.88235294117647056</c:v>
                </c:pt>
                <c:pt idx="57">
                  <c:v>0.88235294117647056</c:v>
                </c:pt>
                <c:pt idx="58">
                  <c:v>0.88235294117647056</c:v>
                </c:pt>
                <c:pt idx="59">
                  <c:v>0.88235294117647056</c:v>
                </c:pt>
                <c:pt idx="60">
                  <c:v>0.88235294117647056</c:v>
                </c:pt>
                <c:pt idx="61">
                  <c:v>0.88235294117647056</c:v>
                </c:pt>
                <c:pt idx="62">
                  <c:v>0.88235294117647056</c:v>
                </c:pt>
                <c:pt idx="63">
                  <c:v>0.88235294117647056</c:v>
                </c:pt>
                <c:pt idx="64">
                  <c:v>0.88235294117647056</c:v>
                </c:pt>
                <c:pt idx="65">
                  <c:v>0.88235294117647056</c:v>
                </c:pt>
                <c:pt idx="66">
                  <c:v>0.88235294117647056</c:v>
                </c:pt>
                <c:pt idx="67">
                  <c:v>0.88235294117647056</c:v>
                </c:pt>
                <c:pt idx="68">
                  <c:v>0.88235294117647056</c:v>
                </c:pt>
                <c:pt idx="69">
                  <c:v>0.94117647058823528</c:v>
                </c:pt>
                <c:pt idx="70">
                  <c:v>0.94117647058823528</c:v>
                </c:pt>
                <c:pt idx="71">
                  <c:v>0.94117647058823528</c:v>
                </c:pt>
                <c:pt idx="72">
                  <c:v>0.94117647058823528</c:v>
                </c:pt>
                <c:pt idx="73">
                  <c:v>0.94117647058823528</c:v>
                </c:pt>
                <c:pt idx="74">
                  <c:v>0.94117647058823528</c:v>
                </c:pt>
                <c:pt idx="75">
                  <c:v>0.94117647058823528</c:v>
                </c:pt>
                <c:pt idx="76">
                  <c:v>0.94117647058823528</c:v>
                </c:pt>
                <c:pt idx="77">
                  <c:v>0.94117647058823528</c:v>
                </c:pt>
                <c:pt idx="78">
                  <c:v>0.94117647058823528</c:v>
                </c:pt>
                <c:pt idx="79">
                  <c:v>0.94117647058823528</c:v>
                </c:pt>
                <c:pt idx="80">
                  <c:v>0.94117647058823528</c:v>
                </c:pt>
                <c:pt idx="81">
                  <c:v>0.94117647058823528</c:v>
                </c:pt>
                <c:pt idx="82">
                  <c:v>0.94117647058823528</c:v>
                </c:pt>
                <c:pt idx="83">
                  <c:v>0.94117647058823528</c:v>
                </c:pt>
                <c:pt idx="84">
                  <c:v>0.94117647058823528</c:v>
                </c:pt>
                <c:pt idx="85">
                  <c:v>0.94117647058823528</c:v>
                </c:pt>
                <c:pt idx="86">
                  <c:v>0.94117647058823528</c:v>
                </c:pt>
                <c:pt idx="87">
                  <c:v>0.94117647058823528</c:v>
                </c:pt>
                <c:pt idx="88">
                  <c:v>0.94117647058823528</c:v>
                </c:pt>
                <c:pt idx="89">
                  <c:v>0.94117647058823528</c:v>
                </c:pt>
                <c:pt idx="90">
                  <c:v>0.94117647058823528</c:v>
                </c:pt>
                <c:pt idx="91">
                  <c:v>0.94117647058823528</c:v>
                </c:pt>
                <c:pt idx="92">
                  <c:v>0.94117647058823528</c:v>
                </c:pt>
                <c:pt idx="93">
                  <c:v>0.94117647058823528</c:v>
                </c:pt>
                <c:pt idx="94">
                  <c:v>1</c:v>
                </c:pt>
                <c:pt idx="95">
                  <c:v>1</c:v>
                </c:pt>
                <c:pt idx="96">
                  <c:v>1</c:v>
                </c:pt>
              </c:numCache>
            </c:numRef>
          </c:yVal>
          <c:smooth val="0"/>
          <c:extLst>
            <c:ext xmlns:c16="http://schemas.microsoft.com/office/drawing/2014/chart" uri="{C3380CC4-5D6E-409C-BE32-E72D297353CC}">
              <c16:uniqueId val="{00000000-12FE-4F7F-992B-6B33094EAFA2}"/>
            </c:ext>
          </c:extLst>
        </c:ser>
        <c:ser>
          <c:idx val="1"/>
          <c:order val="1"/>
          <c:tx>
            <c:strRef>
              <c:f>Sheet1!$B$100</c:f>
              <c:strCache>
                <c:ptCount val="1"/>
                <c:pt idx="0">
                  <c:v>нейросеть</c:v>
                </c:pt>
              </c:strCache>
            </c:strRef>
          </c:tx>
          <c:spPr>
            <a:ln w="31750">
              <a:solidFill>
                <a:srgbClr val="FC3777"/>
              </a:solidFill>
            </a:ln>
          </c:spPr>
          <c:marker>
            <c:symbol val="none"/>
          </c:marker>
          <c:xVal>
            <c:numRef>
              <c:f>Sheet1!$A$101:$A$200</c:f>
              <c:numCache>
                <c:formatCode>General</c:formatCode>
                <c:ptCount val="100"/>
                <c:pt idx="0">
                  <c:v>0</c:v>
                </c:pt>
                <c:pt idx="1">
                  <c:v>0</c:v>
                </c:pt>
                <c:pt idx="2">
                  <c:v>1.2195121951219509E-2</c:v>
                </c:pt>
                <c:pt idx="3">
                  <c:v>2.4390243902439029E-2</c:v>
                </c:pt>
                <c:pt idx="4">
                  <c:v>2.4390243902439029E-2</c:v>
                </c:pt>
                <c:pt idx="5">
                  <c:v>2.4390243902439029E-2</c:v>
                </c:pt>
                <c:pt idx="6">
                  <c:v>2.4390243902439029E-2</c:v>
                </c:pt>
                <c:pt idx="7">
                  <c:v>3.6585365853658527E-2</c:v>
                </c:pt>
                <c:pt idx="8">
                  <c:v>3.6585365853658527E-2</c:v>
                </c:pt>
                <c:pt idx="9">
                  <c:v>3.6585365853658527E-2</c:v>
                </c:pt>
                <c:pt idx="10">
                  <c:v>3.6585365853658527E-2</c:v>
                </c:pt>
                <c:pt idx="11">
                  <c:v>3.6585365853658527E-2</c:v>
                </c:pt>
                <c:pt idx="12">
                  <c:v>3.6585365853658527E-2</c:v>
                </c:pt>
                <c:pt idx="13">
                  <c:v>4.878048780487805E-2</c:v>
                </c:pt>
                <c:pt idx="14">
                  <c:v>6.097560975609756E-2</c:v>
                </c:pt>
                <c:pt idx="15">
                  <c:v>6.097560975609756E-2</c:v>
                </c:pt>
                <c:pt idx="16">
                  <c:v>7.3170731707317069E-2</c:v>
                </c:pt>
                <c:pt idx="17">
                  <c:v>7.3170731707317069E-2</c:v>
                </c:pt>
                <c:pt idx="18">
                  <c:v>8.5365853658536592E-2</c:v>
                </c:pt>
                <c:pt idx="19">
                  <c:v>9.7560975609756101E-2</c:v>
                </c:pt>
                <c:pt idx="20">
                  <c:v>0.1097560975609756</c:v>
                </c:pt>
                <c:pt idx="21">
                  <c:v>0.12195121951219511</c:v>
                </c:pt>
                <c:pt idx="22">
                  <c:v>0.13414634146341459</c:v>
                </c:pt>
                <c:pt idx="23">
                  <c:v>0.13414634146341459</c:v>
                </c:pt>
                <c:pt idx="24">
                  <c:v>0.14634146341463411</c:v>
                </c:pt>
                <c:pt idx="25">
                  <c:v>0.15853658536585369</c:v>
                </c:pt>
                <c:pt idx="26">
                  <c:v>0.15853658536585369</c:v>
                </c:pt>
                <c:pt idx="27">
                  <c:v>0.17073170731707321</c:v>
                </c:pt>
                <c:pt idx="28">
                  <c:v>0.18292682926829271</c:v>
                </c:pt>
                <c:pt idx="29">
                  <c:v>0.1951219512195122</c:v>
                </c:pt>
                <c:pt idx="30">
                  <c:v>0.2073170731707317</c:v>
                </c:pt>
                <c:pt idx="31">
                  <c:v>0.2073170731707317</c:v>
                </c:pt>
                <c:pt idx="32">
                  <c:v>0.21951219512195119</c:v>
                </c:pt>
                <c:pt idx="33">
                  <c:v>0.23170731707317069</c:v>
                </c:pt>
                <c:pt idx="34">
                  <c:v>0.24390243902439021</c:v>
                </c:pt>
                <c:pt idx="35">
                  <c:v>0.25609756097560982</c:v>
                </c:pt>
                <c:pt idx="36">
                  <c:v>0.26829268292682928</c:v>
                </c:pt>
                <c:pt idx="37">
                  <c:v>0.28048780487804881</c:v>
                </c:pt>
                <c:pt idx="38">
                  <c:v>0.29268292682926828</c:v>
                </c:pt>
                <c:pt idx="39">
                  <c:v>0.3048780487804878</c:v>
                </c:pt>
                <c:pt idx="40">
                  <c:v>0.31707317073170732</c:v>
                </c:pt>
                <c:pt idx="41">
                  <c:v>0.32926829268292679</c:v>
                </c:pt>
                <c:pt idx="42">
                  <c:v>0.34146341463414642</c:v>
                </c:pt>
                <c:pt idx="43">
                  <c:v>0.35365853658536578</c:v>
                </c:pt>
                <c:pt idx="44">
                  <c:v>0.36585365853658541</c:v>
                </c:pt>
                <c:pt idx="45">
                  <c:v>0.37804878048780488</c:v>
                </c:pt>
                <c:pt idx="46">
                  <c:v>0.3902439024390244</c:v>
                </c:pt>
                <c:pt idx="47">
                  <c:v>0.40243902439024393</c:v>
                </c:pt>
                <c:pt idx="48">
                  <c:v>0.41463414634146339</c:v>
                </c:pt>
                <c:pt idx="49">
                  <c:v>0.42682926829268292</c:v>
                </c:pt>
                <c:pt idx="50">
                  <c:v>0.43902439024390238</c:v>
                </c:pt>
                <c:pt idx="51">
                  <c:v>0.45121951219512202</c:v>
                </c:pt>
                <c:pt idx="52">
                  <c:v>0.46341463414634149</c:v>
                </c:pt>
                <c:pt idx="53">
                  <c:v>0.47560975609756101</c:v>
                </c:pt>
                <c:pt idx="54">
                  <c:v>0.48780487804878048</c:v>
                </c:pt>
                <c:pt idx="55">
                  <c:v>0.5</c:v>
                </c:pt>
                <c:pt idx="56">
                  <c:v>0.51219512195121952</c:v>
                </c:pt>
                <c:pt idx="57">
                  <c:v>0.52439024390243905</c:v>
                </c:pt>
                <c:pt idx="58">
                  <c:v>0.53658536585365857</c:v>
                </c:pt>
                <c:pt idx="59">
                  <c:v>0.54878048780487809</c:v>
                </c:pt>
                <c:pt idx="60">
                  <c:v>0.56097560975609762</c:v>
                </c:pt>
                <c:pt idx="61">
                  <c:v>0.56097560975609762</c:v>
                </c:pt>
                <c:pt idx="62">
                  <c:v>0.57317073170731703</c:v>
                </c:pt>
                <c:pt idx="63">
                  <c:v>0.58536585365853655</c:v>
                </c:pt>
                <c:pt idx="64">
                  <c:v>0.59756097560975607</c:v>
                </c:pt>
                <c:pt idx="65">
                  <c:v>0.6097560975609756</c:v>
                </c:pt>
                <c:pt idx="66">
                  <c:v>0.6097560975609756</c:v>
                </c:pt>
                <c:pt idx="67">
                  <c:v>0.62195121951219512</c:v>
                </c:pt>
                <c:pt idx="68">
                  <c:v>0.63414634146341464</c:v>
                </c:pt>
                <c:pt idx="69">
                  <c:v>0.64634146341463417</c:v>
                </c:pt>
                <c:pt idx="70">
                  <c:v>0.65853658536585369</c:v>
                </c:pt>
                <c:pt idx="71">
                  <c:v>0.67073170731707321</c:v>
                </c:pt>
                <c:pt idx="72">
                  <c:v>0.68292682926829273</c:v>
                </c:pt>
                <c:pt idx="73">
                  <c:v>0.69512195121951215</c:v>
                </c:pt>
                <c:pt idx="74">
                  <c:v>0.70731707317073167</c:v>
                </c:pt>
                <c:pt idx="75">
                  <c:v>0.71951219512195119</c:v>
                </c:pt>
                <c:pt idx="76">
                  <c:v>0.73170731707317072</c:v>
                </c:pt>
                <c:pt idx="77">
                  <c:v>0.74390243902439024</c:v>
                </c:pt>
                <c:pt idx="78">
                  <c:v>0.75609756097560976</c:v>
                </c:pt>
                <c:pt idx="79">
                  <c:v>0.75609756097560976</c:v>
                </c:pt>
                <c:pt idx="80">
                  <c:v>0.76829268292682928</c:v>
                </c:pt>
                <c:pt idx="81">
                  <c:v>0.78048780487804881</c:v>
                </c:pt>
                <c:pt idx="82">
                  <c:v>0.79268292682926833</c:v>
                </c:pt>
                <c:pt idx="83">
                  <c:v>0.80487804878048785</c:v>
                </c:pt>
                <c:pt idx="84">
                  <c:v>0.81707317073170727</c:v>
                </c:pt>
                <c:pt idx="85">
                  <c:v>0.82926829268292679</c:v>
                </c:pt>
                <c:pt idx="86">
                  <c:v>0.84146341463414631</c:v>
                </c:pt>
                <c:pt idx="87">
                  <c:v>0.85365853658536583</c:v>
                </c:pt>
                <c:pt idx="88">
                  <c:v>0.86585365853658536</c:v>
                </c:pt>
                <c:pt idx="89">
                  <c:v>0.87804878048780488</c:v>
                </c:pt>
                <c:pt idx="90">
                  <c:v>0.8902439024390244</c:v>
                </c:pt>
                <c:pt idx="91">
                  <c:v>0.90243902439024393</c:v>
                </c:pt>
                <c:pt idx="92">
                  <c:v>0.91463414634146345</c:v>
                </c:pt>
                <c:pt idx="93">
                  <c:v>0.92682926829268297</c:v>
                </c:pt>
                <c:pt idx="94">
                  <c:v>0.93902439024390238</c:v>
                </c:pt>
                <c:pt idx="95">
                  <c:v>0.95121951219512191</c:v>
                </c:pt>
                <c:pt idx="96">
                  <c:v>0.96341463414634143</c:v>
                </c:pt>
                <c:pt idx="97">
                  <c:v>0.97560975609756095</c:v>
                </c:pt>
                <c:pt idx="98">
                  <c:v>0.98780487804878048</c:v>
                </c:pt>
                <c:pt idx="99">
                  <c:v>1</c:v>
                </c:pt>
              </c:numCache>
            </c:numRef>
          </c:xVal>
          <c:yVal>
            <c:numRef>
              <c:f>Sheet1!$B$101:$B$200</c:f>
              <c:numCache>
                <c:formatCode>General</c:formatCode>
                <c:ptCount val="100"/>
                <c:pt idx="0">
                  <c:v>0</c:v>
                </c:pt>
                <c:pt idx="1">
                  <c:v>5.8823529411764712E-2</c:v>
                </c:pt>
                <c:pt idx="2">
                  <c:v>5.8823529411764712E-2</c:v>
                </c:pt>
                <c:pt idx="3">
                  <c:v>5.8823529411764712E-2</c:v>
                </c:pt>
                <c:pt idx="4">
                  <c:v>0.1176470588235294</c:v>
                </c:pt>
                <c:pt idx="5">
                  <c:v>0.1764705882352941</c:v>
                </c:pt>
                <c:pt idx="6">
                  <c:v>0.23529411764705879</c:v>
                </c:pt>
                <c:pt idx="7">
                  <c:v>0.23529411764705879</c:v>
                </c:pt>
                <c:pt idx="8">
                  <c:v>0.29411764705882348</c:v>
                </c:pt>
                <c:pt idx="9">
                  <c:v>0.35294117647058831</c:v>
                </c:pt>
                <c:pt idx="10">
                  <c:v>0.41176470588235292</c:v>
                </c:pt>
                <c:pt idx="11">
                  <c:v>0.47058823529411759</c:v>
                </c:pt>
                <c:pt idx="12">
                  <c:v>0.52941176470588236</c:v>
                </c:pt>
                <c:pt idx="13">
                  <c:v>0.52941176470588236</c:v>
                </c:pt>
                <c:pt idx="14">
                  <c:v>0.52941176470588236</c:v>
                </c:pt>
                <c:pt idx="15">
                  <c:v>0.58823529411764708</c:v>
                </c:pt>
                <c:pt idx="16">
                  <c:v>0.58823529411764708</c:v>
                </c:pt>
                <c:pt idx="17">
                  <c:v>0.6470588235294118</c:v>
                </c:pt>
                <c:pt idx="18">
                  <c:v>0.6470588235294118</c:v>
                </c:pt>
                <c:pt idx="19">
                  <c:v>0.6470588235294118</c:v>
                </c:pt>
                <c:pt idx="20">
                  <c:v>0.6470588235294118</c:v>
                </c:pt>
                <c:pt idx="21">
                  <c:v>0.6470588235294118</c:v>
                </c:pt>
                <c:pt idx="22">
                  <c:v>0.6470588235294118</c:v>
                </c:pt>
                <c:pt idx="23">
                  <c:v>0.70588235294117652</c:v>
                </c:pt>
                <c:pt idx="24">
                  <c:v>0.70588235294117652</c:v>
                </c:pt>
                <c:pt idx="25">
                  <c:v>0.70588235294117652</c:v>
                </c:pt>
                <c:pt idx="26">
                  <c:v>0.76470588235294112</c:v>
                </c:pt>
                <c:pt idx="27">
                  <c:v>0.76470588235294112</c:v>
                </c:pt>
                <c:pt idx="28">
                  <c:v>0.76470588235294112</c:v>
                </c:pt>
                <c:pt idx="29">
                  <c:v>0.76470588235294112</c:v>
                </c:pt>
                <c:pt idx="30">
                  <c:v>0.76470588235294112</c:v>
                </c:pt>
                <c:pt idx="31">
                  <c:v>0.82352941176470584</c:v>
                </c:pt>
                <c:pt idx="32">
                  <c:v>0.82352941176470584</c:v>
                </c:pt>
                <c:pt idx="33">
                  <c:v>0.82352941176470584</c:v>
                </c:pt>
                <c:pt idx="34">
                  <c:v>0.82352941176470584</c:v>
                </c:pt>
                <c:pt idx="35">
                  <c:v>0.82352941176470584</c:v>
                </c:pt>
                <c:pt idx="36">
                  <c:v>0.82352941176470584</c:v>
                </c:pt>
                <c:pt idx="37">
                  <c:v>0.82352941176470584</c:v>
                </c:pt>
                <c:pt idx="38">
                  <c:v>0.82352941176470584</c:v>
                </c:pt>
                <c:pt idx="39">
                  <c:v>0.82352941176470584</c:v>
                </c:pt>
                <c:pt idx="40">
                  <c:v>0.82352941176470584</c:v>
                </c:pt>
                <c:pt idx="41">
                  <c:v>0.82352941176470584</c:v>
                </c:pt>
                <c:pt idx="42">
                  <c:v>0.82352941176470584</c:v>
                </c:pt>
                <c:pt idx="43">
                  <c:v>0.82352941176470584</c:v>
                </c:pt>
                <c:pt idx="44">
                  <c:v>0.82352941176470584</c:v>
                </c:pt>
                <c:pt idx="45">
                  <c:v>0.82352941176470584</c:v>
                </c:pt>
                <c:pt idx="46">
                  <c:v>0.82352941176470584</c:v>
                </c:pt>
                <c:pt idx="47">
                  <c:v>0.82352941176470584</c:v>
                </c:pt>
                <c:pt idx="48">
                  <c:v>0.82352941176470584</c:v>
                </c:pt>
                <c:pt idx="49">
                  <c:v>0.82352941176470584</c:v>
                </c:pt>
                <c:pt idx="50">
                  <c:v>0.82352941176470584</c:v>
                </c:pt>
                <c:pt idx="51">
                  <c:v>0.82352941176470584</c:v>
                </c:pt>
                <c:pt idx="52">
                  <c:v>0.82352941176470584</c:v>
                </c:pt>
                <c:pt idx="53">
                  <c:v>0.82352941176470584</c:v>
                </c:pt>
                <c:pt idx="54">
                  <c:v>0.82352941176470584</c:v>
                </c:pt>
                <c:pt idx="55">
                  <c:v>0.82352941176470584</c:v>
                </c:pt>
                <c:pt idx="56">
                  <c:v>0.82352941176470584</c:v>
                </c:pt>
                <c:pt idx="57">
                  <c:v>0.82352941176470584</c:v>
                </c:pt>
                <c:pt idx="58">
                  <c:v>0.82352941176470584</c:v>
                </c:pt>
                <c:pt idx="59">
                  <c:v>0.82352941176470584</c:v>
                </c:pt>
                <c:pt idx="60">
                  <c:v>0.82352941176470584</c:v>
                </c:pt>
                <c:pt idx="61">
                  <c:v>0.88235294117647056</c:v>
                </c:pt>
                <c:pt idx="62">
                  <c:v>0.88235294117647056</c:v>
                </c:pt>
                <c:pt idx="63">
                  <c:v>0.88235294117647056</c:v>
                </c:pt>
                <c:pt idx="64">
                  <c:v>0.88235294117647056</c:v>
                </c:pt>
                <c:pt idx="65">
                  <c:v>0.88235294117647056</c:v>
                </c:pt>
                <c:pt idx="66">
                  <c:v>0.94117647058823528</c:v>
                </c:pt>
                <c:pt idx="67">
                  <c:v>0.94117647058823528</c:v>
                </c:pt>
                <c:pt idx="68">
                  <c:v>0.94117647058823528</c:v>
                </c:pt>
                <c:pt idx="69">
                  <c:v>0.94117647058823528</c:v>
                </c:pt>
                <c:pt idx="70">
                  <c:v>0.94117647058823528</c:v>
                </c:pt>
                <c:pt idx="71">
                  <c:v>0.94117647058823528</c:v>
                </c:pt>
                <c:pt idx="72">
                  <c:v>0.94117647058823528</c:v>
                </c:pt>
                <c:pt idx="73">
                  <c:v>0.94117647058823528</c:v>
                </c:pt>
                <c:pt idx="74">
                  <c:v>0.94117647058823528</c:v>
                </c:pt>
                <c:pt idx="75">
                  <c:v>0.94117647058823528</c:v>
                </c:pt>
                <c:pt idx="76">
                  <c:v>0.94117647058823528</c:v>
                </c:pt>
                <c:pt idx="77">
                  <c:v>0.94117647058823528</c:v>
                </c:pt>
                <c:pt idx="78">
                  <c:v>0.94117647058823528</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numCache>
            </c:numRef>
          </c:yVal>
          <c:smooth val="0"/>
          <c:extLst>
            <c:ext xmlns:c16="http://schemas.microsoft.com/office/drawing/2014/chart" uri="{C3380CC4-5D6E-409C-BE32-E72D297353CC}">
              <c16:uniqueId val="{00000001-12FE-4F7F-992B-6B33094EAFA2}"/>
            </c:ext>
          </c:extLst>
        </c:ser>
        <c:ser>
          <c:idx val="2"/>
          <c:order val="2"/>
          <c:tx>
            <c:strRef>
              <c:f>Sheet1!$B$202</c:f>
              <c:strCache>
                <c:ptCount val="1"/>
                <c:pt idx="0">
                  <c:v>нейросеть + измерение</c:v>
                </c:pt>
              </c:strCache>
            </c:strRef>
          </c:tx>
          <c:spPr>
            <a:ln w="31750">
              <a:solidFill>
                <a:srgbClr val="520977"/>
              </a:solidFill>
            </a:ln>
          </c:spPr>
          <c:marker>
            <c:symbol val="none"/>
          </c:marker>
          <c:xVal>
            <c:numRef>
              <c:f>Sheet1!$A$203:$A$302</c:f>
              <c:numCache>
                <c:formatCode>General</c:formatCode>
                <c:ptCount val="100"/>
                <c:pt idx="0">
                  <c:v>0</c:v>
                </c:pt>
                <c:pt idx="1">
                  <c:v>0</c:v>
                </c:pt>
                <c:pt idx="2">
                  <c:v>1.2195121951219509E-2</c:v>
                </c:pt>
                <c:pt idx="3">
                  <c:v>1.2195121951219509E-2</c:v>
                </c:pt>
                <c:pt idx="4">
                  <c:v>2.4390243902439029E-2</c:v>
                </c:pt>
                <c:pt idx="5">
                  <c:v>2.4390243902439029E-2</c:v>
                </c:pt>
                <c:pt idx="6">
                  <c:v>2.4390243902439029E-2</c:v>
                </c:pt>
                <c:pt idx="7">
                  <c:v>2.4390243902439029E-2</c:v>
                </c:pt>
                <c:pt idx="8">
                  <c:v>2.4390243902439029E-2</c:v>
                </c:pt>
                <c:pt idx="9">
                  <c:v>2.4390243902439029E-2</c:v>
                </c:pt>
                <c:pt idx="10">
                  <c:v>2.4390243902439029E-2</c:v>
                </c:pt>
                <c:pt idx="11">
                  <c:v>2.4390243902439029E-2</c:v>
                </c:pt>
                <c:pt idx="12">
                  <c:v>2.4390243902439029E-2</c:v>
                </c:pt>
                <c:pt idx="13">
                  <c:v>3.6585365853658527E-2</c:v>
                </c:pt>
                <c:pt idx="14">
                  <c:v>3.6585365853658527E-2</c:v>
                </c:pt>
                <c:pt idx="15">
                  <c:v>4.878048780487805E-2</c:v>
                </c:pt>
                <c:pt idx="16">
                  <c:v>6.097560975609756E-2</c:v>
                </c:pt>
                <c:pt idx="17">
                  <c:v>7.3170731707317069E-2</c:v>
                </c:pt>
                <c:pt idx="18">
                  <c:v>8.5365853658536592E-2</c:v>
                </c:pt>
                <c:pt idx="19">
                  <c:v>8.5365853658536592E-2</c:v>
                </c:pt>
                <c:pt idx="20">
                  <c:v>9.7560975609756101E-2</c:v>
                </c:pt>
                <c:pt idx="21">
                  <c:v>0.1097560975609756</c:v>
                </c:pt>
                <c:pt idx="22">
                  <c:v>0.12195121951219511</c:v>
                </c:pt>
                <c:pt idx="23">
                  <c:v>0.13414634146341459</c:v>
                </c:pt>
                <c:pt idx="24">
                  <c:v>0.14634146341463411</c:v>
                </c:pt>
                <c:pt idx="25">
                  <c:v>0.14634146341463411</c:v>
                </c:pt>
                <c:pt idx="26">
                  <c:v>0.15853658536585369</c:v>
                </c:pt>
                <c:pt idx="27">
                  <c:v>0.17073170731707321</c:v>
                </c:pt>
                <c:pt idx="28">
                  <c:v>0.18292682926829271</c:v>
                </c:pt>
                <c:pt idx="29">
                  <c:v>0.18292682926829271</c:v>
                </c:pt>
                <c:pt idx="30">
                  <c:v>0.1951219512195122</c:v>
                </c:pt>
                <c:pt idx="31">
                  <c:v>0.2073170731707317</c:v>
                </c:pt>
                <c:pt idx="32">
                  <c:v>0.21951219512195119</c:v>
                </c:pt>
                <c:pt idx="33">
                  <c:v>0.23170731707317069</c:v>
                </c:pt>
                <c:pt idx="34">
                  <c:v>0.24390243902439021</c:v>
                </c:pt>
                <c:pt idx="35">
                  <c:v>0.25609756097560982</c:v>
                </c:pt>
                <c:pt idx="36">
                  <c:v>0.26829268292682928</c:v>
                </c:pt>
                <c:pt idx="37">
                  <c:v>0.28048780487804881</c:v>
                </c:pt>
                <c:pt idx="38">
                  <c:v>0.29268292682926828</c:v>
                </c:pt>
                <c:pt idx="39">
                  <c:v>0.3048780487804878</c:v>
                </c:pt>
                <c:pt idx="40">
                  <c:v>0.31707317073170732</c:v>
                </c:pt>
                <c:pt idx="41">
                  <c:v>0.32926829268292679</c:v>
                </c:pt>
                <c:pt idx="42">
                  <c:v>0.34146341463414642</c:v>
                </c:pt>
                <c:pt idx="43">
                  <c:v>0.35365853658536578</c:v>
                </c:pt>
                <c:pt idx="44">
                  <c:v>0.36585365853658541</c:v>
                </c:pt>
                <c:pt idx="45">
                  <c:v>0.37804878048780488</c:v>
                </c:pt>
                <c:pt idx="46">
                  <c:v>0.3902439024390244</c:v>
                </c:pt>
                <c:pt idx="47">
                  <c:v>0.40243902439024393</c:v>
                </c:pt>
                <c:pt idx="48">
                  <c:v>0.41463414634146339</c:v>
                </c:pt>
                <c:pt idx="49">
                  <c:v>0.42682926829268292</c:v>
                </c:pt>
                <c:pt idx="50">
                  <c:v>0.43902439024390238</c:v>
                </c:pt>
                <c:pt idx="51">
                  <c:v>0.45121951219512202</c:v>
                </c:pt>
                <c:pt idx="52">
                  <c:v>0.46341463414634149</c:v>
                </c:pt>
                <c:pt idx="53">
                  <c:v>0.47560975609756101</c:v>
                </c:pt>
                <c:pt idx="54">
                  <c:v>0.48780487804878048</c:v>
                </c:pt>
                <c:pt idx="55">
                  <c:v>0.5</c:v>
                </c:pt>
                <c:pt idx="56">
                  <c:v>0.51219512195121952</c:v>
                </c:pt>
                <c:pt idx="57">
                  <c:v>0.52439024390243905</c:v>
                </c:pt>
                <c:pt idx="58">
                  <c:v>0.53658536585365857</c:v>
                </c:pt>
                <c:pt idx="59">
                  <c:v>0.54878048780487809</c:v>
                </c:pt>
                <c:pt idx="60">
                  <c:v>0.56097560975609762</c:v>
                </c:pt>
                <c:pt idx="61">
                  <c:v>0.57317073170731703</c:v>
                </c:pt>
                <c:pt idx="62">
                  <c:v>0.57317073170731703</c:v>
                </c:pt>
                <c:pt idx="63">
                  <c:v>0.58536585365853655</c:v>
                </c:pt>
                <c:pt idx="64">
                  <c:v>0.59756097560975607</c:v>
                </c:pt>
                <c:pt idx="65">
                  <c:v>0.6097560975609756</c:v>
                </c:pt>
                <c:pt idx="66">
                  <c:v>0.62195121951219512</c:v>
                </c:pt>
                <c:pt idx="67">
                  <c:v>0.63414634146341464</c:v>
                </c:pt>
                <c:pt idx="68">
                  <c:v>0.64634146341463417</c:v>
                </c:pt>
                <c:pt idx="69">
                  <c:v>0.65853658536585369</c:v>
                </c:pt>
                <c:pt idx="70">
                  <c:v>0.67073170731707321</c:v>
                </c:pt>
                <c:pt idx="71">
                  <c:v>0.68292682926829273</c:v>
                </c:pt>
                <c:pt idx="72">
                  <c:v>0.69512195121951215</c:v>
                </c:pt>
                <c:pt idx="73">
                  <c:v>0.69512195121951215</c:v>
                </c:pt>
                <c:pt idx="74">
                  <c:v>0.70731707317073167</c:v>
                </c:pt>
                <c:pt idx="75">
                  <c:v>0.70731707317073167</c:v>
                </c:pt>
                <c:pt idx="76">
                  <c:v>0.71951219512195119</c:v>
                </c:pt>
                <c:pt idx="77">
                  <c:v>0.73170731707317072</c:v>
                </c:pt>
                <c:pt idx="78">
                  <c:v>0.74390243902439024</c:v>
                </c:pt>
                <c:pt idx="79">
                  <c:v>0.75609756097560976</c:v>
                </c:pt>
                <c:pt idx="80">
                  <c:v>0.76829268292682928</c:v>
                </c:pt>
                <c:pt idx="81">
                  <c:v>0.78048780487804881</c:v>
                </c:pt>
                <c:pt idx="82">
                  <c:v>0.79268292682926833</c:v>
                </c:pt>
                <c:pt idx="83">
                  <c:v>0.80487804878048785</c:v>
                </c:pt>
                <c:pt idx="84">
                  <c:v>0.81707317073170727</c:v>
                </c:pt>
                <c:pt idx="85">
                  <c:v>0.82926829268292679</c:v>
                </c:pt>
                <c:pt idx="86">
                  <c:v>0.84146341463414631</c:v>
                </c:pt>
                <c:pt idx="87">
                  <c:v>0.85365853658536583</c:v>
                </c:pt>
                <c:pt idx="88">
                  <c:v>0.86585365853658536</c:v>
                </c:pt>
                <c:pt idx="89">
                  <c:v>0.87804878048780488</c:v>
                </c:pt>
                <c:pt idx="90">
                  <c:v>0.8902439024390244</c:v>
                </c:pt>
                <c:pt idx="91">
                  <c:v>0.90243902439024393</c:v>
                </c:pt>
                <c:pt idx="92">
                  <c:v>0.91463414634146345</c:v>
                </c:pt>
                <c:pt idx="93">
                  <c:v>0.92682926829268297</c:v>
                </c:pt>
                <c:pt idx="94">
                  <c:v>0.93902439024390238</c:v>
                </c:pt>
                <c:pt idx="95">
                  <c:v>0.95121951219512191</c:v>
                </c:pt>
                <c:pt idx="96">
                  <c:v>0.96341463414634143</c:v>
                </c:pt>
                <c:pt idx="97">
                  <c:v>0.97560975609756095</c:v>
                </c:pt>
                <c:pt idx="98">
                  <c:v>0.98780487804878048</c:v>
                </c:pt>
                <c:pt idx="99">
                  <c:v>1</c:v>
                </c:pt>
              </c:numCache>
            </c:numRef>
          </c:xVal>
          <c:yVal>
            <c:numRef>
              <c:f>Sheet1!$B$203:$B$302</c:f>
              <c:numCache>
                <c:formatCode>General</c:formatCode>
                <c:ptCount val="100"/>
                <c:pt idx="0">
                  <c:v>0</c:v>
                </c:pt>
                <c:pt idx="1">
                  <c:v>5.8823529411764712E-2</c:v>
                </c:pt>
                <c:pt idx="2">
                  <c:v>5.8823529411764712E-2</c:v>
                </c:pt>
                <c:pt idx="3">
                  <c:v>0.1176470588235294</c:v>
                </c:pt>
                <c:pt idx="4">
                  <c:v>0.1176470588235294</c:v>
                </c:pt>
                <c:pt idx="5">
                  <c:v>0.1764705882352941</c:v>
                </c:pt>
                <c:pt idx="6">
                  <c:v>0.23529411764705879</c:v>
                </c:pt>
                <c:pt idx="7">
                  <c:v>0.29411764705882348</c:v>
                </c:pt>
                <c:pt idx="8">
                  <c:v>0.35294117647058831</c:v>
                </c:pt>
                <c:pt idx="9">
                  <c:v>0.41176470588235292</c:v>
                </c:pt>
                <c:pt idx="10">
                  <c:v>0.47058823529411759</c:v>
                </c:pt>
                <c:pt idx="11">
                  <c:v>0.52941176470588236</c:v>
                </c:pt>
                <c:pt idx="12">
                  <c:v>0.58823529411764708</c:v>
                </c:pt>
                <c:pt idx="13">
                  <c:v>0.58823529411764708</c:v>
                </c:pt>
                <c:pt idx="14">
                  <c:v>0.6470588235294118</c:v>
                </c:pt>
                <c:pt idx="15">
                  <c:v>0.6470588235294118</c:v>
                </c:pt>
                <c:pt idx="16">
                  <c:v>0.6470588235294118</c:v>
                </c:pt>
                <c:pt idx="17">
                  <c:v>0.6470588235294118</c:v>
                </c:pt>
                <c:pt idx="18">
                  <c:v>0.6470588235294118</c:v>
                </c:pt>
                <c:pt idx="19">
                  <c:v>0.70588235294117652</c:v>
                </c:pt>
                <c:pt idx="20">
                  <c:v>0.70588235294117652</c:v>
                </c:pt>
                <c:pt idx="21">
                  <c:v>0.70588235294117652</c:v>
                </c:pt>
                <c:pt idx="22">
                  <c:v>0.70588235294117652</c:v>
                </c:pt>
                <c:pt idx="23">
                  <c:v>0.70588235294117652</c:v>
                </c:pt>
                <c:pt idx="24">
                  <c:v>0.70588235294117652</c:v>
                </c:pt>
                <c:pt idx="25">
                  <c:v>0.76470588235294112</c:v>
                </c:pt>
                <c:pt idx="26">
                  <c:v>0.76470588235294112</c:v>
                </c:pt>
                <c:pt idx="27">
                  <c:v>0.76470588235294112</c:v>
                </c:pt>
                <c:pt idx="28">
                  <c:v>0.76470588235294112</c:v>
                </c:pt>
                <c:pt idx="29">
                  <c:v>0.82352941176470584</c:v>
                </c:pt>
                <c:pt idx="30">
                  <c:v>0.82352941176470584</c:v>
                </c:pt>
                <c:pt idx="31">
                  <c:v>0.82352941176470584</c:v>
                </c:pt>
                <c:pt idx="32">
                  <c:v>0.82352941176470584</c:v>
                </c:pt>
                <c:pt idx="33">
                  <c:v>0.82352941176470584</c:v>
                </c:pt>
                <c:pt idx="34">
                  <c:v>0.82352941176470584</c:v>
                </c:pt>
                <c:pt idx="35">
                  <c:v>0.82352941176470584</c:v>
                </c:pt>
                <c:pt idx="36">
                  <c:v>0.82352941176470584</c:v>
                </c:pt>
                <c:pt idx="37">
                  <c:v>0.82352941176470584</c:v>
                </c:pt>
                <c:pt idx="38">
                  <c:v>0.82352941176470584</c:v>
                </c:pt>
                <c:pt idx="39">
                  <c:v>0.82352941176470584</c:v>
                </c:pt>
                <c:pt idx="40">
                  <c:v>0.82352941176470584</c:v>
                </c:pt>
                <c:pt idx="41">
                  <c:v>0.82352941176470584</c:v>
                </c:pt>
                <c:pt idx="42">
                  <c:v>0.82352941176470584</c:v>
                </c:pt>
                <c:pt idx="43">
                  <c:v>0.82352941176470584</c:v>
                </c:pt>
                <c:pt idx="44">
                  <c:v>0.82352941176470584</c:v>
                </c:pt>
                <c:pt idx="45">
                  <c:v>0.82352941176470584</c:v>
                </c:pt>
                <c:pt idx="46">
                  <c:v>0.82352941176470584</c:v>
                </c:pt>
                <c:pt idx="47">
                  <c:v>0.82352941176470584</c:v>
                </c:pt>
                <c:pt idx="48">
                  <c:v>0.82352941176470584</c:v>
                </c:pt>
                <c:pt idx="49">
                  <c:v>0.82352941176470584</c:v>
                </c:pt>
                <c:pt idx="50">
                  <c:v>0.82352941176470584</c:v>
                </c:pt>
                <c:pt idx="51">
                  <c:v>0.82352941176470584</c:v>
                </c:pt>
                <c:pt idx="52">
                  <c:v>0.82352941176470584</c:v>
                </c:pt>
                <c:pt idx="53">
                  <c:v>0.82352941176470584</c:v>
                </c:pt>
                <c:pt idx="54">
                  <c:v>0.82352941176470584</c:v>
                </c:pt>
                <c:pt idx="55">
                  <c:v>0.82352941176470584</c:v>
                </c:pt>
                <c:pt idx="56">
                  <c:v>0.82352941176470584</c:v>
                </c:pt>
                <c:pt idx="57">
                  <c:v>0.82352941176470584</c:v>
                </c:pt>
                <c:pt idx="58">
                  <c:v>0.82352941176470584</c:v>
                </c:pt>
                <c:pt idx="59">
                  <c:v>0.82352941176470584</c:v>
                </c:pt>
                <c:pt idx="60">
                  <c:v>0.82352941176470584</c:v>
                </c:pt>
                <c:pt idx="61">
                  <c:v>0.82352941176470584</c:v>
                </c:pt>
                <c:pt idx="62">
                  <c:v>0.88235294117647056</c:v>
                </c:pt>
                <c:pt idx="63">
                  <c:v>0.88235294117647056</c:v>
                </c:pt>
                <c:pt idx="64">
                  <c:v>0.88235294117647056</c:v>
                </c:pt>
                <c:pt idx="65">
                  <c:v>0.88235294117647056</c:v>
                </c:pt>
                <c:pt idx="66">
                  <c:v>0.88235294117647056</c:v>
                </c:pt>
                <c:pt idx="67">
                  <c:v>0.88235294117647056</c:v>
                </c:pt>
                <c:pt idx="68">
                  <c:v>0.88235294117647056</c:v>
                </c:pt>
                <c:pt idx="69">
                  <c:v>0.88235294117647056</c:v>
                </c:pt>
                <c:pt idx="70">
                  <c:v>0.88235294117647056</c:v>
                </c:pt>
                <c:pt idx="71">
                  <c:v>0.88235294117647056</c:v>
                </c:pt>
                <c:pt idx="72">
                  <c:v>0.88235294117647056</c:v>
                </c:pt>
                <c:pt idx="73">
                  <c:v>0.94117647058823528</c:v>
                </c:pt>
                <c:pt idx="74">
                  <c:v>0.94117647058823528</c:v>
                </c:pt>
                <c:pt idx="75">
                  <c:v>1</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numCache>
            </c:numRef>
          </c:yVal>
          <c:smooth val="0"/>
          <c:extLst>
            <c:ext xmlns:c16="http://schemas.microsoft.com/office/drawing/2014/chart" uri="{C3380CC4-5D6E-409C-BE32-E72D297353CC}">
              <c16:uniqueId val="{00000002-12FE-4F7F-992B-6B33094EAFA2}"/>
            </c:ext>
          </c:extLst>
        </c:ser>
        <c:ser>
          <c:idx val="3"/>
          <c:order val="3"/>
          <c:tx>
            <c:strRef>
              <c:f>Sheet1!$B$304</c:f>
              <c:strCache>
                <c:ptCount val="1"/>
                <c:pt idx="0">
                  <c:v>случайно</c:v>
                </c:pt>
              </c:strCache>
            </c:strRef>
          </c:tx>
          <c:spPr>
            <a:ln w="12700">
              <a:solidFill>
                <a:srgbClr val="8B8599"/>
              </a:solidFill>
              <a:prstDash val="dash"/>
            </a:ln>
          </c:spPr>
          <c:marker>
            <c:symbol val="none"/>
          </c:marker>
          <c:xVal>
            <c:numRef>
              <c:f>Sheet1!$A$305:$A$306</c:f>
              <c:numCache>
                <c:formatCode>General</c:formatCode>
                <c:ptCount val="2"/>
                <c:pt idx="0">
                  <c:v>0</c:v>
                </c:pt>
                <c:pt idx="1">
                  <c:v>1</c:v>
                </c:pt>
              </c:numCache>
            </c:numRef>
          </c:xVal>
          <c:yVal>
            <c:numRef>
              <c:f>Sheet1!$B$305:$B$306</c:f>
              <c:numCache>
                <c:formatCode>General</c:formatCode>
                <c:ptCount val="2"/>
                <c:pt idx="0">
                  <c:v>0</c:v>
                </c:pt>
                <c:pt idx="1">
                  <c:v>1</c:v>
                </c:pt>
              </c:numCache>
            </c:numRef>
          </c:yVal>
          <c:smooth val="0"/>
          <c:extLst>
            <c:ext xmlns:c16="http://schemas.microsoft.com/office/drawing/2014/chart" uri="{C3380CC4-5D6E-409C-BE32-E72D297353CC}">
              <c16:uniqueId val="{00000003-12FE-4F7F-992B-6B33094EAFA2}"/>
            </c:ext>
          </c:extLst>
        </c:ser>
        <c:dLbls>
          <c:showLegendKey val="0"/>
          <c:showVal val="0"/>
          <c:showCatName val="0"/>
          <c:showSerName val="0"/>
          <c:showPercent val="0"/>
          <c:showBubbleSize val="0"/>
        </c:dLbls>
        <c:axId val="373346216"/>
        <c:axId val="373345040"/>
      </c:scatterChart>
      <c:valAx>
        <c:axId val="373346216"/>
        <c:scaling>
          <c:orientation val="minMax"/>
          <c:max val="1"/>
          <c:min val="0"/>
        </c:scaling>
        <c:delete val="0"/>
        <c:axPos val="b"/>
        <c:majorGridlines>
          <c:spPr>
            <a:ln>
              <a:solidFill>
                <a:srgbClr val="DCCEE4"/>
              </a:solidFill>
            </a:ln>
          </c:spPr>
        </c:majorGridlines>
        <c:numFmt formatCode="0.0" sourceLinked="0"/>
        <c:majorTickMark val="out"/>
        <c:minorTickMark val="none"/>
        <c:tickLblPos val="nextTo"/>
        <c:spPr>
          <a:ln>
            <a:solidFill>
              <a:srgbClr val="C9C3DA"/>
            </a:solidFill>
          </a:ln>
        </c:spPr>
        <c:crossAx val="373345040"/>
        <c:crosses val="autoZero"/>
        <c:crossBetween val="midCat"/>
        <c:majorUnit val="0.2"/>
      </c:valAx>
      <c:valAx>
        <c:axId val="373345040"/>
        <c:scaling>
          <c:orientation val="minMax"/>
          <c:max val="1"/>
          <c:min val="0"/>
        </c:scaling>
        <c:delete val="0"/>
        <c:axPos val="l"/>
        <c:majorGridlines>
          <c:spPr>
            <a:ln>
              <a:solidFill>
                <a:srgbClr val="DCCEE4"/>
              </a:solidFill>
            </a:ln>
          </c:spPr>
        </c:majorGridlines>
        <c:numFmt formatCode="0.0" sourceLinked="0"/>
        <c:majorTickMark val="out"/>
        <c:minorTickMark val="none"/>
        <c:tickLblPos val="nextTo"/>
        <c:spPr>
          <a:ln>
            <a:solidFill>
              <a:srgbClr val="C9C3DA"/>
            </a:solidFill>
          </a:ln>
        </c:spPr>
        <c:crossAx val="373346216"/>
        <c:crosses val="autoZero"/>
        <c:crossBetween val="midCat"/>
        <c:majorUnit val="0.2"/>
      </c:valAx>
    </c:plotArea>
    <c:plotVisOnly val="1"/>
    <c:dispBlanksAs val="gap"/>
    <c:showDLblsOverMax val="0"/>
  </c:chart>
  <c:txPr>
    <a:bodyPr/>
    <a:lstStyle/>
    <a:p>
      <a:pPr>
        <a:defRPr sz="1000">
          <a:solidFill>
            <a:srgbClr val="8B8599"/>
          </a:solidFill>
          <a:latin typeface="Montserrat"/>
        </a:defRPr>
      </a:pPr>
      <a:endParaRPr lang="ru-RU"/>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1C361405-0046-9D03-26A4-D7ED10EA70C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556CD2AD-A19E-4074-721F-6DBCBE680A4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2E30D66-5BAA-C245-AD36-181B8EC875DB}" type="datetimeFigureOut">
              <a:rPr lang="ru-RU" smtClean="0"/>
              <a:t>23.10.2026</a:t>
            </a:fld>
            <a:endParaRPr lang="ru-RU"/>
          </a:p>
        </p:txBody>
      </p:sp>
      <p:sp>
        <p:nvSpPr>
          <p:cNvPr id="4" name="Нижний колонтитул 3">
            <a:extLst>
              <a:ext uri="{FF2B5EF4-FFF2-40B4-BE49-F238E27FC236}">
                <a16:creationId xmlns:a16="http://schemas.microsoft.com/office/drawing/2014/main" id="{41947EE2-63DA-C2A1-5495-30E370423A5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3752603B-A0BC-AAAA-B5D6-B44F54E18A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CD7201F-1F39-2140-9B4A-3BC1B61B40BF}" type="slidenum">
              <a:rPr lang="ru-RU" smtClean="0"/>
              <a:t>‹#›</a:t>
            </a:fld>
            <a:endParaRPr lang="ru-RU"/>
          </a:p>
        </p:txBody>
      </p:sp>
    </p:spTree>
    <p:extLst>
      <p:ext uri="{BB962C8B-B14F-4D97-AF65-F5344CB8AC3E}">
        <p14:creationId xmlns:p14="http://schemas.microsoft.com/office/powerpoint/2010/main" val="31366286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A401BA-3150-4FF7-8D13-C8A64268AC63}" type="datetimeFigureOut">
              <a:rPr lang="ru-RU" smtClean="0"/>
              <a:t>23.10.2026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5F3B14-7AC8-406F-A299-37D374056E4F}" type="slidenum">
              <a:rPr lang="ru-RU" smtClean="0"/>
              <a:t>‹#›</a:t>
            </a:fld>
            <a:endParaRPr lang="ru-RU"/>
          </a:p>
        </p:txBody>
      </p:sp>
    </p:spTree>
    <p:extLst>
      <p:ext uri="{BB962C8B-B14F-4D97-AF65-F5344CB8AC3E}">
        <p14:creationId xmlns:p14="http://schemas.microsoft.com/office/powerpoint/2010/main" val="2496445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81075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723531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CF317-460F-D66A-6ACF-27061C9DF4FF}"/>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2D066F97-A6A0-B747-71F9-577306DB29D3}"/>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80F9F05F-4377-CED9-7FF7-AADFCC58E49E}"/>
              </a:ext>
            </a:extLst>
          </p:cNvPr>
          <p:cNvSpPr>
            <a:spLocks noGrp="1"/>
          </p:cNvSpPr>
          <p:nvPr>
            <p:ph type="body" idx="1"/>
          </p:nvPr>
        </p:nvSpPr>
        <p:spPr/>
        <p:txBody>
          <a:bodyPr/>
          <a:lstStyle/>
          <a:p>
            <a:endParaRPr dirty="0"/>
          </a:p>
        </p:txBody>
      </p:sp>
      <p:sp>
        <p:nvSpPr>
          <p:cNvPr id="4" name="Номер слайда 3">
            <a:extLst>
              <a:ext uri="{FF2B5EF4-FFF2-40B4-BE49-F238E27FC236}">
                <a16:creationId xmlns:a16="http://schemas.microsoft.com/office/drawing/2014/main" id="{618DC8F5-67F2-F257-7833-1FEA7A6F232B}"/>
              </a:ext>
            </a:extLst>
          </p:cNvPr>
          <p:cNvSpPr>
            <a:spLocks noGrp="1"/>
          </p:cNvSpPr>
          <p:nvPr>
            <p:ph type="sldNum" sz="quarter" idx="5"/>
          </p:nvPr>
        </p:nvSpPr>
        <p:spPr/>
        <p:txBody>
          <a:bodyPr/>
          <a:lstStyle/>
          <a:p>
            <a:pPr marL="0" marR="0" lvl="0" indent="0" algn="r" defTabSz="914220" rtl="0" eaLnBrk="1" fontAlgn="auto" latinLnBrk="0" hangingPunct="1">
              <a:lnSpc>
                <a:spcPct val="100000"/>
              </a:lnSpc>
              <a:spcBef>
                <a:spcPts val="0"/>
              </a:spcBef>
              <a:spcAft>
                <a:spcPts val="0"/>
              </a:spcAft>
              <a:buClrTx/>
              <a:buSzTx/>
              <a:buFontTx/>
              <a:buNone/>
              <a:tabLst/>
              <a:defRPr/>
            </a:pPr>
            <a:fld id="{3D5F3B14-7AC8-406F-A299-37D374056E4F}" type="slidenum">
              <a:rPr kumimoji="0" lang="ru-R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220" rtl="0" eaLnBrk="1" fontAlgn="auto" latinLnBrk="0" hangingPunct="1">
                <a:lnSpc>
                  <a:spcPct val="100000"/>
                </a:lnSpc>
                <a:spcBef>
                  <a:spcPts val="0"/>
                </a:spcBef>
                <a:spcAft>
                  <a:spcPts val="0"/>
                </a:spcAft>
                <a:buClrTx/>
                <a:buSzTx/>
                <a:buFontTx/>
                <a:buNone/>
                <a:tabLst/>
                <a:defRPr/>
              </a:pPr>
              <a:t>3</a:t>
            </a:fld>
            <a:endParaRPr kumimoji="0" lang="ru-R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7456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t>Мы решаем задачу контроля технического качества снимка до его интерпретации врачом. Если замечание обнаружено у аппарата, специалист может проверить укладку сразу. Сервис принимает обычную выгрузку денситометра, определяет анатомическую область и возвращает объяснимый результат по каждому изображению. При нескольких нарушениях сохраняется весь список. Плотность кости и диагноз система не оценивает. В основе решения измерения и две нейросетевые проверки формы. По документации обработка занимает медианно 1,6 секунды на исследование на CPU, но это замер команды на предоставленном наборе, а не результат независимой проверки на стенде организатора.</a:t>
            </a:r>
          </a:p>
          <a:p>
            <a:endParaRPr/>
          </a:p>
          <a:p>
            <a:r>
              <a:rPr/>
              <a:t>Источники: приложенные ТЗ, документация версии 1.1.0 и исходная презентация.</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52799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Сервис проходит один общий путь до выбора анатомической области. При чтении мы приводим изображение к стандартной яркости и ориентации и удаляем пиксельные дубликаты. Затем классификатор направляет снимок в ветку позвоночника или бедра. Внутри ветки запускаются все относящиеся к ней проверки, поэтому один снимок может получить несколько замечаний. Геометрия измеряет углы и расстояния. Только для посторонних предметов и ротации к измерению добавляется ResNet-34: ответы трёх моделей усредняются, затем объединяются с геометрической оценкой и сравниваются с настроенным порогом. Модель ключевых точек подключается отдельно для Th12 и по документации выключена в стандартном запуске. После проверок любой сработавший критерий даёт класс 1, а все найденные нарушения сохраняются в отчёте. Класс 0 означает отсутствие сработавших критериев, но не отменяет пометки ручной проверки: при расхождении оценок или подавлении вердикта по оси специалисту нужно проверить результат. Ошибки обработки фиксируются отдельно, пакет продолжается.</a:t>
            </a:r>
          </a:p>
          <a:p>
            <a:endParaRPr/>
          </a:p>
          <a:p>
            <a:r>
              <a:t>Источник: Документация.pdf, с. 6–10. Схема описывает документированную конфигурацию.</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26912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После определения области проверки идут по трём направлениям. В укладке оценивается, попали ли в нижнюю часть кадра гребни подвздошных костей: геометрический признак дополняет модель вида снимка. Ось оценивается двумя способами: по центрам тел позвонков и по краям позвоночной колонны. Документация описывает линию Тейла–Сена и требование согласия углов в пределах двух градусов. При изгибе или расхождении измерений вердикт по оси может подавляться, поэтому отсутствие этого кода не всегда означает подтверждение нормы. Для посторонних предметов геометрический фильтр выделяет тонкие яркие структуры, а ResNet-34 даёт второе мнение. Среднее трёх CNN объединяется с измерением; итог сравнивается с настроенным порогом. Если CNN недоступна, работает геометрия с пометкой. Верх укладки проверяет отдельный модуль ключевых точек: менее пяти процентов Th12 даёт нарушение, от пяти до пятидесяти процентов — ручную проверку. Это документированное правило, а не доказательство выполнения требования ТЗ о половине Th12. В обычной сборке модуль выключен. Все сработавшие критерии попадают в результат одновременно. Источник: Документация.pdf, с. 7–10; порог оси 5°: ТЗ, п. 2.3.</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269121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Ветка бедра оценивает два вида нарушения. Для ROI система ищет анатомические ориентиры и измеряет отступы до границ поля. Это прямое правило рисунка 6 ТЗ: три сантиметра сверху и снизу, два сбоку. Нарушение любого отступа формирует hip_roi. Если седалищная кость не найдена, документация допускает оценку нижнего отступа по типичной анатомии, но обязательно с флагом: такой результат менее надёжен. Ротацию нельзя свести к одному расстоянию. Сначала измеряется выступ малого вертела, затем добавляется оценка CNN. Три ResNet-34 с разной инициализацией усредняют ответ. Для CNN правое бедро отражается в левое, яркость нормализуется по перцентилям, длинная сторона приводится к 320 пикселям. Итоговое решение принимается по объединённой оценке и настроенному порогу; диапазон 96–272 квадратных миллиметра — геометрический ориентир, а не единственное правило гибрида. Расхождение нейросети и измерения сохраняется как пометка. Если нейросеть не загрузилась, остаётся геометрический расчёт с флагом недоступности CNN. Проверки независимы по назначению: в итог можно включить сразу оба нарушения. Масштаб 0,607 миллиметра на пиксель относится к описанному аппарату. По документации отдельная проверка видимости всех обязательных ориентиров позиционирования бедра не подтверждена. Источник: Документация.pdf, с. 6–10; ТЗ, п. 2.3.</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26912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t>Главное ограничение обучения — редкие нарушения. Например, для укладки имеется всего шесть положительных примеров. Поэтому основу составляют анатомические измерения, а ResNet-34 дополняет их там, где важна форма. Три модели с разной инициализацией усредняют ответ. По описанию команды использована проверка на пяти частях: каждый снимок оценивает модель, которая не обучалась на этой части. Снимки одного исследования остаются вместе; до финальной сдачи нужно также подтвердить объединение всех исследований одного пациента.  В оценке качества 249 снимков из 252 уникальных. Причины исключения остальных трёх необходимо зафиксировать.</a:t>
            </a:r>
          </a:p>
          <a:p>
            <a:endParaRPr/>
          </a:p>
          <a:p>
            <a:r>
              <a:rPr/>
              <a:t>Источники: приложенные ТЗ, документация версии 1.1.0 и исходная презентация.</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828262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t>Здесь важно разделить качество ранжирования и качество готового решения при выбранном пороге. Например, для оси ROC-AUC равен 0,82, но чувствительность всего 0,30: при этом пороге система пропускает примерно семь из десяти размеченных нарушений оси. В целом чувствительность 0,67 и специфичность 0,75 означают, что сервис пока подходит для поддержки специалиста, а не для самостоятельного допуска снимка. Интервалы ROC-AUC широкие из-за небольшой выборки. Розовые значения относятся к прежней конфигурации с оценкой ROI по длине поля. Синие показывают геометрический вариант с ROI по рисунку 6. Одновременно меняются и модель, и правило ROI, поэтому общую разницу нельзя приписать только нейросети. Рабочая версия перешла на прямые отступы по рисунку 6 ТЗ, после чего полного сопоставимого прогона ещё не было. Поэтому эту таблицу следует воспринимать как результат эксперимента, а актуальные метрики финальной сборки необходимо пересчитать.</a:t>
            </a:r>
          </a:p>
          <a:p>
            <a:endParaRPr/>
          </a:p>
          <a:p>
            <a:r>
              <a:rPr/>
              <a:t>Источники: приложенные ТЗ, документация версии 1.1.0 и исходная презентация.</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904863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t>Для ротации AUC растёт от 0,68 у геометрии до 0,80 у нейросети и 0,82 у гибрида. Для посторонних предметов получаются 0,79, 0,83 и 0,85. Это поддерживает идею объединения, но статистическая значимость прироста относительно CNN отдельно не доказана. Сеть полезна в задачах формы, а измерения сохраняют понятное специалисту объяснение. Кривые показывают обмен между найденными нарушениями и ложными тревогами, но для сервиса важно качество конкретного выбранного порога.</a:t>
            </a:r>
          </a:p>
          <a:p>
            <a:endParaRPr/>
          </a:p>
          <a:p>
            <a:r>
              <a:rPr/>
              <a:t>Источники: приложенные ТЗ, документация версии 1.1.0 и исходная презентация.</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139729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t>В документации приведён пример: измеренный наклон оси составляет минус 6,58 градуса. Знак задаёт направление, а для контроля используется величина отклонения. В ответе указаны тип нарушения, статус и длительность обработки. Такой результат специалист может сопоставить с разметкой, а разработчик — автоматически прочитать. Для демонстрации мы загружаем архив, открываем подозрительный снимок и показываем, как замечание превращается в строку таблицы и DICOM SR. Затем проверяем случай с несколькими нарушениями и повреждённый файл. Веб-интерфейс, локальный контейнер и пакетный API используют один конвейер. Интеграция с PACS требует отдельного роутера; выдача SR сама по себе ещё не доказывает готовый обмен с архивом. Снимки для демонстрации следует взять из разрешённого организатором набора.</a:t>
            </a:r>
          </a:p>
          <a:p>
            <a:endParaRPr/>
          </a:p>
          <a:p>
            <a:r>
              <a:rPr/>
              <a:t>Источники: приложенные ТЗ, документация версии 1.1.0 и исходная презентация.</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616136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t>По материалам у нас есть содержательно проработанный локальный прототип с понятной архитектурой и контрактом результатов. Следующий шаг — зафиксировать одну сдаваемую конфигурацию, включить обязательные проверки и повторить оценку именно этой версии. Нужны также согласованные правила Th12 и позиционирования бедра, проверка разметки либо письменное уточнение организаторов по её отсутствию во входных данных. Измерения сейчас привязаны к одному аппарату, поэтому новый аппарат требует проверки масштаба и отдельной валидации. Пилот начинаем параллельно с врачом: считаем найденные нарушения, ложные тревоги, время контроля и повторные исследования. Только после этого оцениваем, можно ли использовать подсказку непосредственно у аппарата. Больше данных поможет качеству, но не заменит исправление контрактов и комплектности поставки.</a:t>
            </a:r>
          </a:p>
          <a:p>
            <a:endParaRPr/>
          </a:p>
          <a:p>
            <a:r>
              <a:rPr/>
              <a:t>Источники: приложенные ТЗ, документация версии 1.1.0 и исходная презентация.</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72137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699010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итульны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Рисунок 10">
            <a:extLst>
              <a:ext uri="{FF2B5EF4-FFF2-40B4-BE49-F238E27FC236}">
                <a16:creationId xmlns:a16="http://schemas.microsoft.com/office/drawing/2014/main" id="{DB9898DE-D265-4051-B751-CA3C0058CECA}"/>
              </a:ext>
            </a:extLst>
          </p:cNvPr>
          <p:cNvSpPr>
            <a:spLocks noGrp="1"/>
          </p:cNvSpPr>
          <p:nvPr>
            <p:ph type="pic" sz="quarter" idx="10" hasCustomPrompt="1"/>
          </p:nvPr>
        </p:nvSpPr>
        <p:spPr>
          <a:xfrm>
            <a:off x="6792000" y="395288"/>
            <a:ext cx="5400000" cy="5400000"/>
          </a:xfrm>
        </p:spPr>
        <p:txBody>
          <a:bodyPr anchor="ctr" anchorCtr="0"/>
          <a:lstStyle>
            <a:lvl1pPr>
              <a:defRPr/>
            </a:lvl1pPr>
          </a:lstStyle>
          <a:p>
            <a:r>
              <a:rPr lang="ru-RU" dirty="0"/>
              <a:t>Иконка задачи</a:t>
            </a:r>
          </a:p>
        </p:txBody>
      </p:sp>
      <p:sp>
        <p:nvSpPr>
          <p:cNvPr id="2" name="Заголовок 1">
            <a:extLst>
              <a:ext uri="{FF2B5EF4-FFF2-40B4-BE49-F238E27FC236}">
                <a16:creationId xmlns:a16="http://schemas.microsoft.com/office/drawing/2014/main" id="{BDEF1F2D-30AB-40F9-9975-F952E50B7FCA}"/>
              </a:ext>
            </a:extLst>
          </p:cNvPr>
          <p:cNvSpPr>
            <a:spLocks noGrp="1"/>
          </p:cNvSpPr>
          <p:nvPr>
            <p:ph type="ctrTitle" hasCustomPrompt="1"/>
          </p:nvPr>
        </p:nvSpPr>
        <p:spPr>
          <a:xfrm>
            <a:off x="0" y="4323440"/>
            <a:ext cx="8930641" cy="827011"/>
          </a:xfrm>
          <a:noFill/>
        </p:spPr>
        <p:txBody>
          <a:bodyPr anchor="ctr" anchorCtr="0"/>
          <a:lstStyle>
            <a:lvl1pPr marL="0" indent="712788" algn="l">
              <a:defRPr sz="2800">
                <a:solidFill>
                  <a:schemeClr val="bg1">
                    <a:lumMod val="95000"/>
                  </a:schemeClr>
                </a:solidFill>
              </a:defRPr>
            </a:lvl1pPr>
          </a:lstStyle>
          <a:p>
            <a:r>
              <a:rPr lang="ru-RU" dirty="0"/>
              <a:t>НАЗВАНИЕ КОМАНДЫ</a:t>
            </a:r>
          </a:p>
        </p:txBody>
      </p:sp>
      <p:sp>
        <p:nvSpPr>
          <p:cNvPr id="42" name="Рисунок 41">
            <a:extLst>
              <a:ext uri="{FF2B5EF4-FFF2-40B4-BE49-F238E27FC236}">
                <a16:creationId xmlns:a16="http://schemas.microsoft.com/office/drawing/2014/main" id="{37DC0E9B-2679-408D-851C-F21F4ACC673A}"/>
              </a:ext>
            </a:extLst>
          </p:cNvPr>
          <p:cNvSpPr>
            <a:spLocks noGrp="1"/>
          </p:cNvSpPr>
          <p:nvPr>
            <p:ph type="pic" sz="quarter" idx="11" hasCustomPrompt="1"/>
          </p:nvPr>
        </p:nvSpPr>
        <p:spPr>
          <a:xfrm>
            <a:off x="802640" y="2911980"/>
            <a:ext cx="3386773" cy="1082589"/>
          </a:xfrm>
        </p:spPr>
        <p:txBody>
          <a:bodyPr anchor="ctr" anchorCtr="0"/>
          <a:lstStyle>
            <a:lvl1pPr>
              <a:defRPr/>
            </a:lvl1pPr>
          </a:lstStyle>
          <a:p>
            <a:r>
              <a:rPr lang="ru-RU" dirty="0"/>
              <a:t>Логотип/логотипы постановщика задачи</a:t>
            </a:r>
          </a:p>
        </p:txBody>
      </p:sp>
      <p:sp>
        <p:nvSpPr>
          <p:cNvPr id="5" name="Текст 4">
            <a:extLst>
              <a:ext uri="{FF2B5EF4-FFF2-40B4-BE49-F238E27FC236}">
                <a16:creationId xmlns:a16="http://schemas.microsoft.com/office/drawing/2014/main" id="{93F843A1-4640-4AAD-9DA4-206FA9FF2A48}"/>
              </a:ext>
            </a:extLst>
          </p:cNvPr>
          <p:cNvSpPr>
            <a:spLocks noGrp="1"/>
          </p:cNvSpPr>
          <p:nvPr>
            <p:ph type="body" sz="quarter" idx="12" hasCustomPrompt="1"/>
          </p:nvPr>
        </p:nvSpPr>
        <p:spPr>
          <a:xfrm>
            <a:off x="0" y="5149851"/>
            <a:ext cx="8930641" cy="757174"/>
          </a:xfrm>
          <a:noFill/>
        </p:spPr>
        <p:txBody>
          <a:bodyPr>
            <a:normAutofit/>
          </a:bodyPr>
          <a:lstStyle>
            <a:lvl1pPr marL="0" indent="712788">
              <a:buNone/>
              <a:defRPr sz="1800"/>
            </a:lvl1pPr>
          </a:lstStyle>
          <a:p>
            <a:r>
              <a:rPr lang="ru-RU" sz="1600" b="0" dirty="0"/>
              <a:t>Номер и название задачи</a:t>
            </a:r>
          </a:p>
        </p:txBody>
      </p:sp>
    </p:spTree>
    <p:extLst>
      <p:ext uri="{BB962C8B-B14F-4D97-AF65-F5344CB8AC3E}">
        <p14:creationId xmlns:p14="http://schemas.microsoft.com/office/powerpoint/2010/main" val="23497694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Описание команды">
    <p:spTree>
      <p:nvGrpSpPr>
        <p:cNvPr id="1" name=""/>
        <p:cNvGrpSpPr/>
        <p:nvPr/>
      </p:nvGrpSpPr>
      <p:grpSpPr>
        <a:xfrm>
          <a:off x="0" y="0"/>
          <a:ext cx="0" cy="0"/>
          <a:chOff x="0" y="0"/>
          <a:chExt cx="0" cy="0"/>
        </a:xfrm>
      </p:grpSpPr>
      <p:sp>
        <p:nvSpPr>
          <p:cNvPr id="11" name="Рисунок 10">
            <a:extLst>
              <a:ext uri="{FF2B5EF4-FFF2-40B4-BE49-F238E27FC236}">
                <a16:creationId xmlns:a16="http://schemas.microsoft.com/office/drawing/2014/main" id="{DB9898DE-D265-4051-B751-CA3C0058CECA}"/>
              </a:ext>
            </a:extLst>
          </p:cNvPr>
          <p:cNvSpPr>
            <a:spLocks noGrp="1"/>
          </p:cNvSpPr>
          <p:nvPr>
            <p:ph type="pic" sz="quarter" idx="10" hasCustomPrompt="1"/>
          </p:nvPr>
        </p:nvSpPr>
        <p:spPr>
          <a:xfrm>
            <a:off x="6894095" y="1044081"/>
            <a:ext cx="4962943" cy="2221824"/>
          </a:xfrm>
        </p:spPr>
        <p:txBody>
          <a:bodyPr anchor="ctr" anchorCtr="0"/>
          <a:lstStyle>
            <a:lvl1pPr>
              <a:defRPr/>
            </a:lvl1pPr>
          </a:lstStyle>
          <a:p>
            <a:r>
              <a:rPr lang="ru-RU" dirty="0"/>
              <a:t>Фото команды</a:t>
            </a:r>
          </a:p>
        </p:txBody>
      </p:sp>
      <p:sp>
        <p:nvSpPr>
          <p:cNvPr id="2" name="Заголовок 1">
            <a:extLst>
              <a:ext uri="{FF2B5EF4-FFF2-40B4-BE49-F238E27FC236}">
                <a16:creationId xmlns:a16="http://schemas.microsoft.com/office/drawing/2014/main" id="{D1CA6654-BEE5-24C9-BC9D-BB6D2E0BEFAC}"/>
              </a:ext>
            </a:extLst>
          </p:cNvPr>
          <p:cNvSpPr>
            <a:spLocks noGrp="1"/>
          </p:cNvSpPr>
          <p:nvPr>
            <p:ph type="title" hasCustomPrompt="1"/>
          </p:nvPr>
        </p:nvSpPr>
        <p:spPr>
          <a:xfrm>
            <a:off x="346075" y="395288"/>
            <a:ext cx="11244772" cy="376138"/>
          </a:xfrm>
          <a:prstGeom prst="rect">
            <a:avLst/>
          </a:prstGeom>
        </p:spPr>
        <p:txBody>
          <a:bodyPr vert="horz" lIns="91440" tIns="45720" rIns="91440" bIns="45720" rtlCol="0" anchor="b" anchorCtr="0">
            <a:noAutofit/>
          </a:bodyPr>
          <a:lstStyle>
            <a:lvl1pPr>
              <a:defRPr/>
            </a:lvl1pPr>
          </a:lstStyle>
          <a:p>
            <a:r>
              <a:rPr lang="ru-RU" dirty="0"/>
              <a:t>КОМАНДА «НАЗВАНИЕ»</a:t>
            </a:r>
          </a:p>
        </p:txBody>
      </p:sp>
    </p:spTree>
    <p:extLst>
      <p:ext uri="{BB962C8B-B14F-4D97-AF65-F5344CB8AC3E}">
        <p14:creationId xmlns:p14="http://schemas.microsoft.com/office/powerpoint/2010/main" val="16629505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Команда">
    <p:spTree>
      <p:nvGrpSpPr>
        <p:cNvPr id="1" name=""/>
        <p:cNvGrpSpPr/>
        <p:nvPr/>
      </p:nvGrpSpPr>
      <p:grpSpPr>
        <a:xfrm>
          <a:off x="0" y="0"/>
          <a:ext cx="0" cy="0"/>
          <a:chOff x="0" y="0"/>
          <a:chExt cx="0" cy="0"/>
        </a:xfrm>
      </p:grpSpPr>
      <p:sp>
        <p:nvSpPr>
          <p:cNvPr id="5" name="Дата 3">
            <a:extLst>
              <a:ext uri="{FF2B5EF4-FFF2-40B4-BE49-F238E27FC236}">
                <a16:creationId xmlns:a16="http://schemas.microsoft.com/office/drawing/2014/main" id="{916B7A0B-21BC-45FE-AFF7-52F34B6D0F83}"/>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67EB9651-F031-4963-AFE9-33BCC0E88757}" type="datetime1">
              <a:rPr lang="ru-RU" smtClean="0"/>
              <a:t>23.10.2026</a:t>
            </a:fld>
            <a:endParaRPr lang="ru-RU"/>
          </a:p>
        </p:txBody>
      </p:sp>
      <p:sp>
        <p:nvSpPr>
          <p:cNvPr id="6" name="Нижний колонтитул 4">
            <a:extLst>
              <a:ext uri="{FF2B5EF4-FFF2-40B4-BE49-F238E27FC236}">
                <a16:creationId xmlns:a16="http://schemas.microsoft.com/office/drawing/2014/main" id="{6D393D3D-D368-4E15-8F2F-7A07229A98A8}"/>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7" name="Номер слайда 5">
            <a:extLst>
              <a:ext uri="{FF2B5EF4-FFF2-40B4-BE49-F238E27FC236}">
                <a16:creationId xmlns:a16="http://schemas.microsoft.com/office/drawing/2014/main" id="{0F5F999C-FF8F-49FD-8575-A50C0300C4F5}"/>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
        <p:nvSpPr>
          <p:cNvPr id="45" name="Заголовок 1">
            <a:extLst>
              <a:ext uri="{FF2B5EF4-FFF2-40B4-BE49-F238E27FC236}">
                <a16:creationId xmlns:a16="http://schemas.microsoft.com/office/drawing/2014/main" id="{DD9DB7EE-83C4-47FA-86C2-BDA70A053156}"/>
              </a:ext>
            </a:extLst>
          </p:cNvPr>
          <p:cNvSpPr>
            <a:spLocks noGrp="1"/>
          </p:cNvSpPr>
          <p:nvPr>
            <p:ph type="title" hasCustomPrompt="1"/>
          </p:nvPr>
        </p:nvSpPr>
        <p:spPr>
          <a:xfrm>
            <a:off x="346075" y="395288"/>
            <a:ext cx="11244772" cy="376138"/>
          </a:xfrm>
          <a:prstGeom prst="rect">
            <a:avLst/>
          </a:prstGeom>
        </p:spPr>
        <p:txBody>
          <a:bodyPr vert="horz" lIns="91440" tIns="45720" rIns="91440" bIns="45720" rtlCol="0" anchor="b" anchorCtr="0">
            <a:noAutofit/>
          </a:bodyPr>
          <a:lstStyle>
            <a:lvl1pPr>
              <a:defRPr/>
            </a:lvl1pPr>
          </a:lstStyle>
          <a:p>
            <a:r>
              <a:rPr lang="ru-RU" dirty="0"/>
              <a:t>КОМАНДА «НАЗВАНИЕ»</a:t>
            </a:r>
          </a:p>
        </p:txBody>
      </p:sp>
      <p:sp>
        <p:nvSpPr>
          <p:cNvPr id="47" name="Текст 35">
            <a:extLst>
              <a:ext uri="{FF2B5EF4-FFF2-40B4-BE49-F238E27FC236}">
                <a16:creationId xmlns:a16="http://schemas.microsoft.com/office/drawing/2014/main" id="{FACA3955-006D-424E-AF29-FC0EE3BE8601}"/>
              </a:ext>
            </a:extLst>
          </p:cNvPr>
          <p:cNvSpPr>
            <a:spLocks noGrp="1"/>
          </p:cNvSpPr>
          <p:nvPr>
            <p:ph type="body" sz="quarter" idx="27" hasCustomPrompt="1"/>
          </p:nvPr>
        </p:nvSpPr>
        <p:spPr>
          <a:xfrm>
            <a:off x="806323" y="4192124"/>
            <a:ext cx="1843581" cy="1576498"/>
          </a:xfrm>
          <a:prstGeom prst="rect">
            <a:avLst/>
          </a:prstGeom>
          <a:ln>
            <a:noFill/>
          </a:ln>
        </p:spPr>
        <p:txBody>
          <a:bodyPr>
            <a:normAutofit/>
          </a:bodyPr>
          <a:lstStyle>
            <a:lvl1pPr marL="144688" indent="-144688">
              <a:buClr>
                <a:schemeClr val="accent1"/>
              </a:buClr>
              <a:buFont typeface="Wingdings" pitchFamily="2" charset="2"/>
              <a:buChar char="§"/>
              <a:defRPr sz="1400"/>
            </a:lvl1pPr>
          </a:lstStyle>
          <a:p>
            <a:pPr lvl="0"/>
            <a:r>
              <a:rPr lang="ru-RU" dirty="0"/>
              <a:t>Роль в команде</a:t>
            </a:r>
          </a:p>
          <a:p>
            <a:pPr lvl="0"/>
            <a:r>
              <a:rPr lang="en-US" dirty="0"/>
              <a:t>Telegram</a:t>
            </a:r>
          </a:p>
          <a:p>
            <a:pPr lvl="0"/>
            <a:r>
              <a:rPr lang="ru-RU" dirty="0"/>
              <a:t>Номер</a:t>
            </a:r>
          </a:p>
        </p:txBody>
      </p:sp>
      <p:sp>
        <p:nvSpPr>
          <p:cNvPr id="49" name="Текст 35">
            <a:extLst>
              <a:ext uri="{FF2B5EF4-FFF2-40B4-BE49-F238E27FC236}">
                <a16:creationId xmlns:a16="http://schemas.microsoft.com/office/drawing/2014/main" id="{D134429E-1F41-4952-92F7-E1A3625ABBD9}"/>
              </a:ext>
            </a:extLst>
          </p:cNvPr>
          <p:cNvSpPr>
            <a:spLocks noGrp="1"/>
          </p:cNvSpPr>
          <p:nvPr>
            <p:ph type="body" sz="quarter" idx="33" hasCustomPrompt="1"/>
          </p:nvPr>
        </p:nvSpPr>
        <p:spPr>
          <a:xfrm>
            <a:off x="3014568" y="4192124"/>
            <a:ext cx="1843581" cy="1576498"/>
          </a:xfrm>
          <a:prstGeom prst="rect">
            <a:avLst/>
          </a:prstGeom>
          <a:ln>
            <a:noFill/>
          </a:ln>
        </p:spPr>
        <p:txBody>
          <a:bodyPr>
            <a:normAutofit/>
          </a:bodyPr>
          <a:lstStyle>
            <a:lvl1pPr marL="144688" indent="-144688">
              <a:buClr>
                <a:schemeClr val="accent1"/>
              </a:buClr>
              <a:buFont typeface="Wingdings" pitchFamily="2" charset="2"/>
              <a:buChar char="§"/>
              <a:defRPr sz="1400"/>
            </a:lvl1pPr>
          </a:lstStyle>
          <a:p>
            <a:pPr lvl="0"/>
            <a:r>
              <a:rPr lang="ru-RU" dirty="0"/>
              <a:t>Роль в команде</a:t>
            </a:r>
          </a:p>
          <a:p>
            <a:pPr lvl="0"/>
            <a:r>
              <a:rPr lang="en-US" dirty="0"/>
              <a:t>Telegram</a:t>
            </a:r>
          </a:p>
          <a:p>
            <a:pPr lvl="0"/>
            <a:r>
              <a:rPr lang="ru-RU" dirty="0"/>
              <a:t>Номер</a:t>
            </a:r>
          </a:p>
        </p:txBody>
      </p:sp>
      <p:sp>
        <p:nvSpPr>
          <p:cNvPr id="51" name="Текст 35">
            <a:extLst>
              <a:ext uri="{FF2B5EF4-FFF2-40B4-BE49-F238E27FC236}">
                <a16:creationId xmlns:a16="http://schemas.microsoft.com/office/drawing/2014/main" id="{62B71317-1166-483E-8736-3204197AE648}"/>
              </a:ext>
            </a:extLst>
          </p:cNvPr>
          <p:cNvSpPr>
            <a:spLocks noGrp="1"/>
          </p:cNvSpPr>
          <p:nvPr>
            <p:ph type="body" sz="quarter" idx="35" hasCustomPrompt="1"/>
          </p:nvPr>
        </p:nvSpPr>
        <p:spPr>
          <a:xfrm>
            <a:off x="5191192" y="4192124"/>
            <a:ext cx="1843581" cy="1576498"/>
          </a:xfrm>
          <a:prstGeom prst="rect">
            <a:avLst/>
          </a:prstGeom>
          <a:ln>
            <a:noFill/>
          </a:ln>
        </p:spPr>
        <p:txBody>
          <a:bodyPr>
            <a:normAutofit/>
          </a:bodyPr>
          <a:lstStyle>
            <a:lvl1pPr marL="144688" indent="-144688">
              <a:buClr>
                <a:schemeClr val="accent1"/>
              </a:buClr>
              <a:buFont typeface="Wingdings" pitchFamily="2" charset="2"/>
              <a:buChar char="§"/>
              <a:defRPr sz="1400"/>
            </a:lvl1pPr>
          </a:lstStyle>
          <a:p>
            <a:pPr lvl="0"/>
            <a:r>
              <a:rPr lang="ru-RU" dirty="0"/>
              <a:t>Роль в команде</a:t>
            </a:r>
          </a:p>
          <a:p>
            <a:pPr lvl="0"/>
            <a:r>
              <a:rPr lang="en-US" dirty="0"/>
              <a:t>Telegram</a:t>
            </a:r>
          </a:p>
          <a:p>
            <a:pPr lvl="0"/>
            <a:r>
              <a:rPr lang="ru-RU" dirty="0"/>
              <a:t>Номер</a:t>
            </a:r>
          </a:p>
        </p:txBody>
      </p:sp>
      <p:sp>
        <p:nvSpPr>
          <p:cNvPr id="53" name="Текст 35">
            <a:extLst>
              <a:ext uri="{FF2B5EF4-FFF2-40B4-BE49-F238E27FC236}">
                <a16:creationId xmlns:a16="http://schemas.microsoft.com/office/drawing/2014/main" id="{FE441C73-4DA4-470D-B9C8-52D6075710B5}"/>
              </a:ext>
            </a:extLst>
          </p:cNvPr>
          <p:cNvSpPr>
            <a:spLocks noGrp="1"/>
          </p:cNvSpPr>
          <p:nvPr>
            <p:ph type="body" sz="quarter" idx="37" hasCustomPrompt="1"/>
          </p:nvPr>
        </p:nvSpPr>
        <p:spPr>
          <a:xfrm>
            <a:off x="7366644" y="4192124"/>
            <a:ext cx="1843581" cy="1576498"/>
          </a:xfrm>
          <a:prstGeom prst="rect">
            <a:avLst/>
          </a:prstGeom>
          <a:ln>
            <a:noFill/>
          </a:ln>
        </p:spPr>
        <p:txBody>
          <a:bodyPr>
            <a:normAutofit/>
          </a:bodyPr>
          <a:lstStyle>
            <a:lvl1pPr marL="144688" indent="-144688">
              <a:buClr>
                <a:schemeClr val="accent1"/>
              </a:buClr>
              <a:buFont typeface="Wingdings" pitchFamily="2" charset="2"/>
              <a:buChar char="§"/>
              <a:defRPr sz="1400"/>
            </a:lvl1pPr>
          </a:lstStyle>
          <a:p>
            <a:pPr lvl="0"/>
            <a:r>
              <a:rPr lang="ru-RU" dirty="0"/>
              <a:t>Роль в команде</a:t>
            </a:r>
          </a:p>
          <a:p>
            <a:pPr lvl="0"/>
            <a:r>
              <a:rPr lang="en-US" dirty="0"/>
              <a:t>Telegram</a:t>
            </a:r>
          </a:p>
          <a:p>
            <a:pPr lvl="0"/>
            <a:r>
              <a:rPr lang="ru-RU" dirty="0"/>
              <a:t>Номер</a:t>
            </a:r>
          </a:p>
        </p:txBody>
      </p:sp>
      <p:sp>
        <p:nvSpPr>
          <p:cNvPr id="55" name="Текст 35">
            <a:extLst>
              <a:ext uri="{FF2B5EF4-FFF2-40B4-BE49-F238E27FC236}">
                <a16:creationId xmlns:a16="http://schemas.microsoft.com/office/drawing/2014/main" id="{8792BADF-06A6-41F5-BB39-A425B78E145D}"/>
              </a:ext>
            </a:extLst>
          </p:cNvPr>
          <p:cNvSpPr>
            <a:spLocks noGrp="1"/>
          </p:cNvSpPr>
          <p:nvPr>
            <p:ph type="body" sz="quarter" idx="39" hasCustomPrompt="1"/>
          </p:nvPr>
        </p:nvSpPr>
        <p:spPr>
          <a:xfrm>
            <a:off x="9542096" y="4192124"/>
            <a:ext cx="1843581" cy="1576498"/>
          </a:xfrm>
          <a:prstGeom prst="rect">
            <a:avLst/>
          </a:prstGeom>
          <a:ln>
            <a:noFill/>
          </a:ln>
        </p:spPr>
        <p:txBody>
          <a:bodyPr>
            <a:normAutofit/>
          </a:bodyPr>
          <a:lstStyle>
            <a:lvl1pPr marL="144688" indent="-144688">
              <a:buClr>
                <a:schemeClr val="accent1"/>
              </a:buClr>
              <a:buFont typeface="Wingdings" pitchFamily="2" charset="2"/>
              <a:buChar char="§"/>
              <a:defRPr sz="1400"/>
            </a:lvl1pPr>
          </a:lstStyle>
          <a:p>
            <a:pPr lvl="0"/>
            <a:r>
              <a:rPr lang="ru-RU" dirty="0"/>
              <a:t>Роль в команде</a:t>
            </a:r>
          </a:p>
          <a:p>
            <a:pPr lvl="0"/>
            <a:r>
              <a:rPr lang="en-US" dirty="0"/>
              <a:t>Telegram</a:t>
            </a:r>
          </a:p>
          <a:p>
            <a:pPr lvl="0"/>
            <a:r>
              <a:rPr lang="ru-RU" dirty="0"/>
              <a:t>Номер</a:t>
            </a:r>
          </a:p>
        </p:txBody>
      </p:sp>
    </p:spTree>
    <p:extLst>
      <p:ext uri="{BB962C8B-B14F-4D97-AF65-F5344CB8AC3E}">
        <p14:creationId xmlns:p14="http://schemas.microsoft.com/office/powerpoint/2010/main" val="21874350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Пустой с заголовком">
    <p:spTree>
      <p:nvGrpSpPr>
        <p:cNvPr id="1" name=""/>
        <p:cNvGrpSpPr/>
        <p:nvPr/>
      </p:nvGrpSpPr>
      <p:grpSpPr>
        <a:xfrm>
          <a:off x="0" y="0"/>
          <a:ext cx="0" cy="0"/>
          <a:chOff x="0" y="0"/>
          <a:chExt cx="0" cy="0"/>
        </a:xfrm>
      </p:grpSpPr>
      <p:sp>
        <p:nvSpPr>
          <p:cNvPr id="9" name="Дата 3">
            <a:extLst>
              <a:ext uri="{FF2B5EF4-FFF2-40B4-BE49-F238E27FC236}">
                <a16:creationId xmlns:a16="http://schemas.microsoft.com/office/drawing/2014/main" id="{1BE2B7EA-895D-4C57-B021-3ADF48C59837}"/>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1021F813-DBA1-42EC-A748-A9CC16659E6B}" type="datetime1">
              <a:rPr lang="ru-RU" smtClean="0"/>
              <a:t>23.10.2026</a:t>
            </a:fld>
            <a:endParaRPr lang="ru-RU"/>
          </a:p>
        </p:txBody>
      </p:sp>
      <p:sp>
        <p:nvSpPr>
          <p:cNvPr id="10" name="Нижний колонтитул 4">
            <a:extLst>
              <a:ext uri="{FF2B5EF4-FFF2-40B4-BE49-F238E27FC236}">
                <a16:creationId xmlns:a16="http://schemas.microsoft.com/office/drawing/2014/main" id="{8A502BD2-9512-4029-B654-E898F0583F06}"/>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11" name="Номер слайда 5">
            <a:extLst>
              <a:ext uri="{FF2B5EF4-FFF2-40B4-BE49-F238E27FC236}">
                <a16:creationId xmlns:a16="http://schemas.microsoft.com/office/drawing/2014/main" id="{E6724899-9B39-4945-8292-0304D1DFF6A6}"/>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Tree>
    <p:extLst>
      <p:ext uri="{BB962C8B-B14F-4D97-AF65-F5344CB8AC3E}">
        <p14:creationId xmlns:p14="http://schemas.microsoft.com/office/powerpoint/2010/main" val="1066432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Заголовок и объект">
    <p:spTree>
      <p:nvGrpSpPr>
        <p:cNvPr id="1" name=""/>
        <p:cNvGrpSpPr/>
        <p:nvPr/>
      </p:nvGrpSpPr>
      <p:grpSpPr>
        <a:xfrm>
          <a:off x="0" y="0"/>
          <a:ext cx="0" cy="0"/>
          <a:chOff x="0" y="0"/>
          <a:chExt cx="0" cy="0"/>
        </a:xfrm>
      </p:grpSpPr>
      <p:sp>
        <p:nvSpPr>
          <p:cNvPr id="20" name="Текст 2">
            <a:extLst>
              <a:ext uri="{FF2B5EF4-FFF2-40B4-BE49-F238E27FC236}">
                <a16:creationId xmlns:a16="http://schemas.microsoft.com/office/drawing/2014/main" id="{35915C91-9468-44E0-9A6A-47C151E1C596}"/>
              </a:ext>
            </a:extLst>
          </p:cNvPr>
          <p:cNvSpPr>
            <a:spLocks noGrp="1"/>
          </p:cNvSpPr>
          <p:nvPr>
            <p:ph idx="1"/>
          </p:nvPr>
        </p:nvSpPr>
        <p:spPr>
          <a:xfrm>
            <a:off x="315392" y="1016177"/>
            <a:ext cx="11561229" cy="5160793"/>
          </a:xfrm>
          <a:prstGeom prst="rect">
            <a:avLst/>
          </a:prstGeom>
        </p:spPr>
        <p:txBody>
          <a:bodyPr vert="horz" lIns="91440" tIns="45720" rIns="91440" bIns="45720" rtlCol="0">
            <a:normAutofit/>
          </a:bodyPr>
          <a:lstStyle>
            <a:lvl1pPr>
              <a:defRPr>
                <a:solidFill>
                  <a:schemeClr val="bg1">
                    <a:lumMod val="95000"/>
                  </a:schemeClr>
                </a:solidFill>
              </a:defRPr>
            </a:lvl1pPr>
            <a:lvl2pPr>
              <a:defRPr>
                <a:solidFill>
                  <a:schemeClr val="bg1">
                    <a:lumMod val="95000"/>
                  </a:schemeClr>
                </a:solidFill>
              </a:defRPr>
            </a:lvl2pPr>
            <a:lvl3pPr>
              <a:defRPr>
                <a:solidFill>
                  <a:schemeClr val="bg1">
                    <a:lumMod val="95000"/>
                  </a:schemeClr>
                </a:solidFill>
              </a:defRPr>
            </a:lvl3pPr>
            <a:lvl4pPr>
              <a:defRPr>
                <a:solidFill>
                  <a:schemeClr val="bg1">
                    <a:lumMod val="95000"/>
                  </a:schemeClr>
                </a:solidFill>
              </a:defRPr>
            </a:lvl4pPr>
            <a:lvl5pPr>
              <a:defRPr>
                <a:solidFill>
                  <a:schemeClr val="bg1">
                    <a:lumMod val="95000"/>
                  </a:schemeClr>
                </a:solidFill>
              </a:defRPr>
            </a:lvl5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21" name="Дата 3">
            <a:extLst>
              <a:ext uri="{FF2B5EF4-FFF2-40B4-BE49-F238E27FC236}">
                <a16:creationId xmlns:a16="http://schemas.microsoft.com/office/drawing/2014/main" id="{6043336A-E468-4FC7-B11B-D72F244391A9}"/>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7DE2642A-6018-4CC1-81AB-5FD8D2782D4F}" type="datetime1">
              <a:rPr lang="ru-RU" smtClean="0"/>
              <a:t>23.10.2026</a:t>
            </a:fld>
            <a:endParaRPr lang="ru-RU"/>
          </a:p>
        </p:txBody>
      </p:sp>
      <p:sp>
        <p:nvSpPr>
          <p:cNvPr id="22" name="Нижний колонтитул 4">
            <a:extLst>
              <a:ext uri="{FF2B5EF4-FFF2-40B4-BE49-F238E27FC236}">
                <a16:creationId xmlns:a16="http://schemas.microsoft.com/office/drawing/2014/main" id="{49E78A2F-D265-4D7D-BF63-75BF9ACF92A0}"/>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23" name="Номер слайда 5">
            <a:extLst>
              <a:ext uri="{FF2B5EF4-FFF2-40B4-BE49-F238E27FC236}">
                <a16:creationId xmlns:a16="http://schemas.microsoft.com/office/drawing/2014/main" id="{25A0EB89-1F02-40E6-9D89-EAA34874BF0D}"/>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
        <p:nvSpPr>
          <p:cNvPr id="24" name="Заголовок 1">
            <a:extLst>
              <a:ext uri="{FF2B5EF4-FFF2-40B4-BE49-F238E27FC236}">
                <a16:creationId xmlns:a16="http://schemas.microsoft.com/office/drawing/2014/main" id="{D3BCB09B-B5ED-4308-BCBC-7DB6BF7E0D1C}"/>
              </a:ext>
            </a:extLst>
          </p:cNvPr>
          <p:cNvSpPr>
            <a:spLocks noGrp="1"/>
          </p:cNvSpPr>
          <p:nvPr>
            <p:ph type="title"/>
          </p:nvPr>
        </p:nvSpPr>
        <p:spPr>
          <a:xfrm>
            <a:off x="346075" y="421226"/>
            <a:ext cx="9862734" cy="376138"/>
          </a:xfrm>
          <a:prstGeom prst="rect">
            <a:avLst/>
          </a:prstGeom>
        </p:spPr>
        <p:txBody>
          <a:bodyPr vert="horz" lIns="91440" tIns="45720" rIns="91440" bIns="45720" rtlCol="0" anchor="b" anchorCtr="0">
            <a:noAutofit/>
          </a:bodyPr>
          <a:lstStyle>
            <a:lvl1pPr>
              <a:defRPr>
                <a:solidFill>
                  <a:schemeClr val="bg1">
                    <a:lumMod val="95000"/>
                  </a:schemeClr>
                </a:solidFill>
              </a:defRPr>
            </a:lvl1pPr>
          </a:lstStyle>
          <a:p>
            <a:r>
              <a:rPr lang="ru-RU" dirty="0"/>
              <a:t>ОБРАЗЕЦ ЗАГОЛОВКА</a:t>
            </a:r>
          </a:p>
        </p:txBody>
      </p:sp>
    </p:spTree>
    <p:extLst>
      <p:ext uri="{BB962C8B-B14F-4D97-AF65-F5344CB8AC3E}">
        <p14:creationId xmlns:p14="http://schemas.microsoft.com/office/powerpoint/2010/main" val="3246889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Два объекта">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DE4079CB-26E5-4E7E-8375-84F474844853}"/>
              </a:ext>
            </a:extLst>
          </p:cNvPr>
          <p:cNvSpPr>
            <a:spLocks noGrp="1"/>
          </p:cNvSpPr>
          <p:nvPr>
            <p:ph sz="half" idx="1"/>
          </p:nvPr>
        </p:nvSpPr>
        <p:spPr>
          <a:xfrm>
            <a:off x="315387" y="1016001"/>
            <a:ext cx="5704418" cy="5184774"/>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C0B9B70F-56BE-4BFF-9AF1-3E24439A89A7}"/>
              </a:ext>
            </a:extLst>
          </p:cNvPr>
          <p:cNvSpPr>
            <a:spLocks noGrp="1"/>
          </p:cNvSpPr>
          <p:nvPr>
            <p:ph sz="half" idx="2"/>
          </p:nvPr>
        </p:nvSpPr>
        <p:spPr>
          <a:xfrm>
            <a:off x="6172206" y="1016001"/>
            <a:ext cx="5670473" cy="5184774"/>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14" name="Дата 3">
            <a:extLst>
              <a:ext uri="{FF2B5EF4-FFF2-40B4-BE49-F238E27FC236}">
                <a16:creationId xmlns:a16="http://schemas.microsoft.com/office/drawing/2014/main" id="{A4424B46-3BA8-41B1-9808-8558C0F0E6E4}"/>
              </a:ext>
            </a:extLst>
          </p:cNvPr>
          <p:cNvSpPr>
            <a:spLocks noGrp="1"/>
          </p:cNvSpPr>
          <p:nvPr>
            <p:ph type="dt" sz="half" idx="10"/>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43014BBE-C503-4380-A869-5EE8294FE947}" type="datetime1">
              <a:rPr lang="ru-RU" smtClean="0"/>
              <a:t>23.10.2026</a:t>
            </a:fld>
            <a:endParaRPr lang="ru-RU"/>
          </a:p>
        </p:txBody>
      </p:sp>
      <p:sp>
        <p:nvSpPr>
          <p:cNvPr id="15" name="Нижний колонтитул 4">
            <a:extLst>
              <a:ext uri="{FF2B5EF4-FFF2-40B4-BE49-F238E27FC236}">
                <a16:creationId xmlns:a16="http://schemas.microsoft.com/office/drawing/2014/main" id="{4D73747B-1894-47A4-9E8B-797D1562EA76}"/>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16" name="Номер слайда 5">
            <a:extLst>
              <a:ext uri="{FF2B5EF4-FFF2-40B4-BE49-F238E27FC236}">
                <a16:creationId xmlns:a16="http://schemas.microsoft.com/office/drawing/2014/main" id="{0C3B5973-5E99-43F7-82C6-8E450D7A9851}"/>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
        <p:nvSpPr>
          <p:cNvPr id="17" name="Заголовок 1">
            <a:extLst>
              <a:ext uri="{FF2B5EF4-FFF2-40B4-BE49-F238E27FC236}">
                <a16:creationId xmlns:a16="http://schemas.microsoft.com/office/drawing/2014/main" id="{96698D82-4C1C-4876-84CF-285AAC9104D9}"/>
              </a:ext>
            </a:extLst>
          </p:cNvPr>
          <p:cNvSpPr>
            <a:spLocks noGrp="1"/>
          </p:cNvSpPr>
          <p:nvPr>
            <p:ph type="title"/>
          </p:nvPr>
        </p:nvSpPr>
        <p:spPr>
          <a:xfrm>
            <a:off x="346075" y="421226"/>
            <a:ext cx="9862734" cy="376138"/>
          </a:xfrm>
          <a:prstGeom prst="rect">
            <a:avLst/>
          </a:prstGeom>
        </p:spPr>
        <p:txBody>
          <a:bodyPr vert="horz" lIns="91440" tIns="45720" rIns="91440" bIns="45720" rtlCol="0" anchor="b" anchorCtr="0">
            <a:noAutofit/>
          </a:bodyPr>
          <a:lstStyle/>
          <a:p>
            <a:r>
              <a:rPr lang="ru-RU" dirty="0"/>
              <a:t>ОБРАЗЕЦ ЗАГОЛОВКА</a:t>
            </a:r>
          </a:p>
        </p:txBody>
      </p:sp>
    </p:spTree>
    <p:extLst>
      <p:ext uri="{BB962C8B-B14F-4D97-AF65-F5344CB8AC3E}">
        <p14:creationId xmlns:p14="http://schemas.microsoft.com/office/powerpoint/2010/main" val="215869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Сравнение">
    <p:spTree>
      <p:nvGrpSpPr>
        <p:cNvPr id="1" name=""/>
        <p:cNvGrpSpPr/>
        <p:nvPr/>
      </p:nvGrpSpPr>
      <p:grpSpPr>
        <a:xfrm>
          <a:off x="0" y="0"/>
          <a:ext cx="0" cy="0"/>
          <a:chOff x="0" y="0"/>
          <a:chExt cx="0" cy="0"/>
        </a:xfrm>
      </p:grpSpPr>
      <p:sp>
        <p:nvSpPr>
          <p:cNvPr id="3" name="Текст 2">
            <a:extLst>
              <a:ext uri="{FF2B5EF4-FFF2-40B4-BE49-F238E27FC236}">
                <a16:creationId xmlns:a16="http://schemas.microsoft.com/office/drawing/2014/main" id="{D286EEAA-87D1-47A5-B9C0-E5BAD703F03A}"/>
              </a:ext>
            </a:extLst>
          </p:cNvPr>
          <p:cNvSpPr>
            <a:spLocks noGrp="1"/>
          </p:cNvSpPr>
          <p:nvPr>
            <p:ph type="body" idx="1"/>
          </p:nvPr>
        </p:nvSpPr>
        <p:spPr>
          <a:xfrm>
            <a:off x="315386" y="1015427"/>
            <a:ext cx="5682193" cy="365125"/>
          </a:xfrm>
        </p:spPr>
        <p:txBody>
          <a:bodyPr anchor="b">
            <a:normAutofit/>
          </a:bodyPr>
          <a:lstStyle>
            <a:lvl1pPr marL="0" indent="0">
              <a:buNone/>
              <a:defRPr sz="1400" b="1"/>
            </a:lvl1pPr>
            <a:lvl2pPr marL="289378" indent="0">
              <a:buNone/>
              <a:defRPr sz="1266" b="1"/>
            </a:lvl2pPr>
            <a:lvl3pPr marL="578755" indent="0">
              <a:buNone/>
              <a:defRPr sz="1141" b="1"/>
            </a:lvl3pPr>
            <a:lvl4pPr marL="868132" indent="0">
              <a:buNone/>
              <a:defRPr sz="1013" b="1"/>
            </a:lvl4pPr>
            <a:lvl5pPr marL="1157510" indent="0">
              <a:buNone/>
              <a:defRPr sz="1013" b="1"/>
            </a:lvl5pPr>
            <a:lvl6pPr marL="1446887" indent="0">
              <a:buNone/>
              <a:defRPr sz="1013" b="1"/>
            </a:lvl6pPr>
            <a:lvl7pPr marL="1736266" indent="0">
              <a:buNone/>
              <a:defRPr sz="1013" b="1"/>
            </a:lvl7pPr>
            <a:lvl8pPr marL="2025644" indent="0">
              <a:buNone/>
              <a:defRPr sz="1013" b="1"/>
            </a:lvl8pPr>
            <a:lvl9pPr marL="2315021" indent="0">
              <a:buNone/>
              <a:defRPr sz="1013" b="1"/>
            </a:lvl9pPr>
          </a:lstStyle>
          <a:p>
            <a:pPr lvl="0"/>
            <a:r>
              <a:rPr lang="ru-RU"/>
              <a:t>Образец текста</a:t>
            </a:r>
          </a:p>
        </p:txBody>
      </p:sp>
      <p:sp>
        <p:nvSpPr>
          <p:cNvPr id="4" name="Объект 3">
            <a:extLst>
              <a:ext uri="{FF2B5EF4-FFF2-40B4-BE49-F238E27FC236}">
                <a16:creationId xmlns:a16="http://schemas.microsoft.com/office/drawing/2014/main" id="{4A2D29F1-B583-4C98-B07B-171DC3552B42}"/>
              </a:ext>
            </a:extLst>
          </p:cNvPr>
          <p:cNvSpPr>
            <a:spLocks noGrp="1"/>
          </p:cNvSpPr>
          <p:nvPr>
            <p:ph sz="half" idx="2"/>
          </p:nvPr>
        </p:nvSpPr>
        <p:spPr>
          <a:xfrm>
            <a:off x="349334" y="1598615"/>
            <a:ext cx="5648250" cy="460216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RU" dirty="0"/>
          </a:p>
        </p:txBody>
      </p:sp>
      <p:sp>
        <p:nvSpPr>
          <p:cNvPr id="5" name="Текст 4">
            <a:extLst>
              <a:ext uri="{FF2B5EF4-FFF2-40B4-BE49-F238E27FC236}">
                <a16:creationId xmlns:a16="http://schemas.microsoft.com/office/drawing/2014/main" id="{DE6D3064-465D-4982-AF9F-41FF98FCBF98}"/>
              </a:ext>
            </a:extLst>
          </p:cNvPr>
          <p:cNvSpPr>
            <a:spLocks noGrp="1"/>
          </p:cNvSpPr>
          <p:nvPr>
            <p:ph type="body" sz="quarter" idx="3"/>
          </p:nvPr>
        </p:nvSpPr>
        <p:spPr>
          <a:xfrm>
            <a:off x="6172205" y="1015427"/>
            <a:ext cx="5684841" cy="365125"/>
          </a:xfrm>
        </p:spPr>
        <p:txBody>
          <a:bodyPr anchor="b">
            <a:normAutofit/>
          </a:bodyPr>
          <a:lstStyle>
            <a:lvl1pPr marL="0" indent="0">
              <a:buNone/>
              <a:defRPr sz="1400" b="1"/>
            </a:lvl1pPr>
            <a:lvl2pPr marL="289378" indent="0">
              <a:buNone/>
              <a:defRPr sz="1266" b="1"/>
            </a:lvl2pPr>
            <a:lvl3pPr marL="578755" indent="0">
              <a:buNone/>
              <a:defRPr sz="1141" b="1"/>
            </a:lvl3pPr>
            <a:lvl4pPr marL="868132" indent="0">
              <a:buNone/>
              <a:defRPr sz="1013" b="1"/>
            </a:lvl4pPr>
            <a:lvl5pPr marL="1157510" indent="0">
              <a:buNone/>
              <a:defRPr sz="1013" b="1"/>
            </a:lvl5pPr>
            <a:lvl6pPr marL="1446887" indent="0">
              <a:buNone/>
              <a:defRPr sz="1013" b="1"/>
            </a:lvl6pPr>
            <a:lvl7pPr marL="1736266" indent="0">
              <a:buNone/>
              <a:defRPr sz="1013" b="1"/>
            </a:lvl7pPr>
            <a:lvl8pPr marL="2025644" indent="0">
              <a:buNone/>
              <a:defRPr sz="1013" b="1"/>
            </a:lvl8pPr>
            <a:lvl9pPr marL="2315021" indent="0">
              <a:buNone/>
              <a:defRPr sz="1013" b="1"/>
            </a:lvl9pPr>
          </a:lstStyle>
          <a:p>
            <a:pPr lvl="0"/>
            <a:r>
              <a:rPr lang="ru-RU"/>
              <a:t>Образец текста</a:t>
            </a:r>
          </a:p>
        </p:txBody>
      </p:sp>
      <p:sp>
        <p:nvSpPr>
          <p:cNvPr id="6" name="Объект 5">
            <a:extLst>
              <a:ext uri="{FF2B5EF4-FFF2-40B4-BE49-F238E27FC236}">
                <a16:creationId xmlns:a16="http://schemas.microsoft.com/office/drawing/2014/main" id="{960E92CA-C4D7-4946-B437-9FCD4AA3134C}"/>
              </a:ext>
            </a:extLst>
          </p:cNvPr>
          <p:cNvSpPr>
            <a:spLocks noGrp="1"/>
          </p:cNvSpPr>
          <p:nvPr>
            <p:ph sz="quarter" idx="4"/>
          </p:nvPr>
        </p:nvSpPr>
        <p:spPr>
          <a:xfrm>
            <a:off x="6172202" y="1598615"/>
            <a:ext cx="5670473" cy="460216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12" name="Дата 3">
            <a:extLst>
              <a:ext uri="{FF2B5EF4-FFF2-40B4-BE49-F238E27FC236}">
                <a16:creationId xmlns:a16="http://schemas.microsoft.com/office/drawing/2014/main" id="{50BC46DB-57AA-4551-8F67-742F842E120D}"/>
              </a:ext>
            </a:extLst>
          </p:cNvPr>
          <p:cNvSpPr>
            <a:spLocks noGrp="1"/>
          </p:cNvSpPr>
          <p:nvPr>
            <p:ph type="dt" sz="half" idx="10"/>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0D568497-304A-497F-ADAE-97D3CF462C1C}" type="datetime1">
              <a:rPr lang="ru-RU" smtClean="0"/>
              <a:t>23.10.2026</a:t>
            </a:fld>
            <a:endParaRPr lang="ru-RU"/>
          </a:p>
        </p:txBody>
      </p:sp>
      <p:sp>
        <p:nvSpPr>
          <p:cNvPr id="13" name="Нижний колонтитул 4">
            <a:extLst>
              <a:ext uri="{FF2B5EF4-FFF2-40B4-BE49-F238E27FC236}">
                <a16:creationId xmlns:a16="http://schemas.microsoft.com/office/drawing/2014/main" id="{F2048DE5-D653-4BDE-8495-A22EF4A50AE4}"/>
              </a:ext>
            </a:extLst>
          </p:cNvPr>
          <p:cNvSpPr>
            <a:spLocks noGrp="1"/>
          </p:cNvSpPr>
          <p:nvPr>
            <p:ph type="ftr" sz="quarter" idx="11"/>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14" name="Номер слайда 5">
            <a:extLst>
              <a:ext uri="{FF2B5EF4-FFF2-40B4-BE49-F238E27FC236}">
                <a16:creationId xmlns:a16="http://schemas.microsoft.com/office/drawing/2014/main" id="{E0E8C4D1-B7B4-4A6B-87A1-354341CD6A0F}"/>
              </a:ext>
            </a:extLst>
          </p:cNvPr>
          <p:cNvSpPr>
            <a:spLocks noGrp="1"/>
          </p:cNvSpPr>
          <p:nvPr>
            <p:ph type="sldNum" sz="quarter" idx="12"/>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
        <p:nvSpPr>
          <p:cNvPr id="15" name="Заголовок 1">
            <a:extLst>
              <a:ext uri="{FF2B5EF4-FFF2-40B4-BE49-F238E27FC236}">
                <a16:creationId xmlns:a16="http://schemas.microsoft.com/office/drawing/2014/main" id="{B533CD5F-4B3E-426C-9977-6EFBE36EEA5D}"/>
              </a:ext>
            </a:extLst>
          </p:cNvPr>
          <p:cNvSpPr>
            <a:spLocks noGrp="1"/>
          </p:cNvSpPr>
          <p:nvPr>
            <p:ph type="title"/>
          </p:nvPr>
        </p:nvSpPr>
        <p:spPr>
          <a:xfrm>
            <a:off x="349334" y="421226"/>
            <a:ext cx="9862734" cy="376138"/>
          </a:xfrm>
          <a:prstGeom prst="rect">
            <a:avLst/>
          </a:prstGeom>
        </p:spPr>
        <p:txBody>
          <a:bodyPr vert="horz" lIns="91440" tIns="45720" rIns="91440" bIns="45720" rtlCol="0" anchor="b" anchorCtr="0">
            <a:noAutofit/>
          </a:bodyPr>
          <a:lstStyle/>
          <a:p>
            <a:r>
              <a:rPr lang="ru-RU" dirty="0"/>
              <a:t>ОБРАЗЕЦ ЗАГОЛОВКА</a:t>
            </a:r>
          </a:p>
        </p:txBody>
      </p:sp>
    </p:spTree>
    <p:extLst>
      <p:ext uri="{BB962C8B-B14F-4D97-AF65-F5344CB8AC3E}">
        <p14:creationId xmlns:p14="http://schemas.microsoft.com/office/powerpoint/2010/main" val="1449471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5" name="Дата 3">
            <a:extLst>
              <a:ext uri="{FF2B5EF4-FFF2-40B4-BE49-F238E27FC236}">
                <a16:creationId xmlns:a16="http://schemas.microsoft.com/office/drawing/2014/main" id="{916B7A0B-21BC-45FE-AFF7-52F34B6D0F83}"/>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92CB240C-04A3-49D4-83F9-87A9C6C414DC}" type="datetime1">
              <a:rPr lang="ru-RU" smtClean="0"/>
              <a:t>23.10.2026</a:t>
            </a:fld>
            <a:endParaRPr lang="ru-RU"/>
          </a:p>
        </p:txBody>
      </p:sp>
      <p:sp>
        <p:nvSpPr>
          <p:cNvPr id="6" name="Нижний колонтитул 4">
            <a:extLst>
              <a:ext uri="{FF2B5EF4-FFF2-40B4-BE49-F238E27FC236}">
                <a16:creationId xmlns:a16="http://schemas.microsoft.com/office/drawing/2014/main" id="{6D393D3D-D368-4E15-8F2F-7A07229A98A8}"/>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7" name="Номер слайда 5">
            <a:extLst>
              <a:ext uri="{FF2B5EF4-FFF2-40B4-BE49-F238E27FC236}">
                <a16:creationId xmlns:a16="http://schemas.microsoft.com/office/drawing/2014/main" id="{0F5F999C-FF8F-49FD-8575-A50C0300C4F5}"/>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Tree>
    <p:extLst>
      <p:ext uri="{BB962C8B-B14F-4D97-AF65-F5344CB8AC3E}">
        <p14:creationId xmlns:p14="http://schemas.microsoft.com/office/powerpoint/2010/main" val="855138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799615-B88F-452A-A6CA-6793B831650C}"/>
              </a:ext>
            </a:extLst>
          </p:cNvPr>
          <p:cNvSpPr>
            <a:spLocks noGrp="1"/>
          </p:cNvSpPr>
          <p:nvPr>
            <p:ph type="title" hasCustomPrompt="1"/>
          </p:nvPr>
        </p:nvSpPr>
        <p:spPr>
          <a:xfrm>
            <a:off x="334966" y="1015999"/>
            <a:ext cx="4437062" cy="1213417"/>
          </a:xfrm>
        </p:spPr>
        <p:txBody>
          <a:bodyPr anchor="b"/>
          <a:lstStyle>
            <a:lvl1pPr>
              <a:defRPr sz="2400"/>
            </a:lvl1pPr>
          </a:lstStyle>
          <a:p>
            <a:r>
              <a:rPr lang="ru-RU" dirty="0"/>
              <a:t>ОБРАЗЕЦ ЗАГОЛОВКА</a:t>
            </a:r>
          </a:p>
        </p:txBody>
      </p:sp>
      <p:sp>
        <p:nvSpPr>
          <p:cNvPr id="3" name="Объект 2">
            <a:extLst>
              <a:ext uri="{FF2B5EF4-FFF2-40B4-BE49-F238E27FC236}">
                <a16:creationId xmlns:a16="http://schemas.microsoft.com/office/drawing/2014/main" id="{5B30D2CC-2D7F-43FF-B9B4-355F7E464306}"/>
              </a:ext>
            </a:extLst>
          </p:cNvPr>
          <p:cNvSpPr>
            <a:spLocks noGrp="1"/>
          </p:cNvSpPr>
          <p:nvPr>
            <p:ph idx="1"/>
          </p:nvPr>
        </p:nvSpPr>
        <p:spPr>
          <a:xfrm>
            <a:off x="5183194" y="1015999"/>
            <a:ext cx="6673847" cy="5049521"/>
          </a:xfrm>
        </p:spPr>
        <p:txBody>
          <a:bodyPr>
            <a:normAutofit/>
          </a:bodyPr>
          <a:lstStyle>
            <a:lvl1pPr>
              <a:defRPr sz="1773"/>
            </a:lvl1pPr>
            <a:lvl2pPr>
              <a:defRPr sz="1520"/>
            </a:lvl2pPr>
            <a:lvl3pPr>
              <a:defRPr sz="1266"/>
            </a:lvl3pPr>
            <a:lvl4pPr>
              <a:defRPr sz="1141"/>
            </a:lvl4pPr>
            <a:lvl5pPr>
              <a:defRPr sz="1141"/>
            </a:lvl5pPr>
            <a:lvl6pPr>
              <a:defRPr sz="1266"/>
            </a:lvl6pPr>
            <a:lvl7pPr>
              <a:defRPr sz="1266"/>
            </a:lvl7pPr>
            <a:lvl8pPr>
              <a:defRPr sz="1266"/>
            </a:lvl8pPr>
            <a:lvl9pPr>
              <a:defRPr sz="1266"/>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23E8D86B-609C-423A-9220-D7DC81877B7C}"/>
              </a:ext>
            </a:extLst>
          </p:cNvPr>
          <p:cNvSpPr>
            <a:spLocks noGrp="1"/>
          </p:cNvSpPr>
          <p:nvPr>
            <p:ph type="body" sz="half" idx="2"/>
          </p:nvPr>
        </p:nvSpPr>
        <p:spPr>
          <a:xfrm>
            <a:off x="334966" y="2428239"/>
            <a:ext cx="4437062" cy="3637281"/>
          </a:xfrm>
        </p:spPr>
        <p:txBody>
          <a:bodyPr>
            <a:normAutofit/>
          </a:bodyPr>
          <a:lstStyle>
            <a:lvl1pPr marL="0" indent="0">
              <a:buNone/>
              <a:defRPr sz="1400"/>
            </a:lvl1pPr>
            <a:lvl2pPr marL="289378" indent="0">
              <a:buNone/>
              <a:defRPr sz="886"/>
            </a:lvl2pPr>
            <a:lvl3pPr marL="578755" indent="0">
              <a:buNone/>
              <a:defRPr sz="760"/>
            </a:lvl3pPr>
            <a:lvl4pPr marL="868132" indent="0">
              <a:buNone/>
              <a:defRPr sz="631"/>
            </a:lvl4pPr>
            <a:lvl5pPr marL="1157510" indent="0">
              <a:buNone/>
              <a:defRPr sz="631"/>
            </a:lvl5pPr>
            <a:lvl6pPr marL="1446887" indent="0">
              <a:buNone/>
              <a:defRPr sz="631"/>
            </a:lvl6pPr>
            <a:lvl7pPr marL="1736266" indent="0">
              <a:buNone/>
              <a:defRPr sz="631"/>
            </a:lvl7pPr>
            <a:lvl8pPr marL="2025644" indent="0">
              <a:buNone/>
              <a:defRPr sz="631"/>
            </a:lvl8pPr>
            <a:lvl9pPr marL="2315021" indent="0">
              <a:buNone/>
              <a:defRPr sz="631"/>
            </a:lvl9pPr>
          </a:lstStyle>
          <a:p>
            <a:pPr lvl="0"/>
            <a:r>
              <a:rPr lang="ru-RU"/>
              <a:t>Образец текста</a:t>
            </a:r>
          </a:p>
        </p:txBody>
      </p:sp>
      <p:sp>
        <p:nvSpPr>
          <p:cNvPr id="8" name="Дата 3">
            <a:extLst>
              <a:ext uri="{FF2B5EF4-FFF2-40B4-BE49-F238E27FC236}">
                <a16:creationId xmlns:a16="http://schemas.microsoft.com/office/drawing/2014/main" id="{3D3B951D-08AE-4736-8D36-4EB9974DAC44}"/>
              </a:ext>
            </a:extLst>
          </p:cNvPr>
          <p:cNvSpPr>
            <a:spLocks noGrp="1"/>
          </p:cNvSpPr>
          <p:nvPr>
            <p:ph type="dt" sz="half" idx="10"/>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DE74468B-3512-454B-AB51-7AE95604D39E}" type="datetime1">
              <a:rPr lang="ru-RU" smtClean="0"/>
              <a:t>23.10.2026</a:t>
            </a:fld>
            <a:endParaRPr lang="ru-RU"/>
          </a:p>
        </p:txBody>
      </p:sp>
      <p:sp>
        <p:nvSpPr>
          <p:cNvPr id="9" name="Нижний колонтитул 4">
            <a:extLst>
              <a:ext uri="{FF2B5EF4-FFF2-40B4-BE49-F238E27FC236}">
                <a16:creationId xmlns:a16="http://schemas.microsoft.com/office/drawing/2014/main" id="{D1D906C7-232A-4192-A02B-35F764700239}"/>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10" name="Номер слайда 5">
            <a:extLst>
              <a:ext uri="{FF2B5EF4-FFF2-40B4-BE49-F238E27FC236}">
                <a16:creationId xmlns:a16="http://schemas.microsoft.com/office/drawing/2014/main" id="{0E0F42FE-1DE2-4412-B92B-28748FBE7FCD}"/>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Tree>
    <p:extLst>
      <p:ext uri="{BB962C8B-B14F-4D97-AF65-F5344CB8AC3E}">
        <p14:creationId xmlns:p14="http://schemas.microsoft.com/office/powerpoint/2010/main" val="1455850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Рисунок с подписью">
    <p:spTree>
      <p:nvGrpSpPr>
        <p:cNvPr id="1" name=""/>
        <p:cNvGrpSpPr/>
        <p:nvPr/>
      </p:nvGrpSpPr>
      <p:grpSpPr>
        <a:xfrm>
          <a:off x="0" y="0"/>
          <a:ext cx="0" cy="0"/>
          <a:chOff x="0" y="0"/>
          <a:chExt cx="0" cy="0"/>
        </a:xfrm>
      </p:grpSpPr>
      <p:sp>
        <p:nvSpPr>
          <p:cNvPr id="5" name="Дата 4">
            <a:extLst>
              <a:ext uri="{FF2B5EF4-FFF2-40B4-BE49-F238E27FC236}">
                <a16:creationId xmlns:a16="http://schemas.microsoft.com/office/drawing/2014/main" id="{6492DF34-242F-4712-ACC0-85E96FE0065D}"/>
              </a:ext>
            </a:extLst>
          </p:cNvPr>
          <p:cNvSpPr>
            <a:spLocks noGrp="1"/>
          </p:cNvSpPr>
          <p:nvPr>
            <p:ph type="dt" sz="half" idx="10"/>
          </p:nvPr>
        </p:nvSpPr>
        <p:spPr/>
        <p:txBody>
          <a:bodyPr/>
          <a:lstStyle/>
          <a:p>
            <a:fld id="{ABAB2196-A440-4E25-B9FF-D0ADB01B1A15}" type="datetime1">
              <a:rPr lang="ru-RU" smtClean="0"/>
              <a:t>23.10.2026</a:t>
            </a:fld>
            <a:endParaRPr lang="ru-RU"/>
          </a:p>
        </p:txBody>
      </p:sp>
      <p:sp>
        <p:nvSpPr>
          <p:cNvPr id="6" name="Нижний колонтитул 5">
            <a:extLst>
              <a:ext uri="{FF2B5EF4-FFF2-40B4-BE49-F238E27FC236}">
                <a16:creationId xmlns:a16="http://schemas.microsoft.com/office/drawing/2014/main" id="{A5BFC209-E220-4DB1-9582-A06EDB706695}"/>
              </a:ext>
            </a:extLst>
          </p:cNvPr>
          <p:cNvSpPr>
            <a:spLocks noGrp="1"/>
          </p:cNvSpPr>
          <p:nvPr>
            <p:ph type="ftr" sz="quarter" idx="11"/>
          </p:nvPr>
        </p:nvSpPr>
        <p:spPr/>
        <p:txBody>
          <a:bodyPr/>
          <a:lstStyle/>
          <a:p>
            <a:endParaRPr lang="ru-RU"/>
          </a:p>
        </p:txBody>
      </p:sp>
      <p:sp>
        <p:nvSpPr>
          <p:cNvPr id="11" name="Заголовок 1">
            <a:extLst>
              <a:ext uri="{FF2B5EF4-FFF2-40B4-BE49-F238E27FC236}">
                <a16:creationId xmlns:a16="http://schemas.microsoft.com/office/drawing/2014/main" id="{F045645C-2F92-4AF1-B96A-C79DEB76E78C}"/>
              </a:ext>
            </a:extLst>
          </p:cNvPr>
          <p:cNvSpPr>
            <a:spLocks noGrp="1"/>
          </p:cNvSpPr>
          <p:nvPr>
            <p:ph type="ctrTitle" hasCustomPrompt="1"/>
          </p:nvPr>
        </p:nvSpPr>
        <p:spPr>
          <a:xfrm>
            <a:off x="802640" y="3922529"/>
            <a:ext cx="5293359" cy="1654542"/>
          </a:xfrm>
        </p:spPr>
        <p:txBody>
          <a:bodyPr anchor="ctr" anchorCtr="0"/>
          <a:lstStyle>
            <a:lvl1pPr algn="l">
              <a:defRPr sz="2800">
                <a:solidFill>
                  <a:schemeClr val="bg1">
                    <a:lumMod val="95000"/>
                  </a:schemeClr>
                </a:solidFill>
              </a:defRPr>
            </a:lvl1pPr>
          </a:lstStyle>
          <a:p>
            <a:r>
              <a:rPr lang="ru-RU" dirty="0"/>
              <a:t>ОБРАЗЕЦ ЗАГОЛОВКА</a:t>
            </a:r>
          </a:p>
        </p:txBody>
      </p:sp>
      <p:sp>
        <p:nvSpPr>
          <p:cNvPr id="18" name="Номер слайда 5">
            <a:extLst>
              <a:ext uri="{FF2B5EF4-FFF2-40B4-BE49-F238E27FC236}">
                <a16:creationId xmlns:a16="http://schemas.microsoft.com/office/drawing/2014/main" id="{424E19F6-1411-4AFE-9677-D4180DA214C9}"/>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Tree>
    <p:extLst>
      <p:ext uri="{BB962C8B-B14F-4D97-AF65-F5344CB8AC3E}">
        <p14:creationId xmlns:p14="http://schemas.microsoft.com/office/powerpoint/2010/main" val="1405715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Содержание_1">
    <p:spTree>
      <p:nvGrpSpPr>
        <p:cNvPr id="1" name=""/>
        <p:cNvGrpSpPr/>
        <p:nvPr/>
      </p:nvGrpSpPr>
      <p:grpSpPr>
        <a:xfrm>
          <a:off x="0" y="0"/>
          <a:ext cx="0" cy="0"/>
          <a:chOff x="0" y="0"/>
          <a:chExt cx="0" cy="0"/>
        </a:xfrm>
      </p:grpSpPr>
      <p:sp>
        <p:nvSpPr>
          <p:cNvPr id="5" name="Дата 3">
            <a:extLst>
              <a:ext uri="{FF2B5EF4-FFF2-40B4-BE49-F238E27FC236}">
                <a16:creationId xmlns:a16="http://schemas.microsoft.com/office/drawing/2014/main" id="{916B7A0B-21BC-45FE-AFF7-52F34B6D0F83}"/>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C7BAE699-64F9-49EF-B784-2DEF2B221955}" type="datetime1">
              <a:rPr lang="ru-RU" smtClean="0"/>
              <a:t>23.10.2026</a:t>
            </a:fld>
            <a:endParaRPr lang="ru-RU"/>
          </a:p>
        </p:txBody>
      </p:sp>
      <p:sp>
        <p:nvSpPr>
          <p:cNvPr id="6" name="Нижний колонтитул 4">
            <a:extLst>
              <a:ext uri="{FF2B5EF4-FFF2-40B4-BE49-F238E27FC236}">
                <a16:creationId xmlns:a16="http://schemas.microsoft.com/office/drawing/2014/main" id="{6D393D3D-D368-4E15-8F2F-7A07229A98A8}"/>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7" name="Номер слайда 5">
            <a:extLst>
              <a:ext uri="{FF2B5EF4-FFF2-40B4-BE49-F238E27FC236}">
                <a16:creationId xmlns:a16="http://schemas.microsoft.com/office/drawing/2014/main" id="{0F5F999C-FF8F-49FD-8575-A50C0300C4F5}"/>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
        <p:nvSpPr>
          <p:cNvPr id="11" name="Текст 6">
            <a:extLst>
              <a:ext uri="{FF2B5EF4-FFF2-40B4-BE49-F238E27FC236}">
                <a16:creationId xmlns:a16="http://schemas.microsoft.com/office/drawing/2014/main" id="{A8E19DA3-4B31-4259-B9A7-5F7A2E642854}"/>
              </a:ext>
            </a:extLst>
          </p:cNvPr>
          <p:cNvSpPr>
            <a:spLocks noGrp="1"/>
          </p:cNvSpPr>
          <p:nvPr>
            <p:ph type="body" sz="quarter" idx="37" hasCustomPrompt="1"/>
          </p:nvPr>
        </p:nvSpPr>
        <p:spPr>
          <a:xfrm>
            <a:off x="1873541" y="1222713"/>
            <a:ext cx="3866856" cy="423628"/>
          </a:xfrm>
        </p:spPr>
        <p:txBody>
          <a:bodyPr>
            <a:noAutofit/>
          </a:bodyPr>
          <a:lstStyle>
            <a:lvl1pPr marL="0" indent="0">
              <a:buNone/>
              <a:defRPr sz="1600" b="1">
                <a:solidFill>
                  <a:schemeClr val="accent2"/>
                </a:solidFill>
              </a:defRPr>
            </a:lvl1pPr>
          </a:lstStyle>
          <a:p>
            <a:pPr lvl="0"/>
            <a:r>
              <a:rPr lang="ru-RU" dirty="0"/>
              <a:t>Заголовок</a:t>
            </a:r>
          </a:p>
        </p:txBody>
      </p:sp>
      <p:sp>
        <p:nvSpPr>
          <p:cNvPr id="12" name="Текст 9">
            <a:extLst>
              <a:ext uri="{FF2B5EF4-FFF2-40B4-BE49-F238E27FC236}">
                <a16:creationId xmlns:a16="http://schemas.microsoft.com/office/drawing/2014/main" id="{42FEA996-0F55-4FCB-8FCC-C78FEA766CFA}"/>
              </a:ext>
            </a:extLst>
          </p:cNvPr>
          <p:cNvSpPr>
            <a:spLocks noGrp="1"/>
          </p:cNvSpPr>
          <p:nvPr>
            <p:ph type="body" sz="quarter" idx="38" hasCustomPrompt="1"/>
          </p:nvPr>
        </p:nvSpPr>
        <p:spPr>
          <a:xfrm>
            <a:off x="1873544" y="1790324"/>
            <a:ext cx="3866856" cy="672075"/>
          </a:xfrm>
        </p:spPr>
        <p:txBody>
          <a:bodyPr>
            <a:normAutofit/>
          </a:bodyPr>
          <a:lstStyle>
            <a:lvl2pPr>
              <a:defRPr sz="1400"/>
            </a:lvl2pPr>
          </a:lstStyle>
          <a:p>
            <a:pPr lvl="1"/>
            <a:r>
              <a:rPr lang="ru-RU" dirty="0"/>
              <a:t>Описание</a:t>
            </a:r>
          </a:p>
        </p:txBody>
      </p:sp>
      <p:sp>
        <p:nvSpPr>
          <p:cNvPr id="13" name="Текст 6">
            <a:extLst>
              <a:ext uri="{FF2B5EF4-FFF2-40B4-BE49-F238E27FC236}">
                <a16:creationId xmlns:a16="http://schemas.microsoft.com/office/drawing/2014/main" id="{C4D8DFD8-867D-4062-800E-27B73FA83BFA}"/>
              </a:ext>
            </a:extLst>
          </p:cNvPr>
          <p:cNvSpPr>
            <a:spLocks noGrp="1"/>
          </p:cNvSpPr>
          <p:nvPr>
            <p:ph type="body" sz="quarter" idx="39" hasCustomPrompt="1"/>
          </p:nvPr>
        </p:nvSpPr>
        <p:spPr>
          <a:xfrm>
            <a:off x="1854185" y="2826697"/>
            <a:ext cx="3866856" cy="403756"/>
          </a:xfrm>
        </p:spPr>
        <p:txBody>
          <a:bodyPr>
            <a:noAutofit/>
          </a:bodyPr>
          <a:lstStyle>
            <a:lvl1pPr marL="0" indent="0">
              <a:buNone/>
              <a:defRPr sz="1600" b="1">
                <a:solidFill>
                  <a:schemeClr val="accent2"/>
                </a:solidFill>
              </a:defRPr>
            </a:lvl1pPr>
          </a:lstStyle>
          <a:p>
            <a:pPr lvl="0"/>
            <a:r>
              <a:rPr lang="ru-RU" dirty="0"/>
              <a:t>Заголовок</a:t>
            </a:r>
          </a:p>
        </p:txBody>
      </p:sp>
      <p:sp>
        <p:nvSpPr>
          <p:cNvPr id="14" name="Текст 9">
            <a:extLst>
              <a:ext uri="{FF2B5EF4-FFF2-40B4-BE49-F238E27FC236}">
                <a16:creationId xmlns:a16="http://schemas.microsoft.com/office/drawing/2014/main" id="{01B4FB59-79EB-42C6-8468-505204DD843D}"/>
              </a:ext>
            </a:extLst>
          </p:cNvPr>
          <p:cNvSpPr>
            <a:spLocks noGrp="1"/>
          </p:cNvSpPr>
          <p:nvPr>
            <p:ph type="body" sz="quarter" idx="40" hasCustomPrompt="1"/>
          </p:nvPr>
        </p:nvSpPr>
        <p:spPr>
          <a:xfrm>
            <a:off x="1854185" y="3374436"/>
            <a:ext cx="3866856" cy="672075"/>
          </a:xfrm>
        </p:spPr>
        <p:txBody>
          <a:bodyPr>
            <a:normAutofit/>
          </a:bodyPr>
          <a:lstStyle>
            <a:lvl2pPr>
              <a:defRPr sz="1400"/>
            </a:lvl2pPr>
          </a:lstStyle>
          <a:p>
            <a:pPr lvl="1"/>
            <a:r>
              <a:rPr lang="ru-RU" dirty="0"/>
              <a:t>Описание</a:t>
            </a:r>
          </a:p>
        </p:txBody>
      </p:sp>
      <p:sp>
        <p:nvSpPr>
          <p:cNvPr id="15" name="Текст 6">
            <a:extLst>
              <a:ext uri="{FF2B5EF4-FFF2-40B4-BE49-F238E27FC236}">
                <a16:creationId xmlns:a16="http://schemas.microsoft.com/office/drawing/2014/main" id="{2DD2E24E-A578-41A0-8812-3CEB5EB7DE20}"/>
              </a:ext>
            </a:extLst>
          </p:cNvPr>
          <p:cNvSpPr>
            <a:spLocks noGrp="1"/>
          </p:cNvSpPr>
          <p:nvPr>
            <p:ph type="body" sz="quarter" idx="41" hasCustomPrompt="1"/>
          </p:nvPr>
        </p:nvSpPr>
        <p:spPr>
          <a:xfrm>
            <a:off x="1854185" y="4410809"/>
            <a:ext cx="3866856" cy="403913"/>
          </a:xfrm>
        </p:spPr>
        <p:txBody>
          <a:bodyPr>
            <a:noAutofit/>
          </a:bodyPr>
          <a:lstStyle>
            <a:lvl1pPr marL="0" indent="0">
              <a:buNone/>
              <a:defRPr sz="1600" b="1">
                <a:solidFill>
                  <a:schemeClr val="accent2"/>
                </a:solidFill>
              </a:defRPr>
            </a:lvl1pPr>
          </a:lstStyle>
          <a:p>
            <a:pPr lvl="0"/>
            <a:r>
              <a:rPr lang="ru-RU" dirty="0"/>
              <a:t>Заголовок</a:t>
            </a:r>
          </a:p>
        </p:txBody>
      </p:sp>
      <p:sp>
        <p:nvSpPr>
          <p:cNvPr id="16" name="Текст 9">
            <a:extLst>
              <a:ext uri="{FF2B5EF4-FFF2-40B4-BE49-F238E27FC236}">
                <a16:creationId xmlns:a16="http://schemas.microsoft.com/office/drawing/2014/main" id="{29120726-8DD9-4194-A282-2630D18F49EA}"/>
              </a:ext>
            </a:extLst>
          </p:cNvPr>
          <p:cNvSpPr>
            <a:spLocks noGrp="1"/>
          </p:cNvSpPr>
          <p:nvPr>
            <p:ph type="body" sz="quarter" idx="42" hasCustomPrompt="1"/>
          </p:nvPr>
        </p:nvSpPr>
        <p:spPr>
          <a:xfrm>
            <a:off x="1854185" y="4958548"/>
            <a:ext cx="3866856" cy="672075"/>
          </a:xfrm>
        </p:spPr>
        <p:txBody>
          <a:bodyPr>
            <a:normAutofit/>
          </a:bodyPr>
          <a:lstStyle>
            <a:lvl2pPr>
              <a:defRPr sz="1400"/>
            </a:lvl2pPr>
          </a:lstStyle>
          <a:p>
            <a:pPr lvl="1"/>
            <a:r>
              <a:rPr lang="ru-RU" dirty="0"/>
              <a:t>Описание</a:t>
            </a:r>
          </a:p>
        </p:txBody>
      </p:sp>
      <p:sp>
        <p:nvSpPr>
          <p:cNvPr id="20" name="Текст 6">
            <a:extLst>
              <a:ext uri="{FF2B5EF4-FFF2-40B4-BE49-F238E27FC236}">
                <a16:creationId xmlns:a16="http://schemas.microsoft.com/office/drawing/2014/main" id="{F30BC2DD-F35E-474E-A833-EA478E7F80B7}"/>
              </a:ext>
            </a:extLst>
          </p:cNvPr>
          <p:cNvSpPr>
            <a:spLocks noGrp="1"/>
          </p:cNvSpPr>
          <p:nvPr>
            <p:ph type="body" sz="quarter" idx="43" hasCustomPrompt="1"/>
          </p:nvPr>
        </p:nvSpPr>
        <p:spPr>
          <a:xfrm>
            <a:off x="7546648" y="1222713"/>
            <a:ext cx="3866856" cy="423628"/>
          </a:xfrm>
        </p:spPr>
        <p:txBody>
          <a:bodyPr>
            <a:noAutofit/>
          </a:bodyPr>
          <a:lstStyle>
            <a:lvl1pPr marL="0" indent="0">
              <a:buNone/>
              <a:defRPr sz="1600" b="1">
                <a:solidFill>
                  <a:schemeClr val="accent2"/>
                </a:solidFill>
              </a:defRPr>
            </a:lvl1pPr>
          </a:lstStyle>
          <a:p>
            <a:pPr lvl="0"/>
            <a:r>
              <a:rPr lang="ru-RU" dirty="0"/>
              <a:t>Заголовок</a:t>
            </a:r>
          </a:p>
        </p:txBody>
      </p:sp>
      <p:sp>
        <p:nvSpPr>
          <p:cNvPr id="21" name="Текст 9">
            <a:extLst>
              <a:ext uri="{FF2B5EF4-FFF2-40B4-BE49-F238E27FC236}">
                <a16:creationId xmlns:a16="http://schemas.microsoft.com/office/drawing/2014/main" id="{7124A073-4FEB-4F54-A9B4-6797D7B46CC3}"/>
              </a:ext>
            </a:extLst>
          </p:cNvPr>
          <p:cNvSpPr>
            <a:spLocks noGrp="1"/>
          </p:cNvSpPr>
          <p:nvPr>
            <p:ph type="body" sz="quarter" idx="44" hasCustomPrompt="1"/>
          </p:nvPr>
        </p:nvSpPr>
        <p:spPr>
          <a:xfrm>
            <a:off x="7546651" y="1790324"/>
            <a:ext cx="3866856" cy="672075"/>
          </a:xfrm>
        </p:spPr>
        <p:txBody>
          <a:bodyPr>
            <a:normAutofit/>
          </a:bodyPr>
          <a:lstStyle>
            <a:lvl2pPr>
              <a:defRPr sz="1400"/>
            </a:lvl2pPr>
          </a:lstStyle>
          <a:p>
            <a:pPr lvl="1"/>
            <a:r>
              <a:rPr lang="ru-RU" dirty="0"/>
              <a:t>Описание</a:t>
            </a:r>
          </a:p>
        </p:txBody>
      </p:sp>
      <p:sp>
        <p:nvSpPr>
          <p:cNvPr id="22" name="Текст 6">
            <a:extLst>
              <a:ext uri="{FF2B5EF4-FFF2-40B4-BE49-F238E27FC236}">
                <a16:creationId xmlns:a16="http://schemas.microsoft.com/office/drawing/2014/main" id="{17FB4F65-9ABC-4376-8283-0F33F9BB91D6}"/>
              </a:ext>
            </a:extLst>
          </p:cNvPr>
          <p:cNvSpPr>
            <a:spLocks noGrp="1"/>
          </p:cNvSpPr>
          <p:nvPr>
            <p:ph type="body" sz="quarter" idx="45" hasCustomPrompt="1"/>
          </p:nvPr>
        </p:nvSpPr>
        <p:spPr>
          <a:xfrm>
            <a:off x="7527292" y="2826697"/>
            <a:ext cx="3866856" cy="403756"/>
          </a:xfrm>
        </p:spPr>
        <p:txBody>
          <a:bodyPr>
            <a:noAutofit/>
          </a:bodyPr>
          <a:lstStyle>
            <a:lvl1pPr marL="0" indent="0">
              <a:buNone/>
              <a:defRPr sz="1600" b="1">
                <a:solidFill>
                  <a:schemeClr val="accent2"/>
                </a:solidFill>
              </a:defRPr>
            </a:lvl1pPr>
          </a:lstStyle>
          <a:p>
            <a:pPr lvl="0"/>
            <a:r>
              <a:rPr lang="ru-RU" dirty="0"/>
              <a:t>Заголовок</a:t>
            </a:r>
          </a:p>
        </p:txBody>
      </p:sp>
      <p:sp>
        <p:nvSpPr>
          <p:cNvPr id="23" name="Текст 9">
            <a:extLst>
              <a:ext uri="{FF2B5EF4-FFF2-40B4-BE49-F238E27FC236}">
                <a16:creationId xmlns:a16="http://schemas.microsoft.com/office/drawing/2014/main" id="{C2E3AAAD-E9EB-4A42-ADAF-EDA850F01ED1}"/>
              </a:ext>
            </a:extLst>
          </p:cNvPr>
          <p:cNvSpPr>
            <a:spLocks noGrp="1"/>
          </p:cNvSpPr>
          <p:nvPr>
            <p:ph type="body" sz="quarter" idx="46" hasCustomPrompt="1"/>
          </p:nvPr>
        </p:nvSpPr>
        <p:spPr>
          <a:xfrm>
            <a:off x="7527292" y="3374436"/>
            <a:ext cx="3866856" cy="672075"/>
          </a:xfrm>
        </p:spPr>
        <p:txBody>
          <a:bodyPr>
            <a:normAutofit/>
          </a:bodyPr>
          <a:lstStyle>
            <a:lvl2pPr>
              <a:defRPr sz="1400"/>
            </a:lvl2pPr>
          </a:lstStyle>
          <a:p>
            <a:pPr lvl="1"/>
            <a:r>
              <a:rPr lang="ru-RU" dirty="0"/>
              <a:t>Описание</a:t>
            </a:r>
          </a:p>
        </p:txBody>
      </p:sp>
      <p:sp>
        <p:nvSpPr>
          <p:cNvPr id="24" name="Текст 6">
            <a:extLst>
              <a:ext uri="{FF2B5EF4-FFF2-40B4-BE49-F238E27FC236}">
                <a16:creationId xmlns:a16="http://schemas.microsoft.com/office/drawing/2014/main" id="{835470A4-56EB-4A53-A875-42155372D2DA}"/>
              </a:ext>
            </a:extLst>
          </p:cNvPr>
          <p:cNvSpPr>
            <a:spLocks noGrp="1"/>
          </p:cNvSpPr>
          <p:nvPr>
            <p:ph type="body" sz="quarter" idx="47" hasCustomPrompt="1"/>
          </p:nvPr>
        </p:nvSpPr>
        <p:spPr>
          <a:xfrm>
            <a:off x="7527292" y="4410809"/>
            <a:ext cx="3866856" cy="403913"/>
          </a:xfrm>
        </p:spPr>
        <p:txBody>
          <a:bodyPr>
            <a:noAutofit/>
          </a:bodyPr>
          <a:lstStyle>
            <a:lvl1pPr marL="0" indent="0">
              <a:buNone/>
              <a:defRPr sz="1600" b="1">
                <a:solidFill>
                  <a:schemeClr val="accent2"/>
                </a:solidFill>
              </a:defRPr>
            </a:lvl1pPr>
          </a:lstStyle>
          <a:p>
            <a:pPr lvl="0"/>
            <a:r>
              <a:rPr lang="ru-RU" dirty="0"/>
              <a:t>Заголовок</a:t>
            </a:r>
          </a:p>
        </p:txBody>
      </p:sp>
      <p:sp>
        <p:nvSpPr>
          <p:cNvPr id="25" name="Текст 9">
            <a:extLst>
              <a:ext uri="{FF2B5EF4-FFF2-40B4-BE49-F238E27FC236}">
                <a16:creationId xmlns:a16="http://schemas.microsoft.com/office/drawing/2014/main" id="{ED3CC4C2-7EF9-4A4B-BDD1-B16EF36B84C3}"/>
              </a:ext>
            </a:extLst>
          </p:cNvPr>
          <p:cNvSpPr>
            <a:spLocks noGrp="1"/>
          </p:cNvSpPr>
          <p:nvPr>
            <p:ph type="body" sz="quarter" idx="48" hasCustomPrompt="1"/>
          </p:nvPr>
        </p:nvSpPr>
        <p:spPr>
          <a:xfrm>
            <a:off x="7527292" y="4958548"/>
            <a:ext cx="3866856" cy="672075"/>
          </a:xfrm>
        </p:spPr>
        <p:txBody>
          <a:bodyPr>
            <a:normAutofit/>
          </a:bodyPr>
          <a:lstStyle>
            <a:lvl2pPr>
              <a:defRPr sz="1400"/>
            </a:lvl2pPr>
          </a:lstStyle>
          <a:p>
            <a:pPr lvl="1"/>
            <a:r>
              <a:rPr lang="ru-RU" dirty="0"/>
              <a:t>Описание</a:t>
            </a:r>
          </a:p>
        </p:txBody>
      </p:sp>
      <p:sp>
        <p:nvSpPr>
          <p:cNvPr id="26" name="Заголовок 1">
            <a:extLst>
              <a:ext uri="{FF2B5EF4-FFF2-40B4-BE49-F238E27FC236}">
                <a16:creationId xmlns:a16="http://schemas.microsoft.com/office/drawing/2014/main" id="{55CB4C33-0A35-4822-B0EF-4E754699A138}"/>
              </a:ext>
            </a:extLst>
          </p:cNvPr>
          <p:cNvSpPr>
            <a:spLocks noGrp="1"/>
          </p:cNvSpPr>
          <p:nvPr>
            <p:ph type="title"/>
          </p:nvPr>
        </p:nvSpPr>
        <p:spPr>
          <a:xfrm>
            <a:off x="346075" y="421226"/>
            <a:ext cx="9862734" cy="376138"/>
          </a:xfrm>
          <a:prstGeom prst="rect">
            <a:avLst/>
          </a:prstGeom>
        </p:spPr>
        <p:txBody>
          <a:bodyPr vert="horz" lIns="91440" tIns="45720" rIns="91440" bIns="45720" rtlCol="0" anchor="b" anchorCtr="0">
            <a:noAutofit/>
          </a:bodyPr>
          <a:lstStyle/>
          <a:p>
            <a:r>
              <a:rPr lang="ru-RU" dirty="0"/>
              <a:t>ОБРАЗЕЦ ЗАГОЛОВКА</a:t>
            </a:r>
          </a:p>
        </p:txBody>
      </p:sp>
      <p:sp>
        <p:nvSpPr>
          <p:cNvPr id="27" name="Текст 6">
            <a:extLst>
              <a:ext uri="{FF2B5EF4-FFF2-40B4-BE49-F238E27FC236}">
                <a16:creationId xmlns:a16="http://schemas.microsoft.com/office/drawing/2014/main" id="{53CEA4EC-5717-426C-A1A1-534D0A055245}"/>
              </a:ext>
            </a:extLst>
          </p:cNvPr>
          <p:cNvSpPr>
            <a:spLocks noGrp="1"/>
          </p:cNvSpPr>
          <p:nvPr>
            <p:ph type="body" sz="quarter" idx="49" hasCustomPrompt="1"/>
          </p:nvPr>
        </p:nvSpPr>
        <p:spPr>
          <a:xfrm>
            <a:off x="778493" y="1187988"/>
            <a:ext cx="771003" cy="423628"/>
          </a:xfrm>
        </p:spPr>
        <p:txBody>
          <a:bodyPr>
            <a:noAutofit/>
          </a:bodyPr>
          <a:lstStyle>
            <a:lvl1pPr marL="0" indent="0">
              <a:buNone/>
              <a:defRPr sz="2800" b="0">
                <a:solidFill>
                  <a:schemeClr val="accent2"/>
                </a:solidFill>
              </a:defRPr>
            </a:lvl1pPr>
          </a:lstStyle>
          <a:p>
            <a:pPr lvl="0"/>
            <a:r>
              <a:rPr lang="ru-RU" dirty="0"/>
              <a:t>01</a:t>
            </a:r>
          </a:p>
        </p:txBody>
      </p:sp>
      <p:sp>
        <p:nvSpPr>
          <p:cNvPr id="28" name="Текст 6">
            <a:extLst>
              <a:ext uri="{FF2B5EF4-FFF2-40B4-BE49-F238E27FC236}">
                <a16:creationId xmlns:a16="http://schemas.microsoft.com/office/drawing/2014/main" id="{ECD22E46-ECAB-4A6C-9243-E1661118B477}"/>
              </a:ext>
            </a:extLst>
          </p:cNvPr>
          <p:cNvSpPr>
            <a:spLocks noGrp="1"/>
          </p:cNvSpPr>
          <p:nvPr>
            <p:ph type="body" sz="quarter" idx="50" hasCustomPrompt="1"/>
          </p:nvPr>
        </p:nvSpPr>
        <p:spPr>
          <a:xfrm>
            <a:off x="759137" y="2791972"/>
            <a:ext cx="771003" cy="403756"/>
          </a:xfrm>
        </p:spPr>
        <p:txBody>
          <a:bodyPr>
            <a:noAutofit/>
          </a:bodyPr>
          <a:lstStyle>
            <a:lvl1pPr marL="0" indent="0">
              <a:buNone/>
              <a:defRPr sz="2800" b="0">
                <a:solidFill>
                  <a:schemeClr val="accent2"/>
                </a:solidFill>
              </a:defRPr>
            </a:lvl1pPr>
          </a:lstStyle>
          <a:p>
            <a:pPr lvl="0"/>
            <a:r>
              <a:rPr lang="ru-RU" dirty="0"/>
              <a:t>02</a:t>
            </a:r>
          </a:p>
        </p:txBody>
      </p:sp>
      <p:sp>
        <p:nvSpPr>
          <p:cNvPr id="29" name="Текст 6">
            <a:extLst>
              <a:ext uri="{FF2B5EF4-FFF2-40B4-BE49-F238E27FC236}">
                <a16:creationId xmlns:a16="http://schemas.microsoft.com/office/drawing/2014/main" id="{A3CA815C-23B0-4736-B973-0A405AFC5D08}"/>
              </a:ext>
            </a:extLst>
          </p:cNvPr>
          <p:cNvSpPr>
            <a:spLocks noGrp="1"/>
          </p:cNvSpPr>
          <p:nvPr>
            <p:ph type="body" sz="quarter" idx="51" hasCustomPrompt="1"/>
          </p:nvPr>
        </p:nvSpPr>
        <p:spPr>
          <a:xfrm>
            <a:off x="759137" y="4376084"/>
            <a:ext cx="771003" cy="403913"/>
          </a:xfrm>
        </p:spPr>
        <p:txBody>
          <a:bodyPr>
            <a:noAutofit/>
          </a:bodyPr>
          <a:lstStyle>
            <a:lvl1pPr marL="0" indent="0">
              <a:buNone/>
              <a:defRPr sz="2800" b="0">
                <a:solidFill>
                  <a:schemeClr val="accent2"/>
                </a:solidFill>
              </a:defRPr>
            </a:lvl1pPr>
          </a:lstStyle>
          <a:p>
            <a:pPr lvl="0"/>
            <a:r>
              <a:rPr lang="ru-RU" dirty="0"/>
              <a:t>03</a:t>
            </a:r>
          </a:p>
        </p:txBody>
      </p:sp>
      <p:sp>
        <p:nvSpPr>
          <p:cNvPr id="30" name="Текст 6">
            <a:extLst>
              <a:ext uri="{FF2B5EF4-FFF2-40B4-BE49-F238E27FC236}">
                <a16:creationId xmlns:a16="http://schemas.microsoft.com/office/drawing/2014/main" id="{0C64CE05-E630-4FDE-B773-3165E579B3B6}"/>
              </a:ext>
            </a:extLst>
          </p:cNvPr>
          <p:cNvSpPr>
            <a:spLocks noGrp="1"/>
          </p:cNvSpPr>
          <p:nvPr>
            <p:ph type="body" sz="quarter" idx="52" hasCustomPrompt="1"/>
          </p:nvPr>
        </p:nvSpPr>
        <p:spPr>
          <a:xfrm>
            <a:off x="6451600" y="1187988"/>
            <a:ext cx="771003" cy="423628"/>
          </a:xfrm>
        </p:spPr>
        <p:txBody>
          <a:bodyPr>
            <a:noAutofit/>
          </a:bodyPr>
          <a:lstStyle>
            <a:lvl1pPr marL="0" indent="0">
              <a:buNone/>
              <a:defRPr sz="2800" b="0">
                <a:solidFill>
                  <a:schemeClr val="accent2"/>
                </a:solidFill>
              </a:defRPr>
            </a:lvl1pPr>
          </a:lstStyle>
          <a:p>
            <a:pPr lvl="0"/>
            <a:r>
              <a:rPr lang="ru-RU" dirty="0"/>
              <a:t>04</a:t>
            </a:r>
          </a:p>
        </p:txBody>
      </p:sp>
      <p:sp>
        <p:nvSpPr>
          <p:cNvPr id="31" name="Текст 6">
            <a:extLst>
              <a:ext uri="{FF2B5EF4-FFF2-40B4-BE49-F238E27FC236}">
                <a16:creationId xmlns:a16="http://schemas.microsoft.com/office/drawing/2014/main" id="{52DBB510-86A6-45BB-B6E1-54FE5A86B490}"/>
              </a:ext>
            </a:extLst>
          </p:cNvPr>
          <p:cNvSpPr>
            <a:spLocks noGrp="1"/>
          </p:cNvSpPr>
          <p:nvPr>
            <p:ph type="body" sz="quarter" idx="53" hasCustomPrompt="1"/>
          </p:nvPr>
        </p:nvSpPr>
        <p:spPr>
          <a:xfrm>
            <a:off x="6432244" y="2791972"/>
            <a:ext cx="771003" cy="403756"/>
          </a:xfrm>
        </p:spPr>
        <p:txBody>
          <a:bodyPr>
            <a:noAutofit/>
          </a:bodyPr>
          <a:lstStyle>
            <a:lvl1pPr marL="0" indent="0">
              <a:buNone/>
              <a:defRPr sz="2800" b="0">
                <a:solidFill>
                  <a:schemeClr val="accent2"/>
                </a:solidFill>
              </a:defRPr>
            </a:lvl1pPr>
          </a:lstStyle>
          <a:p>
            <a:pPr lvl="0"/>
            <a:r>
              <a:rPr lang="ru-RU" dirty="0"/>
              <a:t>05</a:t>
            </a:r>
          </a:p>
        </p:txBody>
      </p:sp>
      <p:sp>
        <p:nvSpPr>
          <p:cNvPr id="32" name="Текст 6">
            <a:extLst>
              <a:ext uri="{FF2B5EF4-FFF2-40B4-BE49-F238E27FC236}">
                <a16:creationId xmlns:a16="http://schemas.microsoft.com/office/drawing/2014/main" id="{CA530A5B-20B1-4742-8CF2-55C8F5CC1E91}"/>
              </a:ext>
            </a:extLst>
          </p:cNvPr>
          <p:cNvSpPr>
            <a:spLocks noGrp="1"/>
          </p:cNvSpPr>
          <p:nvPr>
            <p:ph type="body" sz="quarter" idx="54" hasCustomPrompt="1"/>
          </p:nvPr>
        </p:nvSpPr>
        <p:spPr>
          <a:xfrm>
            <a:off x="6432244" y="4376084"/>
            <a:ext cx="771003" cy="403913"/>
          </a:xfrm>
        </p:spPr>
        <p:txBody>
          <a:bodyPr>
            <a:noAutofit/>
          </a:bodyPr>
          <a:lstStyle>
            <a:lvl1pPr marL="0" indent="0">
              <a:buNone/>
              <a:defRPr sz="2800" b="0">
                <a:solidFill>
                  <a:schemeClr val="accent2"/>
                </a:solidFill>
              </a:defRPr>
            </a:lvl1pPr>
          </a:lstStyle>
          <a:p>
            <a:pPr lvl="0"/>
            <a:r>
              <a:rPr lang="ru-RU" dirty="0"/>
              <a:t>06</a:t>
            </a:r>
          </a:p>
        </p:txBody>
      </p:sp>
    </p:spTree>
    <p:extLst>
      <p:ext uri="{BB962C8B-B14F-4D97-AF65-F5344CB8AC3E}">
        <p14:creationId xmlns:p14="http://schemas.microsoft.com/office/powerpoint/2010/main" val="41888580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Фотографии">
    <p:spTree>
      <p:nvGrpSpPr>
        <p:cNvPr id="1" name=""/>
        <p:cNvGrpSpPr/>
        <p:nvPr/>
      </p:nvGrpSpPr>
      <p:grpSpPr>
        <a:xfrm>
          <a:off x="0" y="0"/>
          <a:ext cx="0" cy="0"/>
          <a:chOff x="0" y="0"/>
          <a:chExt cx="0" cy="0"/>
        </a:xfrm>
      </p:grpSpPr>
      <p:sp>
        <p:nvSpPr>
          <p:cNvPr id="5" name="Дата 3">
            <a:extLst>
              <a:ext uri="{FF2B5EF4-FFF2-40B4-BE49-F238E27FC236}">
                <a16:creationId xmlns:a16="http://schemas.microsoft.com/office/drawing/2014/main" id="{916B7A0B-21BC-45FE-AFF7-52F34B6D0F83}"/>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CAFA80CC-940E-479C-90C0-76DA923785E9}" type="datetime1">
              <a:rPr lang="ru-RU" smtClean="0"/>
              <a:t>23.10.2026</a:t>
            </a:fld>
            <a:endParaRPr lang="ru-RU"/>
          </a:p>
        </p:txBody>
      </p:sp>
      <p:sp>
        <p:nvSpPr>
          <p:cNvPr id="6" name="Нижний колонтитул 4">
            <a:extLst>
              <a:ext uri="{FF2B5EF4-FFF2-40B4-BE49-F238E27FC236}">
                <a16:creationId xmlns:a16="http://schemas.microsoft.com/office/drawing/2014/main" id="{6D393D3D-D368-4E15-8F2F-7A07229A98A8}"/>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7" name="Номер слайда 5">
            <a:extLst>
              <a:ext uri="{FF2B5EF4-FFF2-40B4-BE49-F238E27FC236}">
                <a16:creationId xmlns:a16="http://schemas.microsoft.com/office/drawing/2014/main" id="{0F5F999C-FF8F-49FD-8575-A50C0300C4F5}"/>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
        <p:nvSpPr>
          <p:cNvPr id="26" name="Заголовок 1">
            <a:extLst>
              <a:ext uri="{FF2B5EF4-FFF2-40B4-BE49-F238E27FC236}">
                <a16:creationId xmlns:a16="http://schemas.microsoft.com/office/drawing/2014/main" id="{55CB4C33-0A35-4822-B0EF-4E754699A138}"/>
              </a:ext>
            </a:extLst>
          </p:cNvPr>
          <p:cNvSpPr>
            <a:spLocks noGrp="1"/>
          </p:cNvSpPr>
          <p:nvPr>
            <p:ph type="title"/>
          </p:nvPr>
        </p:nvSpPr>
        <p:spPr>
          <a:xfrm>
            <a:off x="372682" y="421226"/>
            <a:ext cx="9862734" cy="376138"/>
          </a:xfrm>
          <a:prstGeom prst="rect">
            <a:avLst/>
          </a:prstGeom>
        </p:spPr>
        <p:txBody>
          <a:bodyPr vert="horz" lIns="91440" tIns="45720" rIns="91440" bIns="45720" rtlCol="0" anchor="b" anchorCtr="0">
            <a:noAutofit/>
          </a:bodyPr>
          <a:lstStyle/>
          <a:p>
            <a:r>
              <a:rPr lang="ru-RU" dirty="0"/>
              <a:t>ОБРАЗЕЦ ЗАГОЛОВКА</a:t>
            </a:r>
          </a:p>
        </p:txBody>
      </p:sp>
      <p:sp>
        <p:nvSpPr>
          <p:cNvPr id="27" name="Рисунок 7">
            <a:extLst>
              <a:ext uri="{FF2B5EF4-FFF2-40B4-BE49-F238E27FC236}">
                <a16:creationId xmlns:a16="http://schemas.microsoft.com/office/drawing/2014/main" id="{7F6989B1-EABA-40DD-BFD6-7E0075CDDEE8}"/>
              </a:ext>
            </a:extLst>
          </p:cNvPr>
          <p:cNvSpPr>
            <a:spLocks noGrp="1"/>
          </p:cNvSpPr>
          <p:nvPr>
            <p:ph type="pic" sz="quarter" idx="10"/>
          </p:nvPr>
        </p:nvSpPr>
        <p:spPr>
          <a:xfrm>
            <a:off x="7440147" y="1016001"/>
            <a:ext cx="4405777" cy="3078479"/>
          </a:xfrm>
        </p:spPr>
        <p:txBody>
          <a:bodyPr/>
          <a:lstStyle/>
          <a:p>
            <a:endParaRPr lang="ru-RU"/>
          </a:p>
        </p:txBody>
      </p:sp>
      <p:sp>
        <p:nvSpPr>
          <p:cNvPr id="28" name="Рисунок 9">
            <a:extLst>
              <a:ext uri="{FF2B5EF4-FFF2-40B4-BE49-F238E27FC236}">
                <a16:creationId xmlns:a16="http://schemas.microsoft.com/office/drawing/2014/main" id="{C157B27F-5477-43C4-BE9E-F7CF2A081F1A}"/>
              </a:ext>
            </a:extLst>
          </p:cNvPr>
          <p:cNvSpPr>
            <a:spLocks noGrp="1"/>
          </p:cNvSpPr>
          <p:nvPr>
            <p:ph type="pic" sz="quarter" idx="11"/>
          </p:nvPr>
        </p:nvSpPr>
        <p:spPr>
          <a:xfrm>
            <a:off x="7440149" y="4389108"/>
            <a:ext cx="4405775" cy="1811668"/>
          </a:xfrm>
        </p:spPr>
        <p:txBody>
          <a:bodyPr/>
          <a:lstStyle/>
          <a:p>
            <a:endParaRPr lang="ru-RU" dirty="0"/>
          </a:p>
        </p:txBody>
      </p:sp>
      <p:sp>
        <p:nvSpPr>
          <p:cNvPr id="29" name="Рисунок 11">
            <a:extLst>
              <a:ext uri="{FF2B5EF4-FFF2-40B4-BE49-F238E27FC236}">
                <a16:creationId xmlns:a16="http://schemas.microsoft.com/office/drawing/2014/main" id="{3E695B26-F7D2-4380-AAA1-0FB24A689AAD}"/>
              </a:ext>
            </a:extLst>
          </p:cNvPr>
          <p:cNvSpPr>
            <a:spLocks noGrp="1"/>
          </p:cNvSpPr>
          <p:nvPr>
            <p:ph type="pic" sz="quarter" idx="12"/>
          </p:nvPr>
        </p:nvSpPr>
        <p:spPr>
          <a:xfrm>
            <a:off x="346075" y="3223948"/>
            <a:ext cx="6806142" cy="2976827"/>
          </a:xfrm>
        </p:spPr>
        <p:txBody>
          <a:bodyPr/>
          <a:lstStyle/>
          <a:p>
            <a:endParaRPr lang="ru-RU"/>
          </a:p>
        </p:txBody>
      </p:sp>
      <p:sp>
        <p:nvSpPr>
          <p:cNvPr id="30" name="Текст 15">
            <a:extLst>
              <a:ext uri="{FF2B5EF4-FFF2-40B4-BE49-F238E27FC236}">
                <a16:creationId xmlns:a16="http://schemas.microsoft.com/office/drawing/2014/main" id="{7EA2CF14-9D94-4B6F-AAA7-0B38CBB654CE}"/>
              </a:ext>
            </a:extLst>
          </p:cNvPr>
          <p:cNvSpPr>
            <a:spLocks noGrp="1"/>
          </p:cNvSpPr>
          <p:nvPr>
            <p:ph type="body" sz="quarter" idx="14"/>
          </p:nvPr>
        </p:nvSpPr>
        <p:spPr>
          <a:xfrm>
            <a:off x="346075" y="1016001"/>
            <a:ext cx="6806142" cy="2029882"/>
          </a:xfrm>
        </p:spPr>
        <p:txBody>
          <a:bodyPr>
            <a:normAutofit/>
          </a:bodyPr>
          <a:lstStyle>
            <a:lvl1pPr>
              <a:defRPr sz="1400"/>
            </a:lvl1pPr>
          </a:lstStyle>
          <a:p>
            <a:pPr lvl="0"/>
            <a:r>
              <a:rPr lang="ru-RU" dirty="0"/>
              <a:t>Образец текста</a:t>
            </a:r>
          </a:p>
        </p:txBody>
      </p:sp>
    </p:spTree>
    <p:extLst>
      <p:ext uri="{BB962C8B-B14F-4D97-AF65-F5344CB8AC3E}">
        <p14:creationId xmlns:p14="http://schemas.microsoft.com/office/powerpoint/2010/main" val="15360169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Пункты">
    <p:spTree>
      <p:nvGrpSpPr>
        <p:cNvPr id="1" name=""/>
        <p:cNvGrpSpPr/>
        <p:nvPr/>
      </p:nvGrpSpPr>
      <p:grpSpPr>
        <a:xfrm>
          <a:off x="0" y="0"/>
          <a:ext cx="0" cy="0"/>
          <a:chOff x="0" y="0"/>
          <a:chExt cx="0" cy="0"/>
        </a:xfrm>
      </p:grpSpPr>
      <p:sp>
        <p:nvSpPr>
          <p:cNvPr id="5" name="Дата 3">
            <a:extLst>
              <a:ext uri="{FF2B5EF4-FFF2-40B4-BE49-F238E27FC236}">
                <a16:creationId xmlns:a16="http://schemas.microsoft.com/office/drawing/2014/main" id="{916B7A0B-21BC-45FE-AFF7-52F34B6D0F83}"/>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82A4DA7B-A7D8-4443-AD1C-4C7CDC678488}" type="datetime1">
              <a:rPr lang="ru-RU" smtClean="0"/>
              <a:t>23.10.2026</a:t>
            </a:fld>
            <a:endParaRPr lang="ru-RU"/>
          </a:p>
        </p:txBody>
      </p:sp>
      <p:sp>
        <p:nvSpPr>
          <p:cNvPr id="6" name="Нижний колонтитул 4">
            <a:extLst>
              <a:ext uri="{FF2B5EF4-FFF2-40B4-BE49-F238E27FC236}">
                <a16:creationId xmlns:a16="http://schemas.microsoft.com/office/drawing/2014/main" id="{6D393D3D-D368-4E15-8F2F-7A07229A98A8}"/>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26" name="Заголовок 1">
            <a:extLst>
              <a:ext uri="{FF2B5EF4-FFF2-40B4-BE49-F238E27FC236}">
                <a16:creationId xmlns:a16="http://schemas.microsoft.com/office/drawing/2014/main" id="{55CB4C33-0A35-4822-B0EF-4E754699A138}"/>
              </a:ext>
            </a:extLst>
          </p:cNvPr>
          <p:cNvSpPr>
            <a:spLocks noGrp="1"/>
          </p:cNvSpPr>
          <p:nvPr>
            <p:ph type="title"/>
          </p:nvPr>
        </p:nvSpPr>
        <p:spPr>
          <a:xfrm>
            <a:off x="361107" y="421226"/>
            <a:ext cx="9862734" cy="376138"/>
          </a:xfrm>
          <a:prstGeom prst="rect">
            <a:avLst/>
          </a:prstGeom>
        </p:spPr>
        <p:txBody>
          <a:bodyPr vert="horz" lIns="91440" tIns="45720" rIns="91440" bIns="45720" rtlCol="0" anchor="b" anchorCtr="0">
            <a:noAutofit/>
          </a:bodyPr>
          <a:lstStyle/>
          <a:p>
            <a:r>
              <a:rPr lang="ru-RU" dirty="0"/>
              <a:t>ОБРАЗЕЦ ЗАГОЛОВКА</a:t>
            </a:r>
          </a:p>
        </p:txBody>
      </p:sp>
      <p:sp>
        <p:nvSpPr>
          <p:cNvPr id="23" name="Текст 101">
            <a:extLst>
              <a:ext uri="{FF2B5EF4-FFF2-40B4-BE49-F238E27FC236}">
                <a16:creationId xmlns:a16="http://schemas.microsoft.com/office/drawing/2014/main" id="{B61EFF39-7063-4F67-A1C0-B9D05F3602E3}"/>
              </a:ext>
            </a:extLst>
          </p:cNvPr>
          <p:cNvSpPr>
            <a:spLocks noGrp="1"/>
          </p:cNvSpPr>
          <p:nvPr>
            <p:ph type="body" sz="quarter" idx="14" hasCustomPrompt="1"/>
          </p:nvPr>
        </p:nvSpPr>
        <p:spPr>
          <a:xfrm>
            <a:off x="1994303" y="2973742"/>
            <a:ext cx="2190810" cy="910516"/>
          </a:xfrm>
        </p:spPr>
        <p:txBody>
          <a:bodyPr/>
          <a:lstStyle>
            <a:lvl1pPr marL="0" indent="0" algn="ctr">
              <a:buNone/>
              <a:defRPr lang="ru-RU" dirty="0"/>
            </a:lvl1pPr>
          </a:lstStyle>
          <a:p>
            <a:pPr lvl="0"/>
            <a:r>
              <a:rPr lang="ru-RU" dirty="0"/>
              <a:t>Текст</a:t>
            </a:r>
          </a:p>
        </p:txBody>
      </p:sp>
      <p:sp>
        <p:nvSpPr>
          <p:cNvPr id="75" name="Текст 74">
            <a:extLst>
              <a:ext uri="{FF2B5EF4-FFF2-40B4-BE49-F238E27FC236}">
                <a16:creationId xmlns:a16="http://schemas.microsoft.com/office/drawing/2014/main" id="{A0F2F041-BB01-463D-9CD2-6A231D592408}"/>
              </a:ext>
            </a:extLst>
          </p:cNvPr>
          <p:cNvSpPr>
            <a:spLocks noGrp="1"/>
          </p:cNvSpPr>
          <p:nvPr>
            <p:ph type="body" sz="quarter" idx="15"/>
          </p:nvPr>
        </p:nvSpPr>
        <p:spPr>
          <a:xfrm>
            <a:off x="6662924" y="1588128"/>
            <a:ext cx="4902200" cy="712587"/>
          </a:xfrm>
        </p:spPr>
        <p:txBody>
          <a:bodyPr/>
          <a:lstStyle>
            <a:lvl1pPr marL="0" indent="0">
              <a:buNone/>
              <a:defRPr/>
            </a:lvl1pPr>
          </a:lstStyle>
          <a:p>
            <a:pPr lvl="0"/>
            <a:r>
              <a:rPr lang="ru-RU" dirty="0"/>
              <a:t>Образец текста</a:t>
            </a:r>
          </a:p>
        </p:txBody>
      </p:sp>
      <p:sp>
        <p:nvSpPr>
          <p:cNvPr id="76" name="Текст 74">
            <a:extLst>
              <a:ext uri="{FF2B5EF4-FFF2-40B4-BE49-F238E27FC236}">
                <a16:creationId xmlns:a16="http://schemas.microsoft.com/office/drawing/2014/main" id="{58BDD636-A558-406A-A768-05FF3D12BD86}"/>
              </a:ext>
            </a:extLst>
          </p:cNvPr>
          <p:cNvSpPr>
            <a:spLocks noGrp="1"/>
          </p:cNvSpPr>
          <p:nvPr>
            <p:ph type="body" sz="quarter" idx="16"/>
          </p:nvPr>
        </p:nvSpPr>
        <p:spPr>
          <a:xfrm>
            <a:off x="6662924" y="2445138"/>
            <a:ext cx="4902200" cy="712587"/>
          </a:xfrm>
        </p:spPr>
        <p:txBody>
          <a:bodyPr/>
          <a:lstStyle>
            <a:lvl1pPr marL="0" indent="0">
              <a:buNone/>
              <a:defRPr/>
            </a:lvl1pPr>
          </a:lstStyle>
          <a:p>
            <a:pPr lvl="0"/>
            <a:r>
              <a:rPr lang="ru-RU" dirty="0"/>
              <a:t>Образец текста</a:t>
            </a:r>
          </a:p>
        </p:txBody>
      </p:sp>
      <p:sp>
        <p:nvSpPr>
          <p:cNvPr id="77" name="Текст 74">
            <a:extLst>
              <a:ext uri="{FF2B5EF4-FFF2-40B4-BE49-F238E27FC236}">
                <a16:creationId xmlns:a16="http://schemas.microsoft.com/office/drawing/2014/main" id="{53EE4994-79EE-43D0-B40B-E2DE25879B80}"/>
              </a:ext>
            </a:extLst>
          </p:cNvPr>
          <p:cNvSpPr>
            <a:spLocks noGrp="1"/>
          </p:cNvSpPr>
          <p:nvPr>
            <p:ph type="body" sz="quarter" idx="17"/>
          </p:nvPr>
        </p:nvSpPr>
        <p:spPr>
          <a:xfrm>
            <a:off x="6662924" y="3302147"/>
            <a:ext cx="4902200" cy="712587"/>
          </a:xfrm>
        </p:spPr>
        <p:txBody>
          <a:bodyPr/>
          <a:lstStyle>
            <a:lvl1pPr marL="0" indent="0">
              <a:buNone/>
              <a:defRPr/>
            </a:lvl1pPr>
          </a:lstStyle>
          <a:p>
            <a:pPr lvl="0"/>
            <a:r>
              <a:rPr lang="ru-RU" dirty="0"/>
              <a:t>Образец текста</a:t>
            </a:r>
          </a:p>
        </p:txBody>
      </p:sp>
      <p:sp>
        <p:nvSpPr>
          <p:cNvPr id="78" name="Текст 74">
            <a:extLst>
              <a:ext uri="{FF2B5EF4-FFF2-40B4-BE49-F238E27FC236}">
                <a16:creationId xmlns:a16="http://schemas.microsoft.com/office/drawing/2014/main" id="{4CD31D83-EE69-46A0-B5B2-B2969969DCFB}"/>
              </a:ext>
            </a:extLst>
          </p:cNvPr>
          <p:cNvSpPr>
            <a:spLocks noGrp="1"/>
          </p:cNvSpPr>
          <p:nvPr>
            <p:ph type="body" sz="quarter" idx="18"/>
          </p:nvPr>
        </p:nvSpPr>
        <p:spPr>
          <a:xfrm>
            <a:off x="6662924" y="4159156"/>
            <a:ext cx="4902200" cy="712587"/>
          </a:xfrm>
        </p:spPr>
        <p:txBody>
          <a:bodyPr/>
          <a:lstStyle>
            <a:lvl1pPr marL="0" indent="0">
              <a:buNone/>
              <a:defRPr/>
            </a:lvl1pPr>
          </a:lstStyle>
          <a:p>
            <a:pPr lvl="0"/>
            <a:r>
              <a:rPr lang="ru-RU" dirty="0"/>
              <a:t>Образец текста</a:t>
            </a:r>
          </a:p>
        </p:txBody>
      </p:sp>
      <p:sp>
        <p:nvSpPr>
          <p:cNvPr id="79" name="Текст 74">
            <a:extLst>
              <a:ext uri="{FF2B5EF4-FFF2-40B4-BE49-F238E27FC236}">
                <a16:creationId xmlns:a16="http://schemas.microsoft.com/office/drawing/2014/main" id="{BFB2A4EF-E632-42AC-82F0-453D4A95A9E4}"/>
              </a:ext>
            </a:extLst>
          </p:cNvPr>
          <p:cNvSpPr>
            <a:spLocks noGrp="1"/>
          </p:cNvSpPr>
          <p:nvPr>
            <p:ph type="body" sz="quarter" idx="19"/>
          </p:nvPr>
        </p:nvSpPr>
        <p:spPr>
          <a:xfrm>
            <a:off x="6662924" y="5016166"/>
            <a:ext cx="4902200" cy="712587"/>
          </a:xfrm>
        </p:spPr>
        <p:txBody>
          <a:bodyPr/>
          <a:lstStyle>
            <a:lvl1pPr marL="0" indent="0">
              <a:buNone/>
              <a:defRPr/>
            </a:lvl1pPr>
          </a:lstStyle>
          <a:p>
            <a:pPr lvl="0"/>
            <a:r>
              <a:rPr lang="ru-RU" dirty="0"/>
              <a:t>Образец текста</a:t>
            </a:r>
          </a:p>
        </p:txBody>
      </p:sp>
    </p:spTree>
    <p:extLst>
      <p:ext uri="{BB962C8B-B14F-4D97-AF65-F5344CB8AC3E}">
        <p14:creationId xmlns:p14="http://schemas.microsoft.com/office/powerpoint/2010/main" val="13761097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Статистика">
    <p:spTree>
      <p:nvGrpSpPr>
        <p:cNvPr id="1" name=""/>
        <p:cNvGrpSpPr/>
        <p:nvPr/>
      </p:nvGrpSpPr>
      <p:grpSpPr>
        <a:xfrm>
          <a:off x="0" y="0"/>
          <a:ext cx="0" cy="0"/>
          <a:chOff x="0" y="0"/>
          <a:chExt cx="0" cy="0"/>
        </a:xfrm>
      </p:grpSpPr>
      <p:sp>
        <p:nvSpPr>
          <p:cNvPr id="5" name="Дата 3">
            <a:extLst>
              <a:ext uri="{FF2B5EF4-FFF2-40B4-BE49-F238E27FC236}">
                <a16:creationId xmlns:a16="http://schemas.microsoft.com/office/drawing/2014/main" id="{916B7A0B-21BC-45FE-AFF7-52F34B6D0F83}"/>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44E505DF-C567-47F2-9374-60838F800101}" type="datetime1">
              <a:rPr lang="ru-RU" smtClean="0"/>
              <a:t>23.10.2026</a:t>
            </a:fld>
            <a:endParaRPr lang="ru-RU"/>
          </a:p>
        </p:txBody>
      </p:sp>
      <p:sp>
        <p:nvSpPr>
          <p:cNvPr id="6" name="Нижний колонтитул 4">
            <a:extLst>
              <a:ext uri="{FF2B5EF4-FFF2-40B4-BE49-F238E27FC236}">
                <a16:creationId xmlns:a16="http://schemas.microsoft.com/office/drawing/2014/main" id="{6D393D3D-D368-4E15-8F2F-7A07229A98A8}"/>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7" name="Номер слайда 5">
            <a:extLst>
              <a:ext uri="{FF2B5EF4-FFF2-40B4-BE49-F238E27FC236}">
                <a16:creationId xmlns:a16="http://schemas.microsoft.com/office/drawing/2014/main" id="{0F5F999C-FF8F-49FD-8575-A50C0300C4F5}"/>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
        <p:nvSpPr>
          <p:cNvPr id="26" name="Заголовок 1">
            <a:extLst>
              <a:ext uri="{FF2B5EF4-FFF2-40B4-BE49-F238E27FC236}">
                <a16:creationId xmlns:a16="http://schemas.microsoft.com/office/drawing/2014/main" id="{55CB4C33-0A35-4822-B0EF-4E754699A138}"/>
              </a:ext>
            </a:extLst>
          </p:cNvPr>
          <p:cNvSpPr>
            <a:spLocks noGrp="1"/>
          </p:cNvSpPr>
          <p:nvPr>
            <p:ph type="title"/>
          </p:nvPr>
        </p:nvSpPr>
        <p:spPr>
          <a:xfrm>
            <a:off x="361107" y="421226"/>
            <a:ext cx="9862734" cy="376138"/>
          </a:xfrm>
          <a:prstGeom prst="rect">
            <a:avLst/>
          </a:prstGeom>
        </p:spPr>
        <p:txBody>
          <a:bodyPr vert="horz" lIns="91440" tIns="45720" rIns="91440" bIns="45720" rtlCol="0" anchor="b" anchorCtr="0">
            <a:noAutofit/>
          </a:bodyPr>
          <a:lstStyle/>
          <a:p>
            <a:r>
              <a:rPr lang="ru-RU" dirty="0"/>
              <a:t>ОБРАЗЕЦ ЗАГОЛОВКА</a:t>
            </a:r>
          </a:p>
        </p:txBody>
      </p:sp>
      <p:sp>
        <p:nvSpPr>
          <p:cNvPr id="11" name="Текст 35">
            <a:extLst>
              <a:ext uri="{FF2B5EF4-FFF2-40B4-BE49-F238E27FC236}">
                <a16:creationId xmlns:a16="http://schemas.microsoft.com/office/drawing/2014/main" id="{B1350734-1D64-4861-9813-14C6593B8523}"/>
              </a:ext>
            </a:extLst>
          </p:cNvPr>
          <p:cNvSpPr>
            <a:spLocks noGrp="1"/>
          </p:cNvSpPr>
          <p:nvPr>
            <p:ph type="body" sz="quarter" idx="21"/>
          </p:nvPr>
        </p:nvSpPr>
        <p:spPr>
          <a:xfrm>
            <a:off x="6683077" y="1026867"/>
            <a:ext cx="4790314" cy="1615356"/>
          </a:xfrm>
          <a:prstGeom prst="roundRect">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2"/>
                </a:solidFill>
              </a:defRPr>
            </a:lvl1pPr>
          </a:lstStyle>
          <a:p>
            <a:pPr lvl="0"/>
            <a:r>
              <a:rPr lang="ru-RU" dirty="0"/>
              <a:t>Образец текста</a:t>
            </a:r>
          </a:p>
        </p:txBody>
      </p:sp>
      <p:sp>
        <p:nvSpPr>
          <p:cNvPr id="12" name="Текст 35">
            <a:extLst>
              <a:ext uri="{FF2B5EF4-FFF2-40B4-BE49-F238E27FC236}">
                <a16:creationId xmlns:a16="http://schemas.microsoft.com/office/drawing/2014/main" id="{010826A5-76AC-452C-9459-7CC1CCF22ED5}"/>
              </a:ext>
            </a:extLst>
          </p:cNvPr>
          <p:cNvSpPr>
            <a:spLocks noGrp="1"/>
          </p:cNvSpPr>
          <p:nvPr>
            <p:ph type="body" sz="quarter" idx="18"/>
          </p:nvPr>
        </p:nvSpPr>
        <p:spPr>
          <a:xfrm>
            <a:off x="6683077" y="1626932"/>
            <a:ext cx="4790314" cy="1015291"/>
          </a:xfrm>
          <a:prstGeom prst="rect">
            <a:avLst/>
          </a:prstGeom>
        </p:spPr>
        <p:txBody>
          <a:bodyPr>
            <a:normAutofit/>
          </a:bodyPr>
          <a:lstStyle>
            <a:lvl1pPr>
              <a:defRPr sz="1400"/>
            </a:lvl1pPr>
          </a:lstStyle>
          <a:p>
            <a:pPr lvl="0"/>
            <a:r>
              <a:rPr lang="ru-RU" dirty="0"/>
              <a:t>Образец текста</a:t>
            </a:r>
          </a:p>
        </p:txBody>
      </p:sp>
      <p:sp>
        <p:nvSpPr>
          <p:cNvPr id="14" name="Текст 35">
            <a:extLst>
              <a:ext uri="{FF2B5EF4-FFF2-40B4-BE49-F238E27FC236}">
                <a16:creationId xmlns:a16="http://schemas.microsoft.com/office/drawing/2014/main" id="{C694E912-AC3F-437A-90AD-A48291DCE9BD}"/>
              </a:ext>
            </a:extLst>
          </p:cNvPr>
          <p:cNvSpPr>
            <a:spLocks noGrp="1"/>
          </p:cNvSpPr>
          <p:nvPr>
            <p:ph type="body" sz="quarter" idx="22"/>
          </p:nvPr>
        </p:nvSpPr>
        <p:spPr>
          <a:xfrm>
            <a:off x="6683077" y="2807582"/>
            <a:ext cx="4790314" cy="1615356"/>
          </a:xfrm>
          <a:prstGeom prst="roundRect">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2"/>
                </a:solidFill>
              </a:defRPr>
            </a:lvl1pPr>
          </a:lstStyle>
          <a:p>
            <a:pPr lvl="0"/>
            <a:r>
              <a:rPr lang="ru-RU" dirty="0"/>
              <a:t>Образец текста</a:t>
            </a:r>
          </a:p>
        </p:txBody>
      </p:sp>
      <p:sp>
        <p:nvSpPr>
          <p:cNvPr id="15" name="Текст 35">
            <a:extLst>
              <a:ext uri="{FF2B5EF4-FFF2-40B4-BE49-F238E27FC236}">
                <a16:creationId xmlns:a16="http://schemas.microsoft.com/office/drawing/2014/main" id="{DE78EAF0-6854-4E73-A48A-917C1A86C3F4}"/>
              </a:ext>
            </a:extLst>
          </p:cNvPr>
          <p:cNvSpPr>
            <a:spLocks noGrp="1"/>
          </p:cNvSpPr>
          <p:nvPr>
            <p:ph type="body" sz="quarter" idx="23"/>
          </p:nvPr>
        </p:nvSpPr>
        <p:spPr>
          <a:xfrm>
            <a:off x="6683077" y="3407647"/>
            <a:ext cx="4790314" cy="1015291"/>
          </a:xfrm>
          <a:prstGeom prst="rect">
            <a:avLst/>
          </a:prstGeom>
        </p:spPr>
        <p:txBody>
          <a:bodyPr>
            <a:normAutofit/>
          </a:bodyPr>
          <a:lstStyle>
            <a:lvl1pPr>
              <a:defRPr sz="1400"/>
            </a:lvl1pPr>
          </a:lstStyle>
          <a:p>
            <a:pPr lvl="0"/>
            <a:r>
              <a:rPr lang="ru-RU" dirty="0"/>
              <a:t>Образец текста</a:t>
            </a:r>
          </a:p>
        </p:txBody>
      </p:sp>
      <p:sp>
        <p:nvSpPr>
          <p:cNvPr id="16" name="Текст 35">
            <a:extLst>
              <a:ext uri="{FF2B5EF4-FFF2-40B4-BE49-F238E27FC236}">
                <a16:creationId xmlns:a16="http://schemas.microsoft.com/office/drawing/2014/main" id="{72D68DD9-6181-4C35-909B-154E5E309C97}"/>
              </a:ext>
            </a:extLst>
          </p:cNvPr>
          <p:cNvSpPr>
            <a:spLocks noGrp="1"/>
          </p:cNvSpPr>
          <p:nvPr>
            <p:ph type="body" sz="quarter" idx="24"/>
          </p:nvPr>
        </p:nvSpPr>
        <p:spPr>
          <a:xfrm>
            <a:off x="6683077" y="4584029"/>
            <a:ext cx="4790314" cy="1615356"/>
          </a:xfrm>
          <a:prstGeom prst="roundRect">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2"/>
                </a:solidFill>
              </a:defRPr>
            </a:lvl1pPr>
          </a:lstStyle>
          <a:p>
            <a:pPr lvl="0"/>
            <a:r>
              <a:rPr lang="ru-RU" dirty="0"/>
              <a:t>Образец текста</a:t>
            </a:r>
          </a:p>
        </p:txBody>
      </p:sp>
      <p:sp>
        <p:nvSpPr>
          <p:cNvPr id="17" name="Текст 35">
            <a:extLst>
              <a:ext uri="{FF2B5EF4-FFF2-40B4-BE49-F238E27FC236}">
                <a16:creationId xmlns:a16="http://schemas.microsoft.com/office/drawing/2014/main" id="{7D5E34DD-827F-4597-BFDE-34D8830FB250}"/>
              </a:ext>
            </a:extLst>
          </p:cNvPr>
          <p:cNvSpPr>
            <a:spLocks noGrp="1"/>
          </p:cNvSpPr>
          <p:nvPr>
            <p:ph type="body" sz="quarter" idx="25"/>
          </p:nvPr>
        </p:nvSpPr>
        <p:spPr>
          <a:xfrm>
            <a:off x="6683077" y="5184094"/>
            <a:ext cx="4790314" cy="1015291"/>
          </a:xfrm>
          <a:prstGeom prst="rect">
            <a:avLst/>
          </a:prstGeom>
        </p:spPr>
        <p:txBody>
          <a:bodyPr>
            <a:normAutofit/>
          </a:bodyPr>
          <a:lstStyle>
            <a:lvl1pPr>
              <a:defRPr sz="1400"/>
            </a:lvl1pPr>
          </a:lstStyle>
          <a:p>
            <a:pPr lvl="0"/>
            <a:r>
              <a:rPr lang="ru-RU" dirty="0"/>
              <a:t>Образец текста</a:t>
            </a:r>
          </a:p>
        </p:txBody>
      </p:sp>
    </p:spTree>
    <p:extLst>
      <p:ext uri="{BB962C8B-B14F-4D97-AF65-F5344CB8AC3E}">
        <p14:creationId xmlns:p14="http://schemas.microsoft.com/office/powerpoint/2010/main" val="26699485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Статистика">
    <p:spTree>
      <p:nvGrpSpPr>
        <p:cNvPr id="1" name=""/>
        <p:cNvGrpSpPr/>
        <p:nvPr/>
      </p:nvGrpSpPr>
      <p:grpSpPr>
        <a:xfrm>
          <a:off x="0" y="0"/>
          <a:ext cx="0" cy="0"/>
          <a:chOff x="0" y="0"/>
          <a:chExt cx="0" cy="0"/>
        </a:xfrm>
      </p:grpSpPr>
      <p:sp>
        <p:nvSpPr>
          <p:cNvPr id="5" name="Дата 3">
            <a:extLst>
              <a:ext uri="{FF2B5EF4-FFF2-40B4-BE49-F238E27FC236}">
                <a16:creationId xmlns:a16="http://schemas.microsoft.com/office/drawing/2014/main" id="{916B7A0B-21BC-45FE-AFF7-52F34B6D0F83}"/>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2938A0C3-5C2F-47B8-B008-79A49A1195BA}" type="datetime1">
              <a:rPr lang="ru-RU" smtClean="0"/>
              <a:t>23.10.2026</a:t>
            </a:fld>
            <a:endParaRPr lang="ru-RU"/>
          </a:p>
        </p:txBody>
      </p:sp>
      <p:sp>
        <p:nvSpPr>
          <p:cNvPr id="6" name="Нижний колонтитул 4">
            <a:extLst>
              <a:ext uri="{FF2B5EF4-FFF2-40B4-BE49-F238E27FC236}">
                <a16:creationId xmlns:a16="http://schemas.microsoft.com/office/drawing/2014/main" id="{6D393D3D-D368-4E15-8F2F-7A07229A98A8}"/>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7" name="Номер слайда 5">
            <a:extLst>
              <a:ext uri="{FF2B5EF4-FFF2-40B4-BE49-F238E27FC236}">
                <a16:creationId xmlns:a16="http://schemas.microsoft.com/office/drawing/2014/main" id="{0F5F999C-FF8F-49FD-8575-A50C0300C4F5}"/>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
        <p:nvSpPr>
          <p:cNvPr id="26" name="Заголовок 1">
            <a:extLst>
              <a:ext uri="{FF2B5EF4-FFF2-40B4-BE49-F238E27FC236}">
                <a16:creationId xmlns:a16="http://schemas.microsoft.com/office/drawing/2014/main" id="{55CB4C33-0A35-4822-B0EF-4E754699A138}"/>
              </a:ext>
            </a:extLst>
          </p:cNvPr>
          <p:cNvSpPr>
            <a:spLocks noGrp="1"/>
          </p:cNvSpPr>
          <p:nvPr>
            <p:ph type="title"/>
          </p:nvPr>
        </p:nvSpPr>
        <p:spPr>
          <a:xfrm>
            <a:off x="349532" y="421226"/>
            <a:ext cx="9862734" cy="376138"/>
          </a:xfrm>
          <a:prstGeom prst="rect">
            <a:avLst/>
          </a:prstGeom>
        </p:spPr>
        <p:txBody>
          <a:bodyPr vert="horz" lIns="91440" tIns="45720" rIns="91440" bIns="45720" rtlCol="0" anchor="b" anchorCtr="0">
            <a:noAutofit/>
          </a:bodyPr>
          <a:lstStyle/>
          <a:p>
            <a:r>
              <a:rPr lang="ru-RU" dirty="0"/>
              <a:t>ОБРАЗЕЦ ЗАГОЛОВКА</a:t>
            </a:r>
          </a:p>
        </p:txBody>
      </p:sp>
      <p:sp>
        <p:nvSpPr>
          <p:cNvPr id="11" name="Текст 35">
            <a:extLst>
              <a:ext uri="{FF2B5EF4-FFF2-40B4-BE49-F238E27FC236}">
                <a16:creationId xmlns:a16="http://schemas.microsoft.com/office/drawing/2014/main" id="{B1350734-1D64-4861-9813-14C6593B8523}"/>
              </a:ext>
            </a:extLst>
          </p:cNvPr>
          <p:cNvSpPr>
            <a:spLocks noGrp="1"/>
          </p:cNvSpPr>
          <p:nvPr>
            <p:ph type="body" sz="quarter" idx="21"/>
          </p:nvPr>
        </p:nvSpPr>
        <p:spPr>
          <a:xfrm>
            <a:off x="6683077" y="1016000"/>
            <a:ext cx="4790314" cy="1021701"/>
          </a:xfrm>
          <a:prstGeom prst="roundRect">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1"/>
                </a:solidFill>
              </a:defRPr>
            </a:lvl1pPr>
          </a:lstStyle>
          <a:p>
            <a:pPr lvl="0"/>
            <a:r>
              <a:rPr lang="ru-RU" dirty="0"/>
              <a:t>Образец текста</a:t>
            </a:r>
          </a:p>
        </p:txBody>
      </p:sp>
      <p:sp>
        <p:nvSpPr>
          <p:cNvPr id="12" name="Текст 35">
            <a:extLst>
              <a:ext uri="{FF2B5EF4-FFF2-40B4-BE49-F238E27FC236}">
                <a16:creationId xmlns:a16="http://schemas.microsoft.com/office/drawing/2014/main" id="{010826A5-76AC-452C-9459-7CC1CCF22ED5}"/>
              </a:ext>
            </a:extLst>
          </p:cNvPr>
          <p:cNvSpPr>
            <a:spLocks noGrp="1"/>
          </p:cNvSpPr>
          <p:nvPr>
            <p:ph type="body" sz="quarter" idx="18"/>
          </p:nvPr>
        </p:nvSpPr>
        <p:spPr>
          <a:xfrm>
            <a:off x="6683077" y="1395537"/>
            <a:ext cx="4790314" cy="642164"/>
          </a:xfrm>
          <a:prstGeom prst="rect">
            <a:avLst/>
          </a:prstGeom>
        </p:spPr>
        <p:txBody>
          <a:bodyPr>
            <a:normAutofit/>
          </a:bodyPr>
          <a:lstStyle>
            <a:lvl1pPr>
              <a:defRPr sz="1400"/>
            </a:lvl1pPr>
          </a:lstStyle>
          <a:p>
            <a:pPr lvl="0"/>
            <a:r>
              <a:rPr lang="ru-RU" dirty="0"/>
              <a:t>Образец текста</a:t>
            </a:r>
          </a:p>
        </p:txBody>
      </p:sp>
      <p:sp>
        <p:nvSpPr>
          <p:cNvPr id="14" name="Текст 35">
            <a:extLst>
              <a:ext uri="{FF2B5EF4-FFF2-40B4-BE49-F238E27FC236}">
                <a16:creationId xmlns:a16="http://schemas.microsoft.com/office/drawing/2014/main" id="{C694E912-AC3F-437A-90AD-A48291DCE9BD}"/>
              </a:ext>
            </a:extLst>
          </p:cNvPr>
          <p:cNvSpPr>
            <a:spLocks noGrp="1"/>
          </p:cNvSpPr>
          <p:nvPr>
            <p:ph type="body" sz="quarter" idx="22"/>
          </p:nvPr>
        </p:nvSpPr>
        <p:spPr>
          <a:xfrm>
            <a:off x="6683077" y="2284561"/>
            <a:ext cx="4790314" cy="1021701"/>
          </a:xfrm>
          <a:prstGeom prst="roundRect">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5">
                    <a:lumMod val="60000"/>
                    <a:lumOff val="40000"/>
                  </a:schemeClr>
                </a:solidFill>
              </a:defRPr>
            </a:lvl1pPr>
          </a:lstStyle>
          <a:p>
            <a:pPr lvl="0"/>
            <a:r>
              <a:rPr lang="ru-RU" dirty="0"/>
              <a:t>Образец текста</a:t>
            </a:r>
          </a:p>
        </p:txBody>
      </p:sp>
      <p:sp>
        <p:nvSpPr>
          <p:cNvPr id="15" name="Текст 35">
            <a:extLst>
              <a:ext uri="{FF2B5EF4-FFF2-40B4-BE49-F238E27FC236}">
                <a16:creationId xmlns:a16="http://schemas.microsoft.com/office/drawing/2014/main" id="{DE78EAF0-6854-4E73-A48A-917C1A86C3F4}"/>
              </a:ext>
            </a:extLst>
          </p:cNvPr>
          <p:cNvSpPr>
            <a:spLocks noGrp="1"/>
          </p:cNvSpPr>
          <p:nvPr>
            <p:ph type="body" sz="quarter" idx="23"/>
          </p:nvPr>
        </p:nvSpPr>
        <p:spPr>
          <a:xfrm>
            <a:off x="6683077" y="2664098"/>
            <a:ext cx="4790314" cy="642164"/>
          </a:xfrm>
          <a:prstGeom prst="rect">
            <a:avLst/>
          </a:prstGeom>
        </p:spPr>
        <p:txBody>
          <a:bodyPr>
            <a:normAutofit/>
          </a:bodyPr>
          <a:lstStyle>
            <a:lvl1pPr>
              <a:defRPr sz="1400"/>
            </a:lvl1pPr>
          </a:lstStyle>
          <a:p>
            <a:pPr lvl="0"/>
            <a:r>
              <a:rPr lang="ru-RU" dirty="0"/>
              <a:t>Образец текста</a:t>
            </a:r>
          </a:p>
        </p:txBody>
      </p:sp>
      <p:sp>
        <p:nvSpPr>
          <p:cNvPr id="16" name="Текст 35">
            <a:extLst>
              <a:ext uri="{FF2B5EF4-FFF2-40B4-BE49-F238E27FC236}">
                <a16:creationId xmlns:a16="http://schemas.microsoft.com/office/drawing/2014/main" id="{72D68DD9-6181-4C35-909B-154E5E309C97}"/>
              </a:ext>
            </a:extLst>
          </p:cNvPr>
          <p:cNvSpPr>
            <a:spLocks noGrp="1"/>
          </p:cNvSpPr>
          <p:nvPr>
            <p:ph type="body" sz="quarter" idx="24"/>
          </p:nvPr>
        </p:nvSpPr>
        <p:spPr>
          <a:xfrm>
            <a:off x="6683077" y="3553122"/>
            <a:ext cx="4790314" cy="1021701"/>
          </a:xfrm>
          <a:prstGeom prst="roundRect">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4"/>
                </a:solidFill>
              </a:defRPr>
            </a:lvl1pPr>
          </a:lstStyle>
          <a:p>
            <a:pPr lvl="0"/>
            <a:r>
              <a:rPr lang="ru-RU" dirty="0"/>
              <a:t>Образец текста</a:t>
            </a:r>
          </a:p>
        </p:txBody>
      </p:sp>
      <p:sp>
        <p:nvSpPr>
          <p:cNvPr id="17" name="Текст 35">
            <a:extLst>
              <a:ext uri="{FF2B5EF4-FFF2-40B4-BE49-F238E27FC236}">
                <a16:creationId xmlns:a16="http://schemas.microsoft.com/office/drawing/2014/main" id="{7D5E34DD-827F-4597-BFDE-34D8830FB250}"/>
              </a:ext>
            </a:extLst>
          </p:cNvPr>
          <p:cNvSpPr>
            <a:spLocks noGrp="1"/>
          </p:cNvSpPr>
          <p:nvPr>
            <p:ph type="body" sz="quarter" idx="25"/>
          </p:nvPr>
        </p:nvSpPr>
        <p:spPr>
          <a:xfrm>
            <a:off x="6683077" y="3932659"/>
            <a:ext cx="4790314" cy="642164"/>
          </a:xfrm>
          <a:prstGeom prst="rect">
            <a:avLst/>
          </a:prstGeom>
        </p:spPr>
        <p:txBody>
          <a:bodyPr>
            <a:normAutofit/>
          </a:bodyPr>
          <a:lstStyle>
            <a:lvl1pPr>
              <a:defRPr sz="1400"/>
            </a:lvl1pPr>
          </a:lstStyle>
          <a:p>
            <a:pPr lvl="0"/>
            <a:r>
              <a:rPr lang="ru-RU" dirty="0"/>
              <a:t>Образец текста</a:t>
            </a:r>
          </a:p>
        </p:txBody>
      </p:sp>
      <p:sp>
        <p:nvSpPr>
          <p:cNvPr id="18" name="Текст 35">
            <a:extLst>
              <a:ext uri="{FF2B5EF4-FFF2-40B4-BE49-F238E27FC236}">
                <a16:creationId xmlns:a16="http://schemas.microsoft.com/office/drawing/2014/main" id="{6305AE9F-2B19-4EA1-A48B-435746C35E60}"/>
              </a:ext>
            </a:extLst>
          </p:cNvPr>
          <p:cNvSpPr>
            <a:spLocks noGrp="1"/>
          </p:cNvSpPr>
          <p:nvPr>
            <p:ph type="body" sz="quarter" idx="26"/>
          </p:nvPr>
        </p:nvSpPr>
        <p:spPr>
          <a:xfrm>
            <a:off x="6683077" y="4821684"/>
            <a:ext cx="4790314" cy="1021701"/>
          </a:xfrm>
          <a:prstGeom prst="roundRect">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2"/>
                </a:solidFill>
              </a:defRPr>
            </a:lvl1pPr>
          </a:lstStyle>
          <a:p>
            <a:pPr lvl="0"/>
            <a:r>
              <a:rPr lang="ru-RU" dirty="0"/>
              <a:t>Образец текста</a:t>
            </a:r>
          </a:p>
        </p:txBody>
      </p:sp>
      <p:sp>
        <p:nvSpPr>
          <p:cNvPr id="19" name="Текст 35">
            <a:extLst>
              <a:ext uri="{FF2B5EF4-FFF2-40B4-BE49-F238E27FC236}">
                <a16:creationId xmlns:a16="http://schemas.microsoft.com/office/drawing/2014/main" id="{CF9D9CFB-62B9-4CE0-8770-0CB398D99F7E}"/>
              </a:ext>
            </a:extLst>
          </p:cNvPr>
          <p:cNvSpPr>
            <a:spLocks noGrp="1"/>
          </p:cNvSpPr>
          <p:nvPr>
            <p:ph type="body" sz="quarter" idx="27"/>
          </p:nvPr>
        </p:nvSpPr>
        <p:spPr>
          <a:xfrm>
            <a:off x="6683077" y="5201221"/>
            <a:ext cx="4790314" cy="642164"/>
          </a:xfrm>
          <a:prstGeom prst="rect">
            <a:avLst/>
          </a:prstGeom>
        </p:spPr>
        <p:txBody>
          <a:bodyPr>
            <a:normAutofit/>
          </a:bodyPr>
          <a:lstStyle>
            <a:lvl1pPr>
              <a:defRPr sz="1400"/>
            </a:lvl1pPr>
          </a:lstStyle>
          <a:p>
            <a:pPr lvl="0"/>
            <a:r>
              <a:rPr lang="ru-RU" dirty="0"/>
              <a:t>Образец текста</a:t>
            </a:r>
          </a:p>
        </p:txBody>
      </p:sp>
    </p:spTree>
    <p:extLst>
      <p:ext uri="{BB962C8B-B14F-4D97-AF65-F5344CB8AC3E}">
        <p14:creationId xmlns:p14="http://schemas.microsoft.com/office/powerpoint/2010/main" val="1016386434"/>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Статистика">
    <p:spTree>
      <p:nvGrpSpPr>
        <p:cNvPr id="1" name=""/>
        <p:cNvGrpSpPr/>
        <p:nvPr/>
      </p:nvGrpSpPr>
      <p:grpSpPr>
        <a:xfrm>
          <a:off x="0" y="0"/>
          <a:ext cx="0" cy="0"/>
          <a:chOff x="0" y="0"/>
          <a:chExt cx="0" cy="0"/>
        </a:xfrm>
      </p:grpSpPr>
      <p:sp>
        <p:nvSpPr>
          <p:cNvPr id="5" name="Дата 3">
            <a:extLst>
              <a:ext uri="{FF2B5EF4-FFF2-40B4-BE49-F238E27FC236}">
                <a16:creationId xmlns:a16="http://schemas.microsoft.com/office/drawing/2014/main" id="{916B7A0B-21BC-45FE-AFF7-52F34B6D0F83}"/>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BF4F29EB-DFD0-428E-8E89-ED117A3553E3}" type="datetime1">
              <a:rPr lang="ru-RU" smtClean="0"/>
              <a:t>23.10.2026</a:t>
            </a:fld>
            <a:endParaRPr lang="ru-RU"/>
          </a:p>
        </p:txBody>
      </p:sp>
      <p:sp>
        <p:nvSpPr>
          <p:cNvPr id="6" name="Нижний колонтитул 4">
            <a:extLst>
              <a:ext uri="{FF2B5EF4-FFF2-40B4-BE49-F238E27FC236}">
                <a16:creationId xmlns:a16="http://schemas.microsoft.com/office/drawing/2014/main" id="{6D393D3D-D368-4E15-8F2F-7A07229A98A8}"/>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7" name="Номер слайда 5">
            <a:extLst>
              <a:ext uri="{FF2B5EF4-FFF2-40B4-BE49-F238E27FC236}">
                <a16:creationId xmlns:a16="http://schemas.microsoft.com/office/drawing/2014/main" id="{0F5F999C-FF8F-49FD-8575-A50C0300C4F5}"/>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
        <p:nvSpPr>
          <p:cNvPr id="26" name="Заголовок 1">
            <a:extLst>
              <a:ext uri="{FF2B5EF4-FFF2-40B4-BE49-F238E27FC236}">
                <a16:creationId xmlns:a16="http://schemas.microsoft.com/office/drawing/2014/main" id="{55CB4C33-0A35-4822-B0EF-4E754699A138}"/>
              </a:ext>
            </a:extLst>
          </p:cNvPr>
          <p:cNvSpPr>
            <a:spLocks noGrp="1"/>
          </p:cNvSpPr>
          <p:nvPr>
            <p:ph type="title"/>
          </p:nvPr>
        </p:nvSpPr>
        <p:spPr>
          <a:xfrm>
            <a:off x="367721" y="421226"/>
            <a:ext cx="9862734" cy="376138"/>
          </a:xfrm>
          <a:prstGeom prst="rect">
            <a:avLst/>
          </a:prstGeom>
        </p:spPr>
        <p:txBody>
          <a:bodyPr vert="horz" lIns="91440" tIns="45720" rIns="91440" bIns="45720" rtlCol="0" anchor="b" anchorCtr="0">
            <a:noAutofit/>
          </a:bodyPr>
          <a:lstStyle/>
          <a:p>
            <a:r>
              <a:rPr lang="ru-RU" dirty="0"/>
              <a:t>ОБРАЗЕЦ ЗАГОЛОВКА</a:t>
            </a:r>
          </a:p>
        </p:txBody>
      </p:sp>
      <p:sp>
        <p:nvSpPr>
          <p:cNvPr id="11" name="Текст 35">
            <a:extLst>
              <a:ext uri="{FF2B5EF4-FFF2-40B4-BE49-F238E27FC236}">
                <a16:creationId xmlns:a16="http://schemas.microsoft.com/office/drawing/2014/main" id="{B1350734-1D64-4861-9813-14C6593B8523}"/>
              </a:ext>
            </a:extLst>
          </p:cNvPr>
          <p:cNvSpPr>
            <a:spLocks noGrp="1"/>
          </p:cNvSpPr>
          <p:nvPr>
            <p:ph type="body" sz="quarter" idx="21"/>
          </p:nvPr>
        </p:nvSpPr>
        <p:spPr>
          <a:xfrm>
            <a:off x="6683077" y="1016000"/>
            <a:ext cx="4790314" cy="1021701"/>
          </a:xfrm>
          <a:prstGeom prst="roundRect">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1"/>
                </a:solidFill>
              </a:defRPr>
            </a:lvl1pPr>
          </a:lstStyle>
          <a:p>
            <a:pPr lvl="0"/>
            <a:r>
              <a:rPr lang="ru-RU" dirty="0"/>
              <a:t>Образец текста</a:t>
            </a:r>
          </a:p>
        </p:txBody>
      </p:sp>
      <p:sp>
        <p:nvSpPr>
          <p:cNvPr id="12" name="Текст 35">
            <a:extLst>
              <a:ext uri="{FF2B5EF4-FFF2-40B4-BE49-F238E27FC236}">
                <a16:creationId xmlns:a16="http://schemas.microsoft.com/office/drawing/2014/main" id="{010826A5-76AC-452C-9459-7CC1CCF22ED5}"/>
              </a:ext>
            </a:extLst>
          </p:cNvPr>
          <p:cNvSpPr>
            <a:spLocks noGrp="1"/>
          </p:cNvSpPr>
          <p:nvPr>
            <p:ph type="body" sz="quarter" idx="18"/>
          </p:nvPr>
        </p:nvSpPr>
        <p:spPr>
          <a:xfrm>
            <a:off x="6683077" y="1395537"/>
            <a:ext cx="4790314" cy="642164"/>
          </a:xfrm>
          <a:prstGeom prst="rect">
            <a:avLst/>
          </a:prstGeom>
        </p:spPr>
        <p:txBody>
          <a:bodyPr>
            <a:normAutofit/>
          </a:bodyPr>
          <a:lstStyle>
            <a:lvl1pPr>
              <a:defRPr sz="1400"/>
            </a:lvl1pPr>
          </a:lstStyle>
          <a:p>
            <a:pPr lvl="0"/>
            <a:r>
              <a:rPr lang="ru-RU" dirty="0"/>
              <a:t>Образец текста</a:t>
            </a:r>
          </a:p>
        </p:txBody>
      </p:sp>
      <p:sp>
        <p:nvSpPr>
          <p:cNvPr id="14" name="Текст 35">
            <a:extLst>
              <a:ext uri="{FF2B5EF4-FFF2-40B4-BE49-F238E27FC236}">
                <a16:creationId xmlns:a16="http://schemas.microsoft.com/office/drawing/2014/main" id="{C694E912-AC3F-437A-90AD-A48291DCE9BD}"/>
              </a:ext>
            </a:extLst>
          </p:cNvPr>
          <p:cNvSpPr>
            <a:spLocks noGrp="1"/>
          </p:cNvSpPr>
          <p:nvPr>
            <p:ph type="body" sz="quarter" idx="22"/>
          </p:nvPr>
        </p:nvSpPr>
        <p:spPr>
          <a:xfrm>
            <a:off x="6683077" y="2284561"/>
            <a:ext cx="4790314" cy="1021701"/>
          </a:xfrm>
          <a:prstGeom prst="roundRect">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5">
                    <a:lumMod val="60000"/>
                    <a:lumOff val="40000"/>
                  </a:schemeClr>
                </a:solidFill>
              </a:defRPr>
            </a:lvl1pPr>
          </a:lstStyle>
          <a:p>
            <a:pPr lvl="0"/>
            <a:r>
              <a:rPr lang="ru-RU" dirty="0"/>
              <a:t>Образец текста</a:t>
            </a:r>
          </a:p>
        </p:txBody>
      </p:sp>
      <p:sp>
        <p:nvSpPr>
          <p:cNvPr id="15" name="Текст 35">
            <a:extLst>
              <a:ext uri="{FF2B5EF4-FFF2-40B4-BE49-F238E27FC236}">
                <a16:creationId xmlns:a16="http://schemas.microsoft.com/office/drawing/2014/main" id="{DE78EAF0-6854-4E73-A48A-917C1A86C3F4}"/>
              </a:ext>
            </a:extLst>
          </p:cNvPr>
          <p:cNvSpPr>
            <a:spLocks noGrp="1"/>
          </p:cNvSpPr>
          <p:nvPr>
            <p:ph type="body" sz="quarter" idx="23"/>
          </p:nvPr>
        </p:nvSpPr>
        <p:spPr>
          <a:xfrm>
            <a:off x="6683077" y="2664098"/>
            <a:ext cx="4790314" cy="642164"/>
          </a:xfrm>
          <a:prstGeom prst="rect">
            <a:avLst/>
          </a:prstGeom>
        </p:spPr>
        <p:txBody>
          <a:bodyPr>
            <a:normAutofit/>
          </a:bodyPr>
          <a:lstStyle>
            <a:lvl1pPr>
              <a:defRPr sz="1400"/>
            </a:lvl1pPr>
          </a:lstStyle>
          <a:p>
            <a:pPr lvl="0"/>
            <a:r>
              <a:rPr lang="ru-RU" dirty="0"/>
              <a:t>Образец текста</a:t>
            </a:r>
          </a:p>
        </p:txBody>
      </p:sp>
      <p:sp>
        <p:nvSpPr>
          <p:cNvPr id="16" name="Текст 35">
            <a:extLst>
              <a:ext uri="{FF2B5EF4-FFF2-40B4-BE49-F238E27FC236}">
                <a16:creationId xmlns:a16="http://schemas.microsoft.com/office/drawing/2014/main" id="{72D68DD9-6181-4C35-909B-154E5E309C97}"/>
              </a:ext>
            </a:extLst>
          </p:cNvPr>
          <p:cNvSpPr>
            <a:spLocks noGrp="1"/>
          </p:cNvSpPr>
          <p:nvPr>
            <p:ph type="body" sz="quarter" idx="24"/>
          </p:nvPr>
        </p:nvSpPr>
        <p:spPr>
          <a:xfrm>
            <a:off x="6683077" y="3553122"/>
            <a:ext cx="4790314" cy="1021701"/>
          </a:xfrm>
          <a:prstGeom prst="roundRect">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4"/>
                </a:solidFill>
              </a:defRPr>
            </a:lvl1pPr>
          </a:lstStyle>
          <a:p>
            <a:pPr lvl="0"/>
            <a:r>
              <a:rPr lang="ru-RU" dirty="0"/>
              <a:t>Образец текста</a:t>
            </a:r>
          </a:p>
        </p:txBody>
      </p:sp>
      <p:sp>
        <p:nvSpPr>
          <p:cNvPr id="17" name="Текст 35">
            <a:extLst>
              <a:ext uri="{FF2B5EF4-FFF2-40B4-BE49-F238E27FC236}">
                <a16:creationId xmlns:a16="http://schemas.microsoft.com/office/drawing/2014/main" id="{7D5E34DD-827F-4597-BFDE-34D8830FB250}"/>
              </a:ext>
            </a:extLst>
          </p:cNvPr>
          <p:cNvSpPr>
            <a:spLocks noGrp="1"/>
          </p:cNvSpPr>
          <p:nvPr>
            <p:ph type="body" sz="quarter" idx="25"/>
          </p:nvPr>
        </p:nvSpPr>
        <p:spPr>
          <a:xfrm>
            <a:off x="6683077" y="3932659"/>
            <a:ext cx="4790314" cy="642164"/>
          </a:xfrm>
          <a:prstGeom prst="rect">
            <a:avLst/>
          </a:prstGeom>
        </p:spPr>
        <p:txBody>
          <a:bodyPr>
            <a:normAutofit/>
          </a:bodyPr>
          <a:lstStyle>
            <a:lvl1pPr>
              <a:defRPr sz="1400"/>
            </a:lvl1pPr>
          </a:lstStyle>
          <a:p>
            <a:pPr lvl="0"/>
            <a:r>
              <a:rPr lang="ru-RU" dirty="0"/>
              <a:t>Образец текста</a:t>
            </a:r>
          </a:p>
        </p:txBody>
      </p:sp>
      <p:sp>
        <p:nvSpPr>
          <p:cNvPr id="18" name="Текст 35">
            <a:extLst>
              <a:ext uri="{FF2B5EF4-FFF2-40B4-BE49-F238E27FC236}">
                <a16:creationId xmlns:a16="http://schemas.microsoft.com/office/drawing/2014/main" id="{6305AE9F-2B19-4EA1-A48B-435746C35E60}"/>
              </a:ext>
            </a:extLst>
          </p:cNvPr>
          <p:cNvSpPr>
            <a:spLocks noGrp="1"/>
          </p:cNvSpPr>
          <p:nvPr>
            <p:ph type="body" sz="quarter" idx="26"/>
          </p:nvPr>
        </p:nvSpPr>
        <p:spPr>
          <a:xfrm>
            <a:off x="6683077" y="4821684"/>
            <a:ext cx="4790314" cy="1021701"/>
          </a:xfrm>
          <a:prstGeom prst="roundRect">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2"/>
                </a:solidFill>
              </a:defRPr>
            </a:lvl1pPr>
          </a:lstStyle>
          <a:p>
            <a:pPr lvl="0"/>
            <a:r>
              <a:rPr lang="ru-RU" dirty="0"/>
              <a:t>Образец текста</a:t>
            </a:r>
          </a:p>
        </p:txBody>
      </p:sp>
      <p:sp>
        <p:nvSpPr>
          <p:cNvPr id="19" name="Текст 35">
            <a:extLst>
              <a:ext uri="{FF2B5EF4-FFF2-40B4-BE49-F238E27FC236}">
                <a16:creationId xmlns:a16="http://schemas.microsoft.com/office/drawing/2014/main" id="{CF9D9CFB-62B9-4CE0-8770-0CB398D99F7E}"/>
              </a:ext>
            </a:extLst>
          </p:cNvPr>
          <p:cNvSpPr>
            <a:spLocks noGrp="1"/>
          </p:cNvSpPr>
          <p:nvPr>
            <p:ph type="body" sz="quarter" idx="27"/>
          </p:nvPr>
        </p:nvSpPr>
        <p:spPr>
          <a:xfrm>
            <a:off x="6683077" y="5201221"/>
            <a:ext cx="4790314" cy="642164"/>
          </a:xfrm>
          <a:prstGeom prst="rect">
            <a:avLst/>
          </a:prstGeom>
        </p:spPr>
        <p:txBody>
          <a:bodyPr>
            <a:normAutofit/>
          </a:bodyPr>
          <a:lstStyle>
            <a:lvl1pPr>
              <a:defRPr sz="1400"/>
            </a:lvl1pPr>
          </a:lstStyle>
          <a:p>
            <a:pPr lvl="0"/>
            <a:r>
              <a:rPr lang="ru-RU" dirty="0"/>
              <a:t>Образец текста</a:t>
            </a:r>
          </a:p>
        </p:txBody>
      </p:sp>
    </p:spTree>
    <p:extLst>
      <p:ext uri="{BB962C8B-B14F-4D97-AF65-F5344CB8AC3E}">
        <p14:creationId xmlns:p14="http://schemas.microsoft.com/office/powerpoint/2010/main" val="338058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Стадии">
    <p:spTree>
      <p:nvGrpSpPr>
        <p:cNvPr id="1" name=""/>
        <p:cNvGrpSpPr/>
        <p:nvPr/>
      </p:nvGrpSpPr>
      <p:grpSpPr>
        <a:xfrm>
          <a:off x="0" y="0"/>
          <a:ext cx="0" cy="0"/>
          <a:chOff x="0" y="0"/>
          <a:chExt cx="0" cy="0"/>
        </a:xfrm>
      </p:grpSpPr>
      <p:sp>
        <p:nvSpPr>
          <p:cNvPr id="5" name="Дата 3">
            <a:extLst>
              <a:ext uri="{FF2B5EF4-FFF2-40B4-BE49-F238E27FC236}">
                <a16:creationId xmlns:a16="http://schemas.microsoft.com/office/drawing/2014/main" id="{916B7A0B-21BC-45FE-AFF7-52F34B6D0F83}"/>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D52F0272-0FEA-44CE-966E-3D169B2F53D4}" type="datetime1">
              <a:rPr lang="ru-RU" smtClean="0"/>
              <a:t>23.10.2026</a:t>
            </a:fld>
            <a:endParaRPr lang="ru-RU"/>
          </a:p>
        </p:txBody>
      </p:sp>
      <p:sp>
        <p:nvSpPr>
          <p:cNvPr id="6" name="Нижний колонтитул 4">
            <a:extLst>
              <a:ext uri="{FF2B5EF4-FFF2-40B4-BE49-F238E27FC236}">
                <a16:creationId xmlns:a16="http://schemas.microsoft.com/office/drawing/2014/main" id="{6D393D3D-D368-4E15-8F2F-7A07229A98A8}"/>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7" name="Номер слайда 5">
            <a:extLst>
              <a:ext uri="{FF2B5EF4-FFF2-40B4-BE49-F238E27FC236}">
                <a16:creationId xmlns:a16="http://schemas.microsoft.com/office/drawing/2014/main" id="{0F5F999C-FF8F-49FD-8575-A50C0300C4F5}"/>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
        <p:nvSpPr>
          <p:cNvPr id="8" name="Текст 35">
            <a:extLst>
              <a:ext uri="{FF2B5EF4-FFF2-40B4-BE49-F238E27FC236}">
                <a16:creationId xmlns:a16="http://schemas.microsoft.com/office/drawing/2014/main" id="{BE583EE3-33C6-4FCC-9F56-28AB0B4FCAD9}"/>
              </a:ext>
            </a:extLst>
          </p:cNvPr>
          <p:cNvSpPr>
            <a:spLocks noGrp="1"/>
          </p:cNvSpPr>
          <p:nvPr>
            <p:ph type="body" sz="quarter" idx="26"/>
          </p:nvPr>
        </p:nvSpPr>
        <p:spPr>
          <a:xfrm>
            <a:off x="346075" y="1024937"/>
            <a:ext cx="2526079" cy="1476687"/>
          </a:xfrm>
          <a:prstGeom prst="roundRect">
            <a:avLst>
              <a:gd name="adj" fmla="val 15887"/>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600" b="1">
                <a:solidFill>
                  <a:schemeClr val="accent2"/>
                </a:solidFill>
              </a:defRPr>
            </a:lvl1pPr>
          </a:lstStyle>
          <a:p>
            <a:pPr lvl="0"/>
            <a:r>
              <a:rPr lang="ru-RU" dirty="0"/>
              <a:t>Образец текста</a:t>
            </a:r>
          </a:p>
        </p:txBody>
      </p:sp>
      <p:sp>
        <p:nvSpPr>
          <p:cNvPr id="9" name="Текст 35">
            <a:extLst>
              <a:ext uri="{FF2B5EF4-FFF2-40B4-BE49-F238E27FC236}">
                <a16:creationId xmlns:a16="http://schemas.microsoft.com/office/drawing/2014/main" id="{AFEBE25F-FFFE-4B9D-94E7-7A69C7B0D747}"/>
              </a:ext>
            </a:extLst>
          </p:cNvPr>
          <p:cNvSpPr>
            <a:spLocks noGrp="1"/>
          </p:cNvSpPr>
          <p:nvPr>
            <p:ph type="body" sz="quarter" idx="27"/>
          </p:nvPr>
        </p:nvSpPr>
        <p:spPr>
          <a:xfrm>
            <a:off x="346075" y="1380939"/>
            <a:ext cx="2526079" cy="1120685"/>
          </a:xfrm>
          <a:prstGeom prst="rect">
            <a:avLst/>
          </a:prstGeom>
        </p:spPr>
        <p:txBody>
          <a:bodyPr>
            <a:normAutofit/>
          </a:bodyPr>
          <a:lstStyle>
            <a:lvl1pPr>
              <a:defRPr sz="1400"/>
            </a:lvl1pPr>
          </a:lstStyle>
          <a:p>
            <a:pPr lvl="0"/>
            <a:r>
              <a:rPr lang="ru-RU" dirty="0"/>
              <a:t>Образец текста</a:t>
            </a:r>
          </a:p>
        </p:txBody>
      </p:sp>
      <p:sp>
        <p:nvSpPr>
          <p:cNvPr id="72" name="Текст 35">
            <a:extLst>
              <a:ext uri="{FF2B5EF4-FFF2-40B4-BE49-F238E27FC236}">
                <a16:creationId xmlns:a16="http://schemas.microsoft.com/office/drawing/2014/main" id="{3E63DE62-DFB7-44A9-A85D-B687FAE797DC}"/>
              </a:ext>
            </a:extLst>
          </p:cNvPr>
          <p:cNvSpPr>
            <a:spLocks noGrp="1"/>
          </p:cNvSpPr>
          <p:nvPr>
            <p:ph type="body" sz="quarter" idx="28"/>
          </p:nvPr>
        </p:nvSpPr>
        <p:spPr>
          <a:xfrm>
            <a:off x="4832960" y="1024937"/>
            <a:ext cx="2526079" cy="1476687"/>
          </a:xfrm>
          <a:prstGeom prst="roundRect">
            <a:avLst>
              <a:gd name="adj" fmla="val 15887"/>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600" b="1">
                <a:solidFill>
                  <a:schemeClr val="accent2"/>
                </a:solidFill>
              </a:defRPr>
            </a:lvl1pPr>
          </a:lstStyle>
          <a:p>
            <a:pPr lvl="0"/>
            <a:r>
              <a:rPr lang="ru-RU" dirty="0"/>
              <a:t>Образец текста</a:t>
            </a:r>
          </a:p>
        </p:txBody>
      </p:sp>
      <p:sp>
        <p:nvSpPr>
          <p:cNvPr id="73" name="Текст 35">
            <a:extLst>
              <a:ext uri="{FF2B5EF4-FFF2-40B4-BE49-F238E27FC236}">
                <a16:creationId xmlns:a16="http://schemas.microsoft.com/office/drawing/2014/main" id="{65791B9B-D32F-4C66-AD0A-B1F3CB6B2B21}"/>
              </a:ext>
            </a:extLst>
          </p:cNvPr>
          <p:cNvSpPr>
            <a:spLocks noGrp="1"/>
          </p:cNvSpPr>
          <p:nvPr>
            <p:ph type="body" sz="quarter" idx="29"/>
          </p:nvPr>
        </p:nvSpPr>
        <p:spPr>
          <a:xfrm>
            <a:off x="4832960" y="1380939"/>
            <a:ext cx="2526079" cy="1120685"/>
          </a:xfrm>
          <a:prstGeom prst="rect">
            <a:avLst/>
          </a:prstGeom>
        </p:spPr>
        <p:txBody>
          <a:bodyPr>
            <a:normAutofit/>
          </a:bodyPr>
          <a:lstStyle>
            <a:lvl1pPr>
              <a:defRPr sz="1400"/>
            </a:lvl1pPr>
          </a:lstStyle>
          <a:p>
            <a:pPr lvl="0"/>
            <a:r>
              <a:rPr lang="ru-RU" dirty="0"/>
              <a:t>Образец текста</a:t>
            </a:r>
          </a:p>
        </p:txBody>
      </p:sp>
      <p:sp>
        <p:nvSpPr>
          <p:cNvPr id="74" name="Текст 35">
            <a:extLst>
              <a:ext uri="{FF2B5EF4-FFF2-40B4-BE49-F238E27FC236}">
                <a16:creationId xmlns:a16="http://schemas.microsoft.com/office/drawing/2014/main" id="{3052024B-27A5-4D0B-A7E7-5161FB0ED379}"/>
              </a:ext>
            </a:extLst>
          </p:cNvPr>
          <p:cNvSpPr>
            <a:spLocks noGrp="1"/>
          </p:cNvSpPr>
          <p:nvPr>
            <p:ph type="body" sz="quarter" idx="30"/>
          </p:nvPr>
        </p:nvSpPr>
        <p:spPr>
          <a:xfrm>
            <a:off x="9330862" y="1024937"/>
            <a:ext cx="2526079" cy="1476687"/>
          </a:xfrm>
          <a:prstGeom prst="roundRect">
            <a:avLst>
              <a:gd name="adj" fmla="val 15887"/>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600" b="1">
                <a:solidFill>
                  <a:schemeClr val="accent2"/>
                </a:solidFill>
              </a:defRPr>
            </a:lvl1pPr>
          </a:lstStyle>
          <a:p>
            <a:pPr lvl="0"/>
            <a:r>
              <a:rPr lang="ru-RU" dirty="0"/>
              <a:t>Образец текста</a:t>
            </a:r>
          </a:p>
        </p:txBody>
      </p:sp>
      <p:sp>
        <p:nvSpPr>
          <p:cNvPr id="75" name="Текст 35">
            <a:extLst>
              <a:ext uri="{FF2B5EF4-FFF2-40B4-BE49-F238E27FC236}">
                <a16:creationId xmlns:a16="http://schemas.microsoft.com/office/drawing/2014/main" id="{9DFC47B0-ECC1-49CE-99A3-DC05480669A7}"/>
              </a:ext>
            </a:extLst>
          </p:cNvPr>
          <p:cNvSpPr>
            <a:spLocks noGrp="1"/>
          </p:cNvSpPr>
          <p:nvPr>
            <p:ph type="body" sz="quarter" idx="31"/>
          </p:nvPr>
        </p:nvSpPr>
        <p:spPr>
          <a:xfrm>
            <a:off x="9330862" y="1380939"/>
            <a:ext cx="2526079" cy="1120685"/>
          </a:xfrm>
          <a:prstGeom prst="rect">
            <a:avLst/>
          </a:prstGeom>
        </p:spPr>
        <p:txBody>
          <a:bodyPr>
            <a:normAutofit/>
          </a:bodyPr>
          <a:lstStyle>
            <a:lvl1pPr>
              <a:defRPr sz="1400"/>
            </a:lvl1pPr>
          </a:lstStyle>
          <a:p>
            <a:pPr lvl="0"/>
            <a:r>
              <a:rPr lang="ru-RU" dirty="0"/>
              <a:t>Образец текста</a:t>
            </a:r>
          </a:p>
        </p:txBody>
      </p:sp>
      <p:sp>
        <p:nvSpPr>
          <p:cNvPr id="76" name="Текст 35">
            <a:extLst>
              <a:ext uri="{FF2B5EF4-FFF2-40B4-BE49-F238E27FC236}">
                <a16:creationId xmlns:a16="http://schemas.microsoft.com/office/drawing/2014/main" id="{3B86BD35-3919-4E07-B138-AAF7CFF7DF02}"/>
              </a:ext>
            </a:extLst>
          </p:cNvPr>
          <p:cNvSpPr>
            <a:spLocks noGrp="1"/>
          </p:cNvSpPr>
          <p:nvPr>
            <p:ph type="body" sz="quarter" idx="32"/>
          </p:nvPr>
        </p:nvSpPr>
        <p:spPr>
          <a:xfrm>
            <a:off x="2593517" y="4358152"/>
            <a:ext cx="2526079" cy="1476687"/>
          </a:xfrm>
          <a:prstGeom prst="roundRect">
            <a:avLst>
              <a:gd name="adj" fmla="val 15887"/>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600" b="1">
                <a:solidFill>
                  <a:schemeClr val="accent2"/>
                </a:solidFill>
              </a:defRPr>
            </a:lvl1pPr>
          </a:lstStyle>
          <a:p>
            <a:pPr lvl="0"/>
            <a:r>
              <a:rPr lang="ru-RU" dirty="0"/>
              <a:t>Образец текста</a:t>
            </a:r>
          </a:p>
        </p:txBody>
      </p:sp>
      <p:sp>
        <p:nvSpPr>
          <p:cNvPr id="77" name="Текст 35">
            <a:extLst>
              <a:ext uri="{FF2B5EF4-FFF2-40B4-BE49-F238E27FC236}">
                <a16:creationId xmlns:a16="http://schemas.microsoft.com/office/drawing/2014/main" id="{10D94F19-5929-4A71-8C96-769ED6DD0BAE}"/>
              </a:ext>
            </a:extLst>
          </p:cNvPr>
          <p:cNvSpPr>
            <a:spLocks noGrp="1"/>
          </p:cNvSpPr>
          <p:nvPr>
            <p:ph type="body" sz="quarter" idx="33"/>
          </p:nvPr>
        </p:nvSpPr>
        <p:spPr>
          <a:xfrm>
            <a:off x="2593517" y="4714154"/>
            <a:ext cx="2526079" cy="1120685"/>
          </a:xfrm>
          <a:prstGeom prst="rect">
            <a:avLst/>
          </a:prstGeom>
        </p:spPr>
        <p:txBody>
          <a:bodyPr>
            <a:normAutofit/>
          </a:bodyPr>
          <a:lstStyle>
            <a:lvl1pPr>
              <a:defRPr sz="1400"/>
            </a:lvl1pPr>
          </a:lstStyle>
          <a:p>
            <a:pPr lvl="0"/>
            <a:r>
              <a:rPr lang="ru-RU" dirty="0"/>
              <a:t>Образец текста</a:t>
            </a:r>
          </a:p>
        </p:txBody>
      </p:sp>
      <p:sp>
        <p:nvSpPr>
          <p:cNvPr id="78" name="Текст 35">
            <a:extLst>
              <a:ext uri="{FF2B5EF4-FFF2-40B4-BE49-F238E27FC236}">
                <a16:creationId xmlns:a16="http://schemas.microsoft.com/office/drawing/2014/main" id="{D84303F2-08F5-497F-BC9B-59F70995863F}"/>
              </a:ext>
            </a:extLst>
          </p:cNvPr>
          <p:cNvSpPr>
            <a:spLocks noGrp="1"/>
          </p:cNvSpPr>
          <p:nvPr>
            <p:ph type="body" sz="quarter" idx="34"/>
          </p:nvPr>
        </p:nvSpPr>
        <p:spPr>
          <a:xfrm>
            <a:off x="7080402" y="4358152"/>
            <a:ext cx="2526079" cy="1476687"/>
          </a:xfrm>
          <a:prstGeom prst="roundRect">
            <a:avLst>
              <a:gd name="adj" fmla="val 15887"/>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600" b="1">
                <a:solidFill>
                  <a:schemeClr val="accent2"/>
                </a:solidFill>
              </a:defRPr>
            </a:lvl1pPr>
          </a:lstStyle>
          <a:p>
            <a:pPr lvl="0"/>
            <a:r>
              <a:rPr lang="ru-RU" dirty="0"/>
              <a:t>Образец текста</a:t>
            </a:r>
          </a:p>
        </p:txBody>
      </p:sp>
      <p:sp>
        <p:nvSpPr>
          <p:cNvPr id="79" name="Текст 35">
            <a:extLst>
              <a:ext uri="{FF2B5EF4-FFF2-40B4-BE49-F238E27FC236}">
                <a16:creationId xmlns:a16="http://schemas.microsoft.com/office/drawing/2014/main" id="{EA5C32CD-4539-4313-8B67-943CB8F5EBD9}"/>
              </a:ext>
            </a:extLst>
          </p:cNvPr>
          <p:cNvSpPr>
            <a:spLocks noGrp="1"/>
          </p:cNvSpPr>
          <p:nvPr>
            <p:ph type="body" sz="quarter" idx="35"/>
          </p:nvPr>
        </p:nvSpPr>
        <p:spPr>
          <a:xfrm>
            <a:off x="7080402" y="4714154"/>
            <a:ext cx="2526079" cy="1120685"/>
          </a:xfrm>
          <a:prstGeom prst="rect">
            <a:avLst/>
          </a:prstGeom>
        </p:spPr>
        <p:txBody>
          <a:bodyPr>
            <a:normAutofit/>
          </a:bodyPr>
          <a:lstStyle>
            <a:lvl1pPr>
              <a:defRPr sz="1400"/>
            </a:lvl1pPr>
          </a:lstStyle>
          <a:p>
            <a:pPr lvl="0"/>
            <a:r>
              <a:rPr lang="ru-RU" dirty="0"/>
              <a:t>Образец текста</a:t>
            </a:r>
          </a:p>
        </p:txBody>
      </p:sp>
      <p:sp>
        <p:nvSpPr>
          <p:cNvPr id="100" name="Заголовок 1">
            <a:extLst>
              <a:ext uri="{FF2B5EF4-FFF2-40B4-BE49-F238E27FC236}">
                <a16:creationId xmlns:a16="http://schemas.microsoft.com/office/drawing/2014/main" id="{6641864C-9659-45A2-A61F-BB1A3067B16A}"/>
              </a:ext>
            </a:extLst>
          </p:cNvPr>
          <p:cNvSpPr>
            <a:spLocks noGrp="1"/>
          </p:cNvSpPr>
          <p:nvPr>
            <p:ph type="title"/>
          </p:nvPr>
        </p:nvSpPr>
        <p:spPr>
          <a:xfrm>
            <a:off x="384256" y="421226"/>
            <a:ext cx="9862734" cy="376138"/>
          </a:xfrm>
          <a:prstGeom prst="rect">
            <a:avLst/>
          </a:prstGeom>
        </p:spPr>
        <p:txBody>
          <a:bodyPr vert="horz" lIns="91440" tIns="45720" rIns="91440" bIns="45720" rtlCol="0" anchor="b" anchorCtr="0">
            <a:noAutofit/>
          </a:bodyPr>
          <a:lstStyle/>
          <a:p>
            <a:r>
              <a:rPr lang="ru-RU" dirty="0"/>
              <a:t>ОБРАЗЕЦ ЗАГОЛОВКА</a:t>
            </a:r>
          </a:p>
        </p:txBody>
      </p:sp>
    </p:spTree>
    <p:extLst>
      <p:ext uri="{BB962C8B-B14F-4D97-AF65-F5344CB8AC3E}">
        <p14:creationId xmlns:p14="http://schemas.microsoft.com/office/powerpoint/2010/main" val="35591179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Проблема и решение">
    <p:spTree>
      <p:nvGrpSpPr>
        <p:cNvPr id="1" name=""/>
        <p:cNvGrpSpPr/>
        <p:nvPr/>
      </p:nvGrpSpPr>
      <p:grpSpPr>
        <a:xfrm>
          <a:off x="0" y="0"/>
          <a:ext cx="0" cy="0"/>
          <a:chOff x="0" y="0"/>
          <a:chExt cx="0" cy="0"/>
        </a:xfrm>
      </p:grpSpPr>
      <p:sp>
        <p:nvSpPr>
          <p:cNvPr id="5" name="Дата 3">
            <a:extLst>
              <a:ext uri="{FF2B5EF4-FFF2-40B4-BE49-F238E27FC236}">
                <a16:creationId xmlns:a16="http://schemas.microsoft.com/office/drawing/2014/main" id="{916B7A0B-21BC-45FE-AFF7-52F34B6D0F83}"/>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062B0DBE-B5A9-470E-85A9-7CC062D5339A}" type="datetime1">
              <a:rPr lang="ru-RU" smtClean="0"/>
              <a:t>23.10.2026</a:t>
            </a:fld>
            <a:endParaRPr lang="ru-RU"/>
          </a:p>
        </p:txBody>
      </p:sp>
      <p:sp>
        <p:nvSpPr>
          <p:cNvPr id="6" name="Нижний колонтитул 4">
            <a:extLst>
              <a:ext uri="{FF2B5EF4-FFF2-40B4-BE49-F238E27FC236}">
                <a16:creationId xmlns:a16="http://schemas.microsoft.com/office/drawing/2014/main" id="{6D393D3D-D368-4E15-8F2F-7A07229A98A8}"/>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7" name="Номер слайда 5">
            <a:extLst>
              <a:ext uri="{FF2B5EF4-FFF2-40B4-BE49-F238E27FC236}">
                <a16:creationId xmlns:a16="http://schemas.microsoft.com/office/drawing/2014/main" id="{0F5F999C-FF8F-49FD-8575-A50C0300C4F5}"/>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
        <p:nvSpPr>
          <p:cNvPr id="100" name="Заголовок 1">
            <a:extLst>
              <a:ext uri="{FF2B5EF4-FFF2-40B4-BE49-F238E27FC236}">
                <a16:creationId xmlns:a16="http://schemas.microsoft.com/office/drawing/2014/main" id="{6641864C-9659-45A2-A61F-BB1A3067B16A}"/>
              </a:ext>
            </a:extLst>
          </p:cNvPr>
          <p:cNvSpPr>
            <a:spLocks noGrp="1"/>
          </p:cNvSpPr>
          <p:nvPr>
            <p:ph type="title"/>
          </p:nvPr>
        </p:nvSpPr>
        <p:spPr>
          <a:xfrm>
            <a:off x="357650" y="421226"/>
            <a:ext cx="9862734" cy="376138"/>
          </a:xfrm>
          <a:prstGeom prst="rect">
            <a:avLst/>
          </a:prstGeom>
        </p:spPr>
        <p:txBody>
          <a:bodyPr vert="horz" lIns="91440" tIns="45720" rIns="91440" bIns="45720" rtlCol="0" anchor="b" anchorCtr="0">
            <a:noAutofit/>
          </a:bodyPr>
          <a:lstStyle/>
          <a:p>
            <a:r>
              <a:rPr lang="ru-RU" dirty="0"/>
              <a:t>ОБРАЗЕЦ ЗАГОЛОВКА</a:t>
            </a:r>
          </a:p>
        </p:txBody>
      </p:sp>
      <p:sp>
        <p:nvSpPr>
          <p:cNvPr id="130" name="Текст 35">
            <a:extLst>
              <a:ext uri="{FF2B5EF4-FFF2-40B4-BE49-F238E27FC236}">
                <a16:creationId xmlns:a16="http://schemas.microsoft.com/office/drawing/2014/main" id="{2FAEFDC9-8968-4F3D-8F8F-5591D6F30FE0}"/>
              </a:ext>
            </a:extLst>
          </p:cNvPr>
          <p:cNvSpPr>
            <a:spLocks noGrp="1"/>
          </p:cNvSpPr>
          <p:nvPr>
            <p:ph type="body" sz="quarter" idx="26" hasCustomPrompt="1"/>
          </p:nvPr>
        </p:nvSpPr>
        <p:spPr>
          <a:xfrm>
            <a:off x="517027" y="3810175"/>
            <a:ext cx="3264113" cy="2375115"/>
          </a:xfrm>
          <a:prstGeom prst="roundRect">
            <a:avLst>
              <a:gd name="adj" fmla="val 10167"/>
            </a:avLst>
          </a:prstGeom>
          <a:gradFill>
            <a:gsLst>
              <a:gs pos="0">
                <a:schemeClr val="accent1">
                  <a:lumMod val="5000"/>
                  <a:lumOff val="95000"/>
                  <a:alpha val="20000"/>
                </a:schemeClr>
              </a:gs>
              <a:gs pos="49000">
                <a:schemeClr val="bg1">
                  <a:alpha val="0"/>
                </a:schemeClr>
              </a:gs>
            </a:gsLst>
            <a:lin ang="5400000" scaled="1"/>
          </a:gradFill>
        </p:spPr>
        <p:txBody>
          <a:bodyPr>
            <a:noAutofit/>
          </a:bodyPr>
          <a:lstStyle>
            <a:lvl1pPr marL="0" indent="0">
              <a:buNone/>
              <a:defRPr sz="1400" b="0">
                <a:solidFill>
                  <a:schemeClr val="bg1"/>
                </a:solidFill>
              </a:defRPr>
            </a:lvl1pPr>
          </a:lstStyle>
          <a:p>
            <a:pPr lvl="0"/>
            <a:r>
              <a:rPr lang="ru-RU" dirty="0"/>
              <a:t>Описание проблемы </a:t>
            </a:r>
          </a:p>
        </p:txBody>
      </p:sp>
      <p:sp>
        <p:nvSpPr>
          <p:cNvPr id="152" name="Текст 35">
            <a:extLst>
              <a:ext uri="{FF2B5EF4-FFF2-40B4-BE49-F238E27FC236}">
                <a16:creationId xmlns:a16="http://schemas.microsoft.com/office/drawing/2014/main" id="{A7C77525-23F2-401E-A901-0374D8239BBC}"/>
              </a:ext>
            </a:extLst>
          </p:cNvPr>
          <p:cNvSpPr>
            <a:spLocks noGrp="1"/>
          </p:cNvSpPr>
          <p:nvPr>
            <p:ph type="body" sz="quarter" idx="31" hasCustomPrompt="1"/>
          </p:nvPr>
        </p:nvSpPr>
        <p:spPr>
          <a:xfrm>
            <a:off x="4464542" y="3810175"/>
            <a:ext cx="3264113" cy="2375115"/>
          </a:xfrm>
          <a:prstGeom prst="roundRect">
            <a:avLst>
              <a:gd name="adj" fmla="val 10167"/>
            </a:avLst>
          </a:prstGeom>
          <a:gradFill>
            <a:gsLst>
              <a:gs pos="0">
                <a:schemeClr val="accent1">
                  <a:lumMod val="5000"/>
                  <a:lumOff val="95000"/>
                  <a:alpha val="20000"/>
                </a:schemeClr>
              </a:gs>
              <a:gs pos="49000">
                <a:schemeClr val="bg1">
                  <a:alpha val="0"/>
                </a:schemeClr>
              </a:gs>
            </a:gsLst>
            <a:lin ang="5400000" scaled="1"/>
          </a:gradFill>
        </p:spPr>
        <p:txBody>
          <a:bodyPr>
            <a:noAutofit/>
          </a:bodyPr>
          <a:lstStyle>
            <a:lvl1pPr marL="0" indent="0">
              <a:buNone/>
              <a:defRPr sz="1400" b="0">
                <a:solidFill>
                  <a:schemeClr val="bg1"/>
                </a:solidFill>
              </a:defRPr>
            </a:lvl1pPr>
          </a:lstStyle>
          <a:p>
            <a:pPr lvl="0"/>
            <a:r>
              <a:rPr lang="ru-RU" dirty="0"/>
              <a:t>Примеры уже имеющихся способов решения данной проблемы</a:t>
            </a:r>
          </a:p>
        </p:txBody>
      </p:sp>
      <p:sp>
        <p:nvSpPr>
          <p:cNvPr id="153" name="Текст 35">
            <a:extLst>
              <a:ext uri="{FF2B5EF4-FFF2-40B4-BE49-F238E27FC236}">
                <a16:creationId xmlns:a16="http://schemas.microsoft.com/office/drawing/2014/main" id="{D2F4E226-3842-4532-A60F-4E8C02DAD6DC}"/>
              </a:ext>
            </a:extLst>
          </p:cNvPr>
          <p:cNvSpPr>
            <a:spLocks noGrp="1"/>
          </p:cNvSpPr>
          <p:nvPr>
            <p:ph type="body" sz="quarter" idx="32" hasCustomPrompt="1"/>
          </p:nvPr>
        </p:nvSpPr>
        <p:spPr>
          <a:xfrm>
            <a:off x="8385481" y="3810175"/>
            <a:ext cx="3264113" cy="2375115"/>
          </a:xfrm>
          <a:prstGeom prst="roundRect">
            <a:avLst>
              <a:gd name="adj" fmla="val 10167"/>
            </a:avLst>
          </a:prstGeom>
          <a:gradFill>
            <a:gsLst>
              <a:gs pos="0">
                <a:schemeClr val="accent1">
                  <a:lumMod val="5000"/>
                  <a:lumOff val="95000"/>
                  <a:alpha val="20000"/>
                </a:schemeClr>
              </a:gs>
              <a:gs pos="49000">
                <a:schemeClr val="bg1">
                  <a:alpha val="0"/>
                </a:schemeClr>
              </a:gs>
            </a:gsLst>
            <a:lin ang="5400000" scaled="1"/>
          </a:gradFill>
        </p:spPr>
        <p:txBody>
          <a:bodyPr>
            <a:noAutofit/>
          </a:bodyPr>
          <a:lstStyle>
            <a:lvl1pPr marL="0" indent="0">
              <a:buNone/>
              <a:defRPr sz="1400" b="0">
                <a:solidFill>
                  <a:schemeClr val="bg1"/>
                </a:solidFill>
              </a:defRPr>
            </a:lvl1pPr>
          </a:lstStyle>
          <a:p>
            <a:pPr lvl="0"/>
            <a:r>
              <a:rPr lang="ru-RU" dirty="0"/>
              <a:t>Ваше предложение решения данной проблемы</a:t>
            </a:r>
          </a:p>
        </p:txBody>
      </p:sp>
      <p:sp>
        <p:nvSpPr>
          <p:cNvPr id="189" name="Текст 35">
            <a:extLst>
              <a:ext uri="{FF2B5EF4-FFF2-40B4-BE49-F238E27FC236}">
                <a16:creationId xmlns:a16="http://schemas.microsoft.com/office/drawing/2014/main" id="{C44A233F-7BDF-4F40-844F-FC23B1912AA4}"/>
              </a:ext>
            </a:extLst>
          </p:cNvPr>
          <p:cNvSpPr>
            <a:spLocks noGrp="1"/>
          </p:cNvSpPr>
          <p:nvPr>
            <p:ph type="body" sz="quarter" idx="33" hasCustomPrompt="1"/>
          </p:nvPr>
        </p:nvSpPr>
        <p:spPr>
          <a:xfrm>
            <a:off x="517027" y="3252336"/>
            <a:ext cx="3264113" cy="391783"/>
          </a:xfrm>
          <a:prstGeom prst="roundRect">
            <a:avLst>
              <a:gd name="adj" fmla="val 10167"/>
            </a:avLst>
          </a:prstGeom>
          <a:noFill/>
        </p:spPr>
        <p:txBody>
          <a:bodyPr>
            <a:noAutofit/>
          </a:bodyPr>
          <a:lstStyle>
            <a:lvl1pPr marL="0" indent="0" algn="ctr">
              <a:buNone/>
              <a:defRPr sz="1600" b="1">
                <a:solidFill>
                  <a:schemeClr val="accent2"/>
                </a:solidFill>
              </a:defRPr>
            </a:lvl1pPr>
          </a:lstStyle>
          <a:p>
            <a:pPr lvl="0"/>
            <a:r>
              <a:rPr lang="ru-RU" dirty="0"/>
              <a:t>Проблема</a:t>
            </a:r>
          </a:p>
        </p:txBody>
      </p:sp>
      <p:sp>
        <p:nvSpPr>
          <p:cNvPr id="190" name="Текст 35">
            <a:extLst>
              <a:ext uri="{FF2B5EF4-FFF2-40B4-BE49-F238E27FC236}">
                <a16:creationId xmlns:a16="http://schemas.microsoft.com/office/drawing/2014/main" id="{1683ED6E-2444-48B8-A78B-F1EBA53E21C2}"/>
              </a:ext>
            </a:extLst>
          </p:cNvPr>
          <p:cNvSpPr>
            <a:spLocks noGrp="1"/>
          </p:cNvSpPr>
          <p:nvPr>
            <p:ph type="body" sz="quarter" idx="34" hasCustomPrompt="1"/>
          </p:nvPr>
        </p:nvSpPr>
        <p:spPr>
          <a:xfrm>
            <a:off x="4464542" y="3252336"/>
            <a:ext cx="3264113" cy="391783"/>
          </a:xfrm>
          <a:prstGeom prst="roundRect">
            <a:avLst>
              <a:gd name="adj" fmla="val 10167"/>
            </a:avLst>
          </a:prstGeom>
          <a:noFill/>
        </p:spPr>
        <p:txBody>
          <a:bodyPr>
            <a:noAutofit/>
          </a:bodyPr>
          <a:lstStyle>
            <a:lvl1pPr marL="0" indent="0" algn="ctr">
              <a:buNone/>
              <a:defRPr sz="1600" b="1">
                <a:solidFill>
                  <a:schemeClr val="accent2"/>
                </a:solidFill>
              </a:defRPr>
            </a:lvl1pPr>
          </a:lstStyle>
          <a:p>
            <a:pPr lvl="0"/>
            <a:r>
              <a:rPr lang="ru-RU" dirty="0"/>
              <a:t>Альтернативные решения</a:t>
            </a:r>
          </a:p>
        </p:txBody>
      </p:sp>
      <p:sp>
        <p:nvSpPr>
          <p:cNvPr id="191" name="Текст 35">
            <a:extLst>
              <a:ext uri="{FF2B5EF4-FFF2-40B4-BE49-F238E27FC236}">
                <a16:creationId xmlns:a16="http://schemas.microsoft.com/office/drawing/2014/main" id="{B788F042-DAFC-4B5A-B1AA-8ADEFAAA9801}"/>
              </a:ext>
            </a:extLst>
          </p:cNvPr>
          <p:cNvSpPr>
            <a:spLocks noGrp="1"/>
          </p:cNvSpPr>
          <p:nvPr>
            <p:ph type="body" sz="quarter" idx="35" hasCustomPrompt="1"/>
          </p:nvPr>
        </p:nvSpPr>
        <p:spPr>
          <a:xfrm>
            <a:off x="8385481" y="3252336"/>
            <a:ext cx="3264113" cy="391783"/>
          </a:xfrm>
          <a:prstGeom prst="roundRect">
            <a:avLst>
              <a:gd name="adj" fmla="val 10167"/>
            </a:avLst>
          </a:prstGeom>
          <a:noFill/>
        </p:spPr>
        <p:txBody>
          <a:bodyPr>
            <a:noAutofit/>
          </a:bodyPr>
          <a:lstStyle>
            <a:lvl1pPr marL="0" indent="0" algn="ctr">
              <a:buNone/>
              <a:defRPr sz="1600" b="1">
                <a:solidFill>
                  <a:schemeClr val="accent2"/>
                </a:solidFill>
              </a:defRPr>
            </a:lvl1pPr>
          </a:lstStyle>
          <a:p>
            <a:pPr lvl="0"/>
            <a:r>
              <a:rPr lang="ru-RU" dirty="0"/>
              <a:t>Решение</a:t>
            </a:r>
          </a:p>
        </p:txBody>
      </p:sp>
    </p:spTree>
    <p:extLst>
      <p:ext uri="{BB962C8B-B14F-4D97-AF65-F5344CB8AC3E}">
        <p14:creationId xmlns:p14="http://schemas.microsoft.com/office/powerpoint/2010/main" val="8752738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Демо_1">
    <p:spTree>
      <p:nvGrpSpPr>
        <p:cNvPr id="1" name=""/>
        <p:cNvGrpSpPr/>
        <p:nvPr/>
      </p:nvGrpSpPr>
      <p:grpSpPr>
        <a:xfrm>
          <a:off x="0" y="0"/>
          <a:ext cx="0" cy="0"/>
          <a:chOff x="0" y="0"/>
          <a:chExt cx="0" cy="0"/>
        </a:xfrm>
      </p:grpSpPr>
      <p:sp>
        <p:nvSpPr>
          <p:cNvPr id="79" name="Picture Placeholder 1">
            <a:extLst>
              <a:ext uri="{FF2B5EF4-FFF2-40B4-BE49-F238E27FC236}">
                <a16:creationId xmlns:a16="http://schemas.microsoft.com/office/drawing/2014/main" id="{F4BB4485-D5EB-48AD-A465-1B1299C88CD1}"/>
              </a:ext>
            </a:extLst>
          </p:cNvPr>
          <p:cNvSpPr>
            <a:spLocks noGrp="1"/>
          </p:cNvSpPr>
          <p:nvPr>
            <p:ph type="pic" sz="quarter" idx="14"/>
          </p:nvPr>
        </p:nvSpPr>
        <p:spPr>
          <a:xfrm>
            <a:off x="4162940" y="1264478"/>
            <a:ext cx="3866121" cy="2436377"/>
          </a:xfrm>
        </p:spPr>
      </p:sp>
      <p:sp>
        <p:nvSpPr>
          <p:cNvPr id="5" name="Дата 3">
            <a:extLst>
              <a:ext uri="{FF2B5EF4-FFF2-40B4-BE49-F238E27FC236}">
                <a16:creationId xmlns:a16="http://schemas.microsoft.com/office/drawing/2014/main" id="{916B7A0B-21BC-45FE-AFF7-52F34B6D0F83}"/>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4D396B86-640F-4AD1-BBB2-E085B6CD8771}" type="datetime1">
              <a:rPr lang="ru-RU" smtClean="0"/>
              <a:t>23.10.2026</a:t>
            </a:fld>
            <a:endParaRPr lang="ru-RU"/>
          </a:p>
        </p:txBody>
      </p:sp>
      <p:sp>
        <p:nvSpPr>
          <p:cNvPr id="6" name="Нижний колонтитул 4">
            <a:extLst>
              <a:ext uri="{FF2B5EF4-FFF2-40B4-BE49-F238E27FC236}">
                <a16:creationId xmlns:a16="http://schemas.microsoft.com/office/drawing/2014/main" id="{6D393D3D-D368-4E15-8F2F-7A07229A98A8}"/>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7" name="Номер слайда 5">
            <a:extLst>
              <a:ext uri="{FF2B5EF4-FFF2-40B4-BE49-F238E27FC236}">
                <a16:creationId xmlns:a16="http://schemas.microsoft.com/office/drawing/2014/main" id="{0F5F999C-FF8F-49FD-8575-A50C0300C4F5}"/>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
        <p:nvSpPr>
          <p:cNvPr id="100" name="Заголовок 1">
            <a:extLst>
              <a:ext uri="{FF2B5EF4-FFF2-40B4-BE49-F238E27FC236}">
                <a16:creationId xmlns:a16="http://schemas.microsoft.com/office/drawing/2014/main" id="{6641864C-9659-45A2-A61F-BB1A3067B16A}"/>
              </a:ext>
            </a:extLst>
          </p:cNvPr>
          <p:cNvSpPr>
            <a:spLocks noGrp="1"/>
          </p:cNvSpPr>
          <p:nvPr>
            <p:ph type="title"/>
          </p:nvPr>
        </p:nvSpPr>
        <p:spPr>
          <a:xfrm>
            <a:off x="346075" y="421226"/>
            <a:ext cx="9862734" cy="376138"/>
          </a:xfrm>
          <a:prstGeom prst="rect">
            <a:avLst/>
          </a:prstGeom>
        </p:spPr>
        <p:txBody>
          <a:bodyPr vert="horz" lIns="91440" tIns="45720" rIns="91440" bIns="45720" rtlCol="0" anchor="b" anchorCtr="0">
            <a:noAutofit/>
          </a:bodyPr>
          <a:lstStyle/>
          <a:p>
            <a:r>
              <a:rPr lang="ru-RU" dirty="0"/>
              <a:t>ОБРАЗЕЦ ЗАГОЛОВКА</a:t>
            </a:r>
          </a:p>
        </p:txBody>
      </p:sp>
      <p:sp>
        <p:nvSpPr>
          <p:cNvPr id="8" name="Текст 7">
            <a:extLst>
              <a:ext uri="{FF2B5EF4-FFF2-40B4-BE49-F238E27FC236}">
                <a16:creationId xmlns:a16="http://schemas.microsoft.com/office/drawing/2014/main" id="{8340B20B-0618-415E-8908-3C85578C4D16}"/>
              </a:ext>
            </a:extLst>
          </p:cNvPr>
          <p:cNvSpPr>
            <a:spLocks noGrp="1"/>
          </p:cNvSpPr>
          <p:nvPr>
            <p:ph type="body" sz="quarter" idx="15"/>
          </p:nvPr>
        </p:nvSpPr>
        <p:spPr>
          <a:xfrm>
            <a:off x="346075" y="4656083"/>
            <a:ext cx="3626835" cy="154469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90" name="Текст 7">
            <a:extLst>
              <a:ext uri="{FF2B5EF4-FFF2-40B4-BE49-F238E27FC236}">
                <a16:creationId xmlns:a16="http://schemas.microsoft.com/office/drawing/2014/main" id="{47A76FC9-6FDA-4102-9D33-F9766B07D3E6}"/>
              </a:ext>
            </a:extLst>
          </p:cNvPr>
          <p:cNvSpPr>
            <a:spLocks noGrp="1"/>
          </p:cNvSpPr>
          <p:nvPr>
            <p:ph type="body" sz="quarter" idx="16"/>
          </p:nvPr>
        </p:nvSpPr>
        <p:spPr>
          <a:xfrm>
            <a:off x="4240502" y="4656083"/>
            <a:ext cx="3626835" cy="154469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91" name="Текст 7">
            <a:extLst>
              <a:ext uri="{FF2B5EF4-FFF2-40B4-BE49-F238E27FC236}">
                <a16:creationId xmlns:a16="http://schemas.microsoft.com/office/drawing/2014/main" id="{7C8F4076-BB2C-4FA3-9BAD-5EF87B638D5F}"/>
              </a:ext>
            </a:extLst>
          </p:cNvPr>
          <p:cNvSpPr>
            <a:spLocks noGrp="1"/>
          </p:cNvSpPr>
          <p:nvPr>
            <p:ph type="body" sz="quarter" idx="17"/>
          </p:nvPr>
        </p:nvSpPr>
        <p:spPr>
          <a:xfrm>
            <a:off x="8230203" y="4656083"/>
            <a:ext cx="3626835" cy="154469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extLst>
      <p:ext uri="{BB962C8B-B14F-4D97-AF65-F5344CB8AC3E}">
        <p14:creationId xmlns:p14="http://schemas.microsoft.com/office/powerpoint/2010/main" val="34699120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Демо_1">
    <p:spTree>
      <p:nvGrpSpPr>
        <p:cNvPr id="1" name=""/>
        <p:cNvGrpSpPr/>
        <p:nvPr/>
      </p:nvGrpSpPr>
      <p:grpSpPr>
        <a:xfrm>
          <a:off x="0" y="0"/>
          <a:ext cx="0" cy="0"/>
          <a:chOff x="0" y="0"/>
          <a:chExt cx="0" cy="0"/>
        </a:xfrm>
      </p:grpSpPr>
      <p:sp>
        <p:nvSpPr>
          <p:cNvPr id="5" name="Дата 3">
            <a:extLst>
              <a:ext uri="{FF2B5EF4-FFF2-40B4-BE49-F238E27FC236}">
                <a16:creationId xmlns:a16="http://schemas.microsoft.com/office/drawing/2014/main" id="{916B7A0B-21BC-45FE-AFF7-52F34B6D0F83}"/>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93AF0E63-1EB1-47F5-B09E-CA3E5DE528F3}" type="datetime1">
              <a:rPr lang="ru-RU" smtClean="0"/>
              <a:t>23.10.2026</a:t>
            </a:fld>
            <a:endParaRPr lang="ru-RU"/>
          </a:p>
        </p:txBody>
      </p:sp>
      <p:sp>
        <p:nvSpPr>
          <p:cNvPr id="6" name="Нижний колонтитул 4">
            <a:extLst>
              <a:ext uri="{FF2B5EF4-FFF2-40B4-BE49-F238E27FC236}">
                <a16:creationId xmlns:a16="http://schemas.microsoft.com/office/drawing/2014/main" id="{6D393D3D-D368-4E15-8F2F-7A07229A98A8}"/>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7" name="Номер слайда 5">
            <a:extLst>
              <a:ext uri="{FF2B5EF4-FFF2-40B4-BE49-F238E27FC236}">
                <a16:creationId xmlns:a16="http://schemas.microsoft.com/office/drawing/2014/main" id="{0F5F999C-FF8F-49FD-8575-A50C0300C4F5}"/>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
        <p:nvSpPr>
          <p:cNvPr id="100" name="Заголовок 1">
            <a:extLst>
              <a:ext uri="{FF2B5EF4-FFF2-40B4-BE49-F238E27FC236}">
                <a16:creationId xmlns:a16="http://schemas.microsoft.com/office/drawing/2014/main" id="{6641864C-9659-45A2-A61F-BB1A3067B16A}"/>
              </a:ext>
            </a:extLst>
          </p:cNvPr>
          <p:cNvSpPr>
            <a:spLocks noGrp="1"/>
          </p:cNvSpPr>
          <p:nvPr>
            <p:ph type="title"/>
          </p:nvPr>
        </p:nvSpPr>
        <p:spPr>
          <a:xfrm>
            <a:off x="353289" y="421226"/>
            <a:ext cx="9862734" cy="376138"/>
          </a:xfrm>
          <a:prstGeom prst="rect">
            <a:avLst/>
          </a:prstGeom>
        </p:spPr>
        <p:txBody>
          <a:bodyPr vert="horz" lIns="91440" tIns="45720" rIns="91440" bIns="45720" rtlCol="0" anchor="b" anchorCtr="0">
            <a:noAutofit/>
          </a:bodyPr>
          <a:lstStyle/>
          <a:p>
            <a:r>
              <a:rPr lang="ru-RU" dirty="0"/>
              <a:t>ОБРАЗЕЦ ЗАГОЛОВКА</a:t>
            </a:r>
          </a:p>
        </p:txBody>
      </p:sp>
      <p:sp>
        <p:nvSpPr>
          <p:cNvPr id="8" name="Текст 7">
            <a:extLst>
              <a:ext uri="{FF2B5EF4-FFF2-40B4-BE49-F238E27FC236}">
                <a16:creationId xmlns:a16="http://schemas.microsoft.com/office/drawing/2014/main" id="{8340B20B-0618-415E-8908-3C85578C4D16}"/>
              </a:ext>
            </a:extLst>
          </p:cNvPr>
          <p:cNvSpPr>
            <a:spLocks noGrp="1"/>
          </p:cNvSpPr>
          <p:nvPr>
            <p:ph type="body" sz="quarter" idx="15"/>
          </p:nvPr>
        </p:nvSpPr>
        <p:spPr>
          <a:xfrm>
            <a:off x="1210643" y="4324451"/>
            <a:ext cx="4121687" cy="161226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90" name="Текст 7">
            <a:extLst>
              <a:ext uri="{FF2B5EF4-FFF2-40B4-BE49-F238E27FC236}">
                <a16:creationId xmlns:a16="http://schemas.microsoft.com/office/drawing/2014/main" id="{47A76FC9-6FDA-4102-9D33-F9766B07D3E6}"/>
              </a:ext>
            </a:extLst>
          </p:cNvPr>
          <p:cNvSpPr>
            <a:spLocks noGrp="1"/>
          </p:cNvSpPr>
          <p:nvPr>
            <p:ph type="body" sz="quarter" idx="16"/>
          </p:nvPr>
        </p:nvSpPr>
        <p:spPr>
          <a:xfrm>
            <a:off x="6857950" y="4324451"/>
            <a:ext cx="4121687" cy="161226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9" name="Picture Placeholder 1">
            <a:extLst>
              <a:ext uri="{FF2B5EF4-FFF2-40B4-BE49-F238E27FC236}">
                <a16:creationId xmlns:a16="http://schemas.microsoft.com/office/drawing/2014/main" id="{F4BB4485-D5EB-48AD-A465-1B1299C88CD1}"/>
              </a:ext>
            </a:extLst>
          </p:cNvPr>
          <p:cNvSpPr>
            <a:spLocks noGrp="1"/>
          </p:cNvSpPr>
          <p:nvPr>
            <p:ph type="pic" sz="quarter" idx="14"/>
          </p:nvPr>
        </p:nvSpPr>
        <p:spPr>
          <a:xfrm>
            <a:off x="1210642" y="1577998"/>
            <a:ext cx="4121688" cy="2283975"/>
          </a:xfrm>
        </p:spPr>
      </p:sp>
      <p:sp>
        <p:nvSpPr>
          <p:cNvPr id="123" name="Picture Placeholder 1">
            <a:extLst>
              <a:ext uri="{FF2B5EF4-FFF2-40B4-BE49-F238E27FC236}">
                <a16:creationId xmlns:a16="http://schemas.microsoft.com/office/drawing/2014/main" id="{C7FB8BAF-17B6-40DC-9912-73B3494AC45E}"/>
              </a:ext>
            </a:extLst>
          </p:cNvPr>
          <p:cNvSpPr>
            <a:spLocks noGrp="1"/>
          </p:cNvSpPr>
          <p:nvPr>
            <p:ph type="pic" sz="quarter" idx="18"/>
          </p:nvPr>
        </p:nvSpPr>
        <p:spPr>
          <a:xfrm>
            <a:off x="6855540" y="1577998"/>
            <a:ext cx="4121688" cy="2283975"/>
          </a:xfrm>
        </p:spPr>
      </p:sp>
    </p:spTree>
    <p:extLst>
      <p:ext uri="{BB962C8B-B14F-4D97-AF65-F5344CB8AC3E}">
        <p14:creationId xmlns:p14="http://schemas.microsoft.com/office/powerpoint/2010/main" val="22823953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Демо_1">
    <p:spTree>
      <p:nvGrpSpPr>
        <p:cNvPr id="1" name=""/>
        <p:cNvGrpSpPr/>
        <p:nvPr/>
      </p:nvGrpSpPr>
      <p:grpSpPr>
        <a:xfrm>
          <a:off x="0" y="0"/>
          <a:ext cx="0" cy="0"/>
          <a:chOff x="0" y="0"/>
          <a:chExt cx="0" cy="0"/>
        </a:xfrm>
      </p:grpSpPr>
      <p:sp>
        <p:nvSpPr>
          <p:cNvPr id="125" name="Picture Placeholder 1">
            <a:extLst>
              <a:ext uri="{FF2B5EF4-FFF2-40B4-BE49-F238E27FC236}">
                <a16:creationId xmlns:a16="http://schemas.microsoft.com/office/drawing/2014/main" id="{2E6A2544-8689-48EB-9658-2D1DE4E48784}"/>
              </a:ext>
            </a:extLst>
          </p:cNvPr>
          <p:cNvSpPr>
            <a:spLocks noGrp="1"/>
          </p:cNvSpPr>
          <p:nvPr>
            <p:ph type="pic" sz="quarter" idx="14"/>
          </p:nvPr>
        </p:nvSpPr>
        <p:spPr>
          <a:xfrm>
            <a:off x="5009872" y="1235915"/>
            <a:ext cx="2172255" cy="4602697"/>
          </a:xfrm>
          <a:prstGeom prst="roundRect">
            <a:avLst>
              <a:gd name="adj" fmla="val 12528"/>
            </a:avLst>
          </a:prstGeom>
          <a:noFill/>
        </p:spPr>
      </p:sp>
      <p:sp>
        <p:nvSpPr>
          <p:cNvPr id="130" name="Текст 35">
            <a:extLst>
              <a:ext uri="{FF2B5EF4-FFF2-40B4-BE49-F238E27FC236}">
                <a16:creationId xmlns:a16="http://schemas.microsoft.com/office/drawing/2014/main" id="{34F2EADD-49A3-44E7-AC8B-D07BF1B4F1A8}"/>
              </a:ext>
            </a:extLst>
          </p:cNvPr>
          <p:cNvSpPr>
            <a:spLocks noGrp="1"/>
          </p:cNvSpPr>
          <p:nvPr>
            <p:ph type="body" sz="quarter" idx="21"/>
          </p:nvPr>
        </p:nvSpPr>
        <p:spPr>
          <a:xfrm>
            <a:off x="356349" y="1641283"/>
            <a:ext cx="3812931" cy="1021701"/>
          </a:xfrm>
          <a:prstGeom prst="roundRect">
            <a:avLst/>
          </a:prstGeom>
          <a:gradFill>
            <a:gsLst>
              <a:gs pos="0">
                <a:schemeClr val="accent1">
                  <a:lumMod val="5000"/>
                  <a:lumOff val="95000"/>
                  <a:alpha val="20000"/>
                </a:schemeClr>
              </a:gs>
              <a:gs pos="65000">
                <a:schemeClr val="bg1">
                  <a:alpha val="0"/>
                </a:schemeClr>
              </a:gs>
            </a:gsLst>
            <a:lin ang="5400000" scaled="1"/>
          </a:gradFill>
        </p:spPr>
        <p:txBody>
          <a:bodyPr>
            <a:noAutofit/>
          </a:bodyPr>
          <a:lstStyle>
            <a:lvl1pPr>
              <a:defRPr sz="1800" b="1">
                <a:solidFill>
                  <a:schemeClr val="accent1"/>
                </a:solidFill>
              </a:defRPr>
            </a:lvl1pPr>
          </a:lstStyle>
          <a:p>
            <a:pPr lvl="0"/>
            <a:r>
              <a:rPr lang="ru-RU" dirty="0"/>
              <a:t>Образец текста</a:t>
            </a:r>
          </a:p>
        </p:txBody>
      </p:sp>
      <p:sp>
        <p:nvSpPr>
          <p:cNvPr id="146" name="Текст 35">
            <a:extLst>
              <a:ext uri="{FF2B5EF4-FFF2-40B4-BE49-F238E27FC236}">
                <a16:creationId xmlns:a16="http://schemas.microsoft.com/office/drawing/2014/main" id="{15551546-3EE0-4A54-9DEE-1E9FEBF43B2F}"/>
              </a:ext>
            </a:extLst>
          </p:cNvPr>
          <p:cNvSpPr>
            <a:spLocks noGrp="1"/>
          </p:cNvSpPr>
          <p:nvPr>
            <p:ph type="body" sz="quarter" idx="18"/>
          </p:nvPr>
        </p:nvSpPr>
        <p:spPr>
          <a:xfrm>
            <a:off x="356349" y="2020820"/>
            <a:ext cx="3812931" cy="1290596"/>
          </a:xfrm>
          <a:prstGeom prst="rect">
            <a:avLst/>
          </a:prstGeom>
        </p:spPr>
        <p:txBody>
          <a:bodyPr>
            <a:normAutofit/>
          </a:bodyPr>
          <a:lstStyle>
            <a:lvl1pPr>
              <a:defRPr sz="1400"/>
            </a:lvl1pPr>
          </a:lstStyle>
          <a:p>
            <a:pPr lvl="0"/>
            <a:r>
              <a:rPr lang="ru-RU" dirty="0"/>
              <a:t>Образец текста</a:t>
            </a:r>
          </a:p>
        </p:txBody>
      </p:sp>
      <p:sp>
        <p:nvSpPr>
          <p:cNvPr id="147" name="Текст 35">
            <a:extLst>
              <a:ext uri="{FF2B5EF4-FFF2-40B4-BE49-F238E27FC236}">
                <a16:creationId xmlns:a16="http://schemas.microsoft.com/office/drawing/2014/main" id="{9D9ADB6F-AC53-4034-92EE-80435562B80A}"/>
              </a:ext>
            </a:extLst>
          </p:cNvPr>
          <p:cNvSpPr>
            <a:spLocks noGrp="1"/>
          </p:cNvSpPr>
          <p:nvPr>
            <p:ph type="body" sz="quarter" idx="22"/>
          </p:nvPr>
        </p:nvSpPr>
        <p:spPr>
          <a:xfrm>
            <a:off x="8040021" y="1641283"/>
            <a:ext cx="3812931" cy="1021701"/>
          </a:xfrm>
          <a:prstGeom prst="roundRect">
            <a:avLst/>
          </a:prstGeom>
          <a:gradFill>
            <a:gsLst>
              <a:gs pos="0">
                <a:schemeClr val="accent1">
                  <a:lumMod val="5000"/>
                  <a:lumOff val="95000"/>
                  <a:alpha val="20000"/>
                </a:schemeClr>
              </a:gs>
              <a:gs pos="65000">
                <a:schemeClr val="bg1">
                  <a:alpha val="0"/>
                </a:schemeClr>
              </a:gs>
            </a:gsLst>
            <a:lin ang="5400000" scaled="1"/>
          </a:gradFill>
        </p:spPr>
        <p:txBody>
          <a:bodyPr>
            <a:noAutofit/>
          </a:bodyPr>
          <a:lstStyle>
            <a:lvl1pPr>
              <a:defRPr sz="1800" b="1">
                <a:solidFill>
                  <a:schemeClr val="accent5">
                    <a:lumMod val="20000"/>
                    <a:lumOff val="80000"/>
                  </a:schemeClr>
                </a:solidFill>
              </a:defRPr>
            </a:lvl1pPr>
          </a:lstStyle>
          <a:p>
            <a:pPr lvl="0"/>
            <a:r>
              <a:rPr lang="ru-RU" dirty="0"/>
              <a:t>Образец текста</a:t>
            </a:r>
          </a:p>
        </p:txBody>
      </p:sp>
      <p:sp>
        <p:nvSpPr>
          <p:cNvPr id="148" name="Текст 35">
            <a:extLst>
              <a:ext uri="{FF2B5EF4-FFF2-40B4-BE49-F238E27FC236}">
                <a16:creationId xmlns:a16="http://schemas.microsoft.com/office/drawing/2014/main" id="{EAB22390-1508-4419-B1B3-375A734DF0EE}"/>
              </a:ext>
            </a:extLst>
          </p:cNvPr>
          <p:cNvSpPr>
            <a:spLocks noGrp="1"/>
          </p:cNvSpPr>
          <p:nvPr>
            <p:ph type="body" sz="quarter" idx="23"/>
          </p:nvPr>
        </p:nvSpPr>
        <p:spPr>
          <a:xfrm>
            <a:off x="8040021" y="2020820"/>
            <a:ext cx="3812931" cy="1290596"/>
          </a:xfrm>
          <a:prstGeom prst="rect">
            <a:avLst/>
          </a:prstGeom>
        </p:spPr>
        <p:txBody>
          <a:bodyPr>
            <a:normAutofit/>
          </a:bodyPr>
          <a:lstStyle>
            <a:lvl1pPr>
              <a:defRPr sz="1400"/>
            </a:lvl1pPr>
          </a:lstStyle>
          <a:p>
            <a:pPr lvl="0"/>
            <a:r>
              <a:rPr lang="ru-RU" dirty="0"/>
              <a:t>Образец текста</a:t>
            </a:r>
          </a:p>
        </p:txBody>
      </p:sp>
      <p:sp>
        <p:nvSpPr>
          <p:cNvPr id="149" name="Текст 35">
            <a:extLst>
              <a:ext uri="{FF2B5EF4-FFF2-40B4-BE49-F238E27FC236}">
                <a16:creationId xmlns:a16="http://schemas.microsoft.com/office/drawing/2014/main" id="{FF699DD2-8E32-4C98-8444-90139EB2FDC6}"/>
              </a:ext>
            </a:extLst>
          </p:cNvPr>
          <p:cNvSpPr>
            <a:spLocks noGrp="1"/>
          </p:cNvSpPr>
          <p:nvPr>
            <p:ph type="body" sz="quarter" idx="24"/>
          </p:nvPr>
        </p:nvSpPr>
        <p:spPr>
          <a:xfrm>
            <a:off x="356349" y="3864598"/>
            <a:ext cx="3812931" cy="1021701"/>
          </a:xfrm>
          <a:prstGeom prst="roundRect">
            <a:avLst/>
          </a:prstGeom>
          <a:gradFill>
            <a:gsLst>
              <a:gs pos="0">
                <a:schemeClr val="accent1">
                  <a:lumMod val="5000"/>
                  <a:lumOff val="95000"/>
                  <a:alpha val="20000"/>
                </a:schemeClr>
              </a:gs>
              <a:gs pos="65000">
                <a:schemeClr val="bg1">
                  <a:alpha val="0"/>
                </a:schemeClr>
              </a:gs>
            </a:gsLst>
            <a:lin ang="5400000" scaled="1"/>
          </a:gradFill>
        </p:spPr>
        <p:txBody>
          <a:bodyPr>
            <a:noAutofit/>
          </a:bodyPr>
          <a:lstStyle>
            <a:lvl1pPr>
              <a:defRPr sz="1800" b="1">
                <a:solidFill>
                  <a:schemeClr val="accent4"/>
                </a:solidFill>
              </a:defRPr>
            </a:lvl1pPr>
          </a:lstStyle>
          <a:p>
            <a:pPr lvl="0"/>
            <a:r>
              <a:rPr lang="ru-RU" dirty="0"/>
              <a:t>Образец текста</a:t>
            </a:r>
          </a:p>
        </p:txBody>
      </p:sp>
      <p:sp>
        <p:nvSpPr>
          <p:cNvPr id="150" name="Текст 35">
            <a:extLst>
              <a:ext uri="{FF2B5EF4-FFF2-40B4-BE49-F238E27FC236}">
                <a16:creationId xmlns:a16="http://schemas.microsoft.com/office/drawing/2014/main" id="{6496F1D2-4B4B-412C-B228-1C27099F20D3}"/>
              </a:ext>
            </a:extLst>
          </p:cNvPr>
          <p:cNvSpPr>
            <a:spLocks noGrp="1"/>
          </p:cNvSpPr>
          <p:nvPr>
            <p:ph type="body" sz="quarter" idx="25"/>
          </p:nvPr>
        </p:nvSpPr>
        <p:spPr>
          <a:xfrm>
            <a:off x="356349" y="4244135"/>
            <a:ext cx="3812931" cy="1290596"/>
          </a:xfrm>
          <a:prstGeom prst="rect">
            <a:avLst/>
          </a:prstGeom>
        </p:spPr>
        <p:txBody>
          <a:bodyPr>
            <a:normAutofit/>
          </a:bodyPr>
          <a:lstStyle>
            <a:lvl1pPr>
              <a:defRPr sz="1400"/>
            </a:lvl1pPr>
          </a:lstStyle>
          <a:p>
            <a:pPr lvl="0"/>
            <a:r>
              <a:rPr lang="ru-RU" dirty="0"/>
              <a:t>Образец текста</a:t>
            </a:r>
          </a:p>
        </p:txBody>
      </p:sp>
      <p:sp>
        <p:nvSpPr>
          <p:cNvPr id="151" name="Текст 35">
            <a:extLst>
              <a:ext uri="{FF2B5EF4-FFF2-40B4-BE49-F238E27FC236}">
                <a16:creationId xmlns:a16="http://schemas.microsoft.com/office/drawing/2014/main" id="{55E268D8-B309-4AA0-8E1B-30DF4A867252}"/>
              </a:ext>
            </a:extLst>
          </p:cNvPr>
          <p:cNvSpPr>
            <a:spLocks noGrp="1"/>
          </p:cNvSpPr>
          <p:nvPr>
            <p:ph type="body" sz="quarter" idx="26"/>
          </p:nvPr>
        </p:nvSpPr>
        <p:spPr>
          <a:xfrm>
            <a:off x="8040021" y="3864598"/>
            <a:ext cx="3812931" cy="1021701"/>
          </a:xfrm>
          <a:prstGeom prst="roundRect">
            <a:avLst/>
          </a:prstGeom>
          <a:gradFill>
            <a:gsLst>
              <a:gs pos="0">
                <a:schemeClr val="accent1">
                  <a:lumMod val="5000"/>
                  <a:lumOff val="95000"/>
                  <a:alpha val="20000"/>
                </a:schemeClr>
              </a:gs>
              <a:gs pos="65000">
                <a:schemeClr val="bg1">
                  <a:alpha val="0"/>
                </a:schemeClr>
              </a:gs>
            </a:gsLst>
            <a:lin ang="5400000" scaled="1"/>
          </a:gradFill>
        </p:spPr>
        <p:txBody>
          <a:bodyPr>
            <a:noAutofit/>
          </a:bodyPr>
          <a:lstStyle>
            <a:lvl1pPr>
              <a:defRPr sz="1800" b="1">
                <a:solidFill>
                  <a:schemeClr val="accent2"/>
                </a:solidFill>
              </a:defRPr>
            </a:lvl1pPr>
          </a:lstStyle>
          <a:p>
            <a:pPr lvl="0"/>
            <a:r>
              <a:rPr lang="ru-RU" dirty="0"/>
              <a:t>Образец текста</a:t>
            </a:r>
          </a:p>
        </p:txBody>
      </p:sp>
      <p:sp>
        <p:nvSpPr>
          <p:cNvPr id="152" name="Текст 35">
            <a:extLst>
              <a:ext uri="{FF2B5EF4-FFF2-40B4-BE49-F238E27FC236}">
                <a16:creationId xmlns:a16="http://schemas.microsoft.com/office/drawing/2014/main" id="{E6797EA4-A26A-41BA-A1AB-8E1F9B9574DE}"/>
              </a:ext>
            </a:extLst>
          </p:cNvPr>
          <p:cNvSpPr>
            <a:spLocks noGrp="1"/>
          </p:cNvSpPr>
          <p:nvPr>
            <p:ph type="body" sz="quarter" idx="27"/>
          </p:nvPr>
        </p:nvSpPr>
        <p:spPr>
          <a:xfrm>
            <a:off x="8040021" y="4244135"/>
            <a:ext cx="3812931" cy="1290596"/>
          </a:xfrm>
          <a:prstGeom prst="rect">
            <a:avLst/>
          </a:prstGeom>
        </p:spPr>
        <p:txBody>
          <a:bodyPr>
            <a:normAutofit/>
          </a:bodyPr>
          <a:lstStyle>
            <a:lvl1pPr>
              <a:defRPr sz="1400"/>
            </a:lvl1pPr>
          </a:lstStyle>
          <a:p>
            <a:pPr lvl="0"/>
            <a:r>
              <a:rPr lang="ru-RU" dirty="0"/>
              <a:t>Образец текста</a:t>
            </a:r>
          </a:p>
        </p:txBody>
      </p:sp>
      <p:cxnSp>
        <p:nvCxnSpPr>
          <p:cNvPr id="168" name="Google Shape;2799;p94">
            <a:extLst>
              <a:ext uri="{FF2B5EF4-FFF2-40B4-BE49-F238E27FC236}">
                <a16:creationId xmlns:a16="http://schemas.microsoft.com/office/drawing/2014/main" id="{FA0271FA-A51F-4387-9143-29364B78BFC3}"/>
              </a:ext>
            </a:extLst>
          </p:cNvPr>
          <p:cNvCxnSpPr>
            <a:cxnSpLocks/>
          </p:cNvCxnSpPr>
          <p:nvPr userDrawn="1"/>
        </p:nvCxnSpPr>
        <p:spPr>
          <a:xfrm>
            <a:off x="4244694" y="1870413"/>
            <a:ext cx="686698" cy="0"/>
          </a:xfrm>
          <a:prstGeom prst="straightConnector1">
            <a:avLst/>
          </a:prstGeom>
          <a:noFill/>
          <a:ln w="25400" cap="flat" cmpd="sng">
            <a:solidFill>
              <a:schemeClr val="accent1"/>
            </a:solidFill>
            <a:prstDash val="solid"/>
            <a:round/>
            <a:headEnd type="none" w="med" len="med"/>
            <a:tailEnd type="none" w="med" len="med"/>
          </a:ln>
        </p:spPr>
      </p:cxnSp>
      <p:cxnSp>
        <p:nvCxnSpPr>
          <p:cNvPr id="169" name="Google Shape;2799;p94">
            <a:extLst>
              <a:ext uri="{FF2B5EF4-FFF2-40B4-BE49-F238E27FC236}">
                <a16:creationId xmlns:a16="http://schemas.microsoft.com/office/drawing/2014/main" id="{83B50154-F03F-4297-B4A8-C77D1687B8DA}"/>
              </a:ext>
            </a:extLst>
          </p:cNvPr>
          <p:cNvCxnSpPr>
            <a:cxnSpLocks/>
          </p:cNvCxnSpPr>
          <p:nvPr userDrawn="1"/>
        </p:nvCxnSpPr>
        <p:spPr>
          <a:xfrm>
            <a:off x="4244694" y="4094630"/>
            <a:ext cx="686698" cy="0"/>
          </a:xfrm>
          <a:prstGeom prst="straightConnector1">
            <a:avLst/>
          </a:prstGeom>
          <a:noFill/>
          <a:ln w="25400" cap="flat" cmpd="sng">
            <a:solidFill>
              <a:schemeClr val="accent5"/>
            </a:solidFill>
            <a:prstDash val="solid"/>
            <a:round/>
            <a:headEnd type="none" w="med" len="med"/>
            <a:tailEnd type="none" w="med" len="med"/>
          </a:ln>
        </p:spPr>
      </p:cxnSp>
      <p:cxnSp>
        <p:nvCxnSpPr>
          <p:cNvPr id="170" name="Google Shape;2799;p94">
            <a:extLst>
              <a:ext uri="{FF2B5EF4-FFF2-40B4-BE49-F238E27FC236}">
                <a16:creationId xmlns:a16="http://schemas.microsoft.com/office/drawing/2014/main" id="{89D0D73E-B609-4208-BFA6-94ED3BC232A9}"/>
              </a:ext>
            </a:extLst>
          </p:cNvPr>
          <p:cNvCxnSpPr>
            <a:cxnSpLocks/>
          </p:cNvCxnSpPr>
          <p:nvPr userDrawn="1"/>
        </p:nvCxnSpPr>
        <p:spPr>
          <a:xfrm>
            <a:off x="7250583" y="1870413"/>
            <a:ext cx="686698" cy="0"/>
          </a:xfrm>
          <a:prstGeom prst="straightConnector1">
            <a:avLst/>
          </a:prstGeom>
          <a:noFill/>
          <a:ln w="25400" cap="flat" cmpd="sng">
            <a:solidFill>
              <a:schemeClr val="accent5">
                <a:lumMod val="20000"/>
                <a:lumOff val="80000"/>
              </a:schemeClr>
            </a:solidFill>
            <a:prstDash val="solid"/>
            <a:round/>
            <a:headEnd type="none" w="med" len="med"/>
            <a:tailEnd type="none" w="med" len="med"/>
          </a:ln>
        </p:spPr>
      </p:cxnSp>
      <p:cxnSp>
        <p:nvCxnSpPr>
          <p:cNvPr id="171" name="Google Shape;2799;p94">
            <a:extLst>
              <a:ext uri="{FF2B5EF4-FFF2-40B4-BE49-F238E27FC236}">
                <a16:creationId xmlns:a16="http://schemas.microsoft.com/office/drawing/2014/main" id="{1DD03E5E-FCF0-4EC5-BA97-518950F7A41C}"/>
              </a:ext>
            </a:extLst>
          </p:cNvPr>
          <p:cNvCxnSpPr>
            <a:cxnSpLocks/>
          </p:cNvCxnSpPr>
          <p:nvPr userDrawn="1"/>
        </p:nvCxnSpPr>
        <p:spPr>
          <a:xfrm>
            <a:off x="7250583" y="4094630"/>
            <a:ext cx="686698" cy="0"/>
          </a:xfrm>
          <a:prstGeom prst="straightConnector1">
            <a:avLst/>
          </a:prstGeom>
          <a:noFill/>
          <a:ln w="25400" cap="flat" cmpd="sng">
            <a:solidFill>
              <a:schemeClr val="accent3"/>
            </a:solidFill>
            <a:prstDash val="solid"/>
            <a:round/>
            <a:headEnd type="none" w="med" len="med"/>
            <a:tailEnd type="none" w="med" len="med"/>
          </a:ln>
        </p:spPr>
      </p:cxnSp>
      <p:sp>
        <p:nvSpPr>
          <p:cNvPr id="4" name="Заголовок 3">
            <a:extLst>
              <a:ext uri="{FF2B5EF4-FFF2-40B4-BE49-F238E27FC236}">
                <a16:creationId xmlns:a16="http://schemas.microsoft.com/office/drawing/2014/main" id="{A19765B8-4F24-5E1F-432E-F592BFAF73CE}"/>
              </a:ext>
            </a:extLst>
          </p:cNvPr>
          <p:cNvSpPr>
            <a:spLocks noGrp="1"/>
          </p:cNvSpPr>
          <p:nvPr>
            <p:ph type="title"/>
          </p:nvPr>
        </p:nvSpPr>
        <p:spPr/>
        <p:txBody>
          <a:bodyPr/>
          <a:lstStyle/>
          <a:p>
            <a:r>
              <a:rPr lang="ru-RU"/>
              <a:t>Образец заголовка</a:t>
            </a:r>
          </a:p>
        </p:txBody>
      </p:sp>
      <p:sp>
        <p:nvSpPr>
          <p:cNvPr id="9" name="Дата 8">
            <a:extLst>
              <a:ext uri="{FF2B5EF4-FFF2-40B4-BE49-F238E27FC236}">
                <a16:creationId xmlns:a16="http://schemas.microsoft.com/office/drawing/2014/main" id="{E19B813A-8796-C89A-4669-BFA5CA98F24A}"/>
              </a:ext>
            </a:extLst>
          </p:cNvPr>
          <p:cNvSpPr>
            <a:spLocks noGrp="1"/>
          </p:cNvSpPr>
          <p:nvPr>
            <p:ph type="dt" sz="half" idx="28"/>
          </p:nvPr>
        </p:nvSpPr>
        <p:spPr/>
        <p:txBody>
          <a:bodyPr/>
          <a:lstStyle/>
          <a:p>
            <a:fld id="{9D490EE5-ED7D-46E8-8345-A78A0CB0F4A4}" type="datetime1">
              <a:rPr lang="ru-RU" smtClean="0"/>
              <a:t>23.10.2026</a:t>
            </a:fld>
            <a:endParaRPr lang="ru-RU"/>
          </a:p>
        </p:txBody>
      </p:sp>
      <p:sp>
        <p:nvSpPr>
          <p:cNvPr id="10" name="Нижний колонтитул 9">
            <a:extLst>
              <a:ext uri="{FF2B5EF4-FFF2-40B4-BE49-F238E27FC236}">
                <a16:creationId xmlns:a16="http://schemas.microsoft.com/office/drawing/2014/main" id="{2648A9B9-3888-6E59-EA1C-76276C4EE93D}"/>
              </a:ext>
            </a:extLst>
          </p:cNvPr>
          <p:cNvSpPr>
            <a:spLocks noGrp="1"/>
          </p:cNvSpPr>
          <p:nvPr>
            <p:ph type="ftr" sz="quarter" idx="29"/>
          </p:nvPr>
        </p:nvSpPr>
        <p:spPr/>
        <p:txBody>
          <a:bodyPr/>
          <a:lstStyle/>
          <a:p>
            <a:endParaRPr lang="ru-RU"/>
          </a:p>
        </p:txBody>
      </p:sp>
      <p:sp>
        <p:nvSpPr>
          <p:cNvPr id="11" name="Номер слайда 10">
            <a:extLst>
              <a:ext uri="{FF2B5EF4-FFF2-40B4-BE49-F238E27FC236}">
                <a16:creationId xmlns:a16="http://schemas.microsoft.com/office/drawing/2014/main" id="{0E2B1EF5-F5AA-C72A-5C4D-8EE372388A4E}"/>
              </a:ext>
            </a:extLst>
          </p:cNvPr>
          <p:cNvSpPr>
            <a:spLocks noGrp="1"/>
          </p:cNvSpPr>
          <p:nvPr>
            <p:ph type="sldNum" sz="quarter" idx="30"/>
          </p:nvPr>
        </p:nvSpPr>
        <p:spPr/>
        <p:txBody>
          <a:bodyPr/>
          <a:lstStyle/>
          <a:p>
            <a:fld id="{52DCC5B9-D646-4B76-891F-6FF4E74E9CB4}" type="slidenum">
              <a:rPr lang="ru-RU" smtClean="0"/>
              <a:pPr/>
              <a:t>‹#›</a:t>
            </a:fld>
            <a:endParaRPr lang="ru-RU" dirty="0"/>
          </a:p>
        </p:txBody>
      </p:sp>
    </p:spTree>
    <p:extLst>
      <p:ext uri="{BB962C8B-B14F-4D97-AF65-F5344CB8AC3E}">
        <p14:creationId xmlns:p14="http://schemas.microsoft.com/office/powerpoint/2010/main" val="32464197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Демо_1">
    <p:spTree>
      <p:nvGrpSpPr>
        <p:cNvPr id="1" name=""/>
        <p:cNvGrpSpPr/>
        <p:nvPr/>
      </p:nvGrpSpPr>
      <p:grpSpPr>
        <a:xfrm>
          <a:off x="0" y="0"/>
          <a:ext cx="0" cy="0"/>
          <a:chOff x="0" y="0"/>
          <a:chExt cx="0" cy="0"/>
        </a:xfrm>
      </p:grpSpPr>
      <p:sp>
        <p:nvSpPr>
          <p:cNvPr id="125" name="Picture Placeholder 1">
            <a:extLst>
              <a:ext uri="{FF2B5EF4-FFF2-40B4-BE49-F238E27FC236}">
                <a16:creationId xmlns:a16="http://schemas.microsoft.com/office/drawing/2014/main" id="{2E6A2544-8689-48EB-9658-2D1DE4E48784}"/>
              </a:ext>
            </a:extLst>
          </p:cNvPr>
          <p:cNvSpPr>
            <a:spLocks noGrp="1"/>
          </p:cNvSpPr>
          <p:nvPr>
            <p:ph type="pic" sz="quarter" idx="14"/>
          </p:nvPr>
        </p:nvSpPr>
        <p:spPr>
          <a:xfrm>
            <a:off x="1001460" y="1038224"/>
            <a:ext cx="1726214" cy="3657600"/>
          </a:xfrm>
          <a:prstGeom prst="roundRect">
            <a:avLst>
              <a:gd name="adj" fmla="val 12528"/>
            </a:avLst>
          </a:prstGeom>
          <a:noFill/>
        </p:spPr>
      </p:sp>
      <p:sp>
        <p:nvSpPr>
          <p:cNvPr id="75" name="Picture Placeholder 1">
            <a:extLst>
              <a:ext uri="{FF2B5EF4-FFF2-40B4-BE49-F238E27FC236}">
                <a16:creationId xmlns:a16="http://schemas.microsoft.com/office/drawing/2014/main" id="{5F8A3887-CB84-43EA-BFC4-CD93F421C5F2}"/>
              </a:ext>
            </a:extLst>
          </p:cNvPr>
          <p:cNvSpPr>
            <a:spLocks noGrp="1"/>
          </p:cNvSpPr>
          <p:nvPr>
            <p:ph type="pic" sz="quarter" idx="15"/>
          </p:nvPr>
        </p:nvSpPr>
        <p:spPr>
          <a:xfrm>
            <a:off x="3831097" y="1038224"/>
            <a:ext cx="1726214" cy="3657600"/>
          </a:xfrm>
          <a:prstGeom prst="roundRect">
            <a:avLst>
              <a:gd name="adj" fmla="val 12528"/>
            </a:avLst>
          </a:prstGeom>
          <a:noFill/>
        </p:spPr>
      </p:sp>
      <p:sp>
        <p:nvSpPr>
          <p:cNvPr id="102" name="Picture Placeholder 1">
            <a:extLst>
              <a:ext uri="{FF2B5EF4-FFF2-40B4-BE49-F238E27FC236}">
                <a16:creationId xmlns:a16="http://schemas.microsoft.com/office/drawing/2014/main" id="{E009EEBC-6069-4389-9953-A05FCC07FDF9}"/>
              </a:ext>
            </a:extLst>
          </p:cNvPr>
          <p:cNvSpPr>
            <a:spLocks noGrp="1"/>
          </p:cNvSpPr>
          <p:nvPr>
            <p:ph type="pic" sz="quarter" idx="16"/>
          </p:nvPr>
        </p:nvSpPr>
        <p:spPr>
          <a:xfrm>
            <a:off x="6660734" y="1038224"/>
            <a:ext cx="1726214" cy="3657600"/>
          </a:xfrm>
          <a:prstGeom prst="roundRect">
            <a:avLst>
              <a:gd name="adj" fmla="val 12528"/>
            </a:avLst>
          </a:prstGeom>
          <a:noFill/>
        </p:spPr>
      </p:sp>
      <p:sp>
        <p:nvSpPr>
          <p:cNvPr id="171" name="Picture Placeholder 1">
            <a:extLst>
              <a:ext uri="{FF2B5EF4-FFF2-40B4-BE49-F238E27FC236}">
                <a16:creationId xmlns:a16="http://schemas.microsoft.com/office/drawing/2014/main" id="{16E9D3D5-A966-4770-89F5-48C9F92735FE}"/>
              </a:ext>
            </a:extLst>
          </p:cNvPr>
          <p:cNvSpPr>
            <a:spLocks noGrp="1"/>
          </p:cNvSpPr>
          <p:nvPr>
            <p:ph type="pic" sz="quarter" idx="17"/>
          </p:nvPr>
        </p:nvSpPr>
        <p:spPr>
          <a:xfrm>
            <a:off x="9490368" y="1038224"/>
            <a:ext cx="1726214" cy="3657600"/>
          </a:xfrm>
          <a:prstGeom prst="roundRect">
            <a:avLst>
              <a:gd name="adj" fmla="val 12528"/>
            </a:avLst>
          </a:prstGeom>
          <a:noFill/>
        </p:spPr>
      </p:sp>
      <p:sp>
        <p:nvSpPr>
          <p:cNvPr id="5" name="Дата 3">
            <a:extLst>
              <a:ext uri="{FF2B5EF4-FFF2-40B4-BE49-F238E27FC236}">
                <a16:creationId xmlns:a16="http://schemas.microsoft.com/office/drawing/2014/main" id="{916B7A0B-21BC-45FE-AFF7-52F34B6D0F83}"/>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DC8C16AD-D907-4463-BE30-FCBB33ACAE3F}" type="datetime1">
              <a:rPr lang="ru-RU" smtClean="0"/>
              <a:t>23.10.2026</a:t>
            </a:fld>
            <a:endParaRPr lang="ru-RU"/>
          </a:p>
        </p:txBody>
      </p:sp>
      <p:sp>
        <p:nvSpPr>
          <p:cNvPr id="6" name="Нижний колонтитул 4">
            <a:extLst>
              <a:ext uri="{FF2B5EF4-FFF2-40B4-BE49-F238E27FC236}">
                <a16:creationId xmlns:a16="http://schemas.microsoft.com/office/drawing/2014/main" id="{6D393D3D-D368-4E15-8F2F-7A07229A98A8}"/>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7" name="Номер слайда 5">
            <a:extLst>
              <a:ext uri="{FF2B5EF4-FFF2-40B4-BE49-F238E27FC236}">
                <a16:creationId xmlns:a16="http://schemas.microsoft.com/office/drawing/2014/main" id="{0F5F999C-FF8F-49FD-8575-A50C0300C4F5}"/>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
        <p:nvSpPr>
          <p:cNvPr id="197" name="Текст 7">
            <a:extLst>
              <a:ext uri="{FF2B5EF4-FFF2-40B4-BE49-F238E27FC236}">
                <a16:creationId xmlns:a16="http://schemas.microsoft.com/office/drawing/2014/main" id="{B3D45624-8EA3-4B52-B030-A364BB470CC4}"/>
              </a:ext>
            </a:extLst>
          </p:cNvPr>
          <p:cNvSpPr>
            <a:spLocks noGrp="1"/>
          </p:cNvSpPr>
          <p:nvPr>
            <p:ph type="body" sz="quarter" idx="18"/>
          </p:nvPr>
        </p:nvSpPr>
        <p:spPr>
          <a:xfrm>
            <a:off x="346076" y="4929435"/>
            <a:ext cx="2739248" cy="127134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198" name="Текст 7">
            <a:extLst>
              <a:ext uri="{FF2B5EF4-FFF2-40B4-BE49-F238E27FC236}">
                <a16:creationId xmlns:a16="http://schemas.microsoft.com/office/drawing/2014/main" id="{CA86BD45-703D-484A-9D4A-1FEA90A4808F}"/>
              </a:ext>
            </a:extLst>
          </p:cNvPr>
          <p:cNvSpPr>
            <a:spLocks noGrp="1"/>
          </p:cNvSpPr>
          <p:nvPr>
            <p:ph type="body" sz="quarter" idx="19"/>
          </p:nvPr>
        </p:nvSpPr>
        <p:spPr>
          <a:xfrm>
            <a:off x="3269562" y="4929435"/>
            <a:ext cx="2739248" cy="127134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199" name="Текст 7">
            <a:extLst>
              <a:ext uri="{FF2B5EF4-FFF2-40B4-BE49-F238E27FC236}">
                <a16:creationId xmlns:a16="http://schemas.microsoft.com/office/drawing/2014/main" id="{0FE3D94F-B533-4C0D-9E9B-72F06706305C}"/>
              </a:ext>
            </a:extLst>
          </p:cNvPr>
          <p:cNvSpPr>
            <a:spLocks noGrp="1"/>
          </p:cNvSpPr>
          <p:nvPr>
            <p:ph type="body" sz="quarter" idx="20"/>
          </p:nvPr>
        </p:nvSpPr>
        <p:spPr>
          <a:xfrm>
            <a:off x="6193048" y="4929435"/>
            <a:ext cx="2739248" cy="127134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200" name="Текст 7">
            <a:extLst>
              <a:ext uri="{FF2B5EF4-FFF2-40B4-BE49-F238E27FC236}">
                <a16:creationId xmlns:a16="http://schemas.microsoft.com/office/drawing/2014/main" id="{0C4A1F6E-BDC1-410D-A748-7E90C2221ED1}"/>
              </a:ext>
            </a:extLst>
          </p:cNvPr>
          <p:cNvSpPr>
            <a:spLocks noGrp="1"/>
          </p:cNvSpPr>
          <p:nvPr>
            <p:ph type="body" sz="quarter" idx="21"/>
          </p:nvPr>
        </p:nvSpPr>
        <p:spPr>
          <a:xfrm>
            <a:off x="9116535" y="4929435"/>
            <a:ext cx="2739248" cy="127134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2" name="Заголовок 1">
            <a:extLst>
              <a:ext uri="{FF2B5EF4-FFF2-40B4-BE49-F238E27FC236}">
                <a16:creationId xmlns:a16="http://schemas.microsoft.com/office/drawing/2014/main" id="{D008DEFE-D4AF-4461-AEAA-AABBFA14735A}"/>
              </a:ext>
            </a:extLst>
          </p:cNvPr>
          <p:cNvSpPr>
            <a:spLocks noGrp="1"/>
          </p:cNvSpPr>
          <p:nvPr>
            <p:ph type="title"/>
          </p:nvPr>
        </p:nvSpPr>
        <p:spPr/>
        <p:txBody>
          <a:bodyPr/>
          <a:lstStyle/>
          <a:p>
            <a:r>
              <a:rPr lang="ru-RU"/>
              <a:t>Образец заголовка</a:t>
            </a:r>
          </a:p>
        </p:txBody>
      </p:sp>
    </p:spTree>
    <p:extLst>
      <p:ext uri="{BB962C8B-B14F-4D97-AF65-F5344CB8AC3E}">
        <p14:creationId xmlns:p14="http://schemas.microsoft.com/office/powerpoint/2010/main" val="32186458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Пустой">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769503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theme" Target="../theme/theme1.xml"/><Relationship Id="rId2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5">
            <a:lum/>
          </a:blip>
          <a:srcRect/>
          <a:stretch>
            <a:fillRect/>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2BCE23A-38F1-44E4-8D99-E9CD24A3AF81}"/>
              </a:ext>
            </a:extLst>
          </p:cNvPr>
          <p:cNvSpPr>
            <a:spLocks noGrp="1"/>
          </p:cNvSpPr>
          <p:nvPr>
            <p:ph type="title"/>
          </p:nvPr>
        </p:nvSpPr>
        <p:spPr>
          <a:xfrm>
            <a:off x="346075" y="421226"/>
            <a:ext cx="9862734" cy="376138"/>
          </a:xfrm>
          <a:prstGeom prst="rect">
            <a:avLst/>
          </a:prstGeom>
        </p:spPr>
        <p:txBody>
          <a:bodyPr vert="horz" lIns="91440" tIns="45720" rIns="91440" bIns="45720" rtlCol="0" anchor="b" anchorCtr="0">
            <a:noAutofit/>
          </a:bodyPr>
          <a:lstStyle/>
          <a:p>
            <a:r>
              <a:rPr lang="ru-RU" dirty="0"/>
              <a:t>ОБРАЗЕЦ ЗАГОЛОВКА</a:t>
            </a:r>
          </a:p>
        </p:txBody>
      </p:sp>
      <p:sp>
        <p:nvSpPr>
          <p:cNvPr id="3" name="Текст 2">
            <a:extLst>
              <a:ext uri="{FF2B5EF4-FFF2-40B4-BE49-F238E27FC236}">
                <a16:creationId xmlns:a16="http://schemas.microsoft.com/office/drawing/2014/main" id="{36EAD268-7E0C-4473-BF2C-A75921B98BC7}"/>
              </a:ext>
            </a:extLst>
          </p:cNvPr>
          <p:cNvSpPr>
            <a:spLocks noGrp="1"/>
          </p:cNvSpPr>
          <p:nvPr>
            <p:ph type="body" idx="1"/>
          </p:nvPr>
        </p:nvSpPr>
        <p:spPr>
          <a:xfrm>
            <a:off x="315392" y="1016177"/>
            <a:ext cx="11561229" cy="5160793"/>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a:extLst>
              <a:ext uri="{FF2B5EF4-FFF2-40B4-BE49-F238E27FC236}">
                <a16:creationId xmlns:a16="http://schemas.microsoft.com/office/drawing/2014/main" id="{D905FB47-C828-44E8-81A6-7D70F28691C7}"/>
              </a:ext>
            </a:extLst>
          </p:cNvPr>
          <p:cNvSpPr>
            <a:spLocks noGrp="1"/>
          </p:cNvSpPr>
          <p:nvPr>
            <p:ph type="dt" sz="half" idx="2"/>
          </p:nvPr>
        </p:nvSpPr>
        <p:spPr>
          <a:xfrm>
            <a:off x="306390" y="6356362"/>
            <a:ext cx="1047663" cy="365125"/>
          </a:xfrm>
          <a:prstGeom prst="rect">
            <a:avLst/>
          </a:prstGeom>
        </p:spPr>
        <p:txBody>
          <a:bodyPr vert="horz" lIns="91440" tIns="45720" rIns="91440" bIns="45720" rtlCol="0" anchor="ctr"/>
          <a:lstStyle>
            <a:lvl1pPr algn="l">
              <a:defRPr sz="760">
                <a:solidFill>
                  <a:schemeClr val="bg1">
                    <a:lumMod val="95000"/>
                  </a:schemeClr>
                </a:solidFill>
              </a:defRPr>
            </a:lvl1pPr>
          </a:lstStyle>
          <a:p>
            <a:fld id="{9D490EE5-ED7D-46E8-8345-A78A0CB0F4A4}" type="datetime1">
              <a:rPr lang="ru-RU" smtClean="0"/>
              <a:t>23.10.2026</a:t>
            </a:fld>
            <a:endParaRPr lang="ru-RU"/>
          </a:p>
        </p:txBody>
      </p:sp>
      <p:sp>
        <p:nvSpPr>
          <p:cNvPr id="5" name="Нижний колонтитул 4">
            <a:extLst>
              <a:ext uri="{FF2B5EF4-FFF2-40B4-BE49-F238E27FC236}">
                <a16:creationId xmlns:a16="http://schemas.microsoft.com/office/drawing/2014/main" id="{738C8EAA-BD95-4729-8C84-AB6D45F44AA3}"/>
              </a:ext>
            </a:extLst>
          </p:cNvPr>
          <p:cNvSpPr>
            <a:spLocks noGrp="1"/>
          </p:cNvSpPr>
          <p:nvPr>
            <p:ph type="ftr" sz="quarter" idx="3"/>
          </p:nvPr>
        </p:nvSpPr>
        <p:spPr>
          <a:xfrm>
            <a:off x="1459571" y="6356362"/>
            <a:ext cx="9574782" cy="365125"/>
          </a:xfrm>
          <a:prstGeom prst="rect">
            <a:avLst/>
          </a:prstGeom>
        </p:spPr>
        <p:txBody>
          <a:bodyPr vert="horz" lIns="91440" tIns="45720" rIns="91440" bIns="45720" rtlCol="0" anchor="ctr"/>
          <a:lstStyle>
            <a:lvl1pPr algn="ctr">
              <a:defRPr sz="760">
                <a:solidFill>
                  <a:schemeClr val="bg1">
                    <a:lumMod val="95000"/>
                  </a:schemeClr>
                </a:solidFill>
              </a:defRPr>
            </a:lvl1pPr>
          </a:lstStyle>
          <a:p>
            <a:endParaRPr lang="ru-RU"/>
          </a:p>
        </p:txBody>
      </p:sp>
      <p:sp>
        <p:nvSpPr>
          <p:cNvPr id="15" name="Номер слайда 5">
            <a:extLst>
              <a:ext uri="{FF2B5EF4-FFF2-40B4-BE49-F238E27FC236}">
                <a16:creationId xmlns:a16="http://schemas.microsoft.com/office/drawing/2014/main" id="{797EBB71-A16C-4900-8120-78386F05C8E8}"/>
              </a:ext>
            </a:extLst>
          </p:cNvPr>
          <p:cNvSpPr>
            <a:spLocks noGrp="1"/>
          </p:cNvSpPr>
          <p:nvPr>
            <p:ph type="sldNum" sz="quarter" idx="4"/>
          </p:nvPr>
        </p:nvSpPr>
        <p:spPr>
          <a:xfrm>
            <a:off x="11413507" y="6356358"/>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fld id="{52DCC5B9-D646-4B76-891F-6FF4E74E9CB4}" type="slidenum">
              <a:rPr lang="ru-RU" smtClean="0"/>
              <a:pPr/>
              <a:t>‹#›</a:t>
            </a:fld>
            <a:endParaRPr lang="ru-RU" dirty="0"/>
          </a:p>
        </p:txBody>
      </p:sp>
    </p:spTree>
    <p:extLst>
      <p:ext uri="{BB962C8B-B14F-4D97-AF65-F5344CB8AC3E}">
        <p14:creationId xmlns:p14="http://schemas.microsoft.com/office/powerpoint/2010/main" val="142615276"/>
      </p:ext>
    </p:extLst>
  </p:cSld>
  <p:clrMap bg1="lt1" tx1="dk1" bg2="lt2" tx2="dk2" accent1="accent1" accent2="accent2" accent3="accent3" accent4="accent4" accent5="accent5" accent6="accent6" hlink="hlink" folHlink="folHlink"/>
  <p:sldLayoutIdLst>
    <p:sldLayoutId id="2147483661" r:id="rId1"/>
    <p:sldLayoutId id="2147483704" r:id="rId2"/>
    <p:sldLayoutId id="2147483694" r:id="rId3"/>
    <p:sldLayoutId id="2147483688" r:id="rId4"/>
    <p:sldLayoutId id="2147483662" r:id="rId5"/>
    <p:sldLayoutId id="2147483663" r:id="rId6"/>
    <p:sldLayoutId id="2147483664" r:id="rId7"/>
    <p:sldLayoutId id="2147483666" r:id="rId8"/>
    <p:sldLayoutId id="2147483667" r:id="rId9"/>
    <p:sldLayoutId id="2147483668" r:id="rId10"/>
    <p:sldLayoutId id="2147483689" r:id="rId11"/>
    <p:sldLayoutId id="2147483690" r:id="rId12"/>
    <p:sldLayoutId id="2147483702" r:id="rId13"/>
    <p:sldLayoutId id="2147483691" r:id="rId14"/>
    <p:sldLayoutId id="2147483692" r:id="rId15"/>
    <p:sldLayoutId id="2147483693" r:id="rId16"/>
    <p:sldLayoutId id="2147483696" r:id="rId17"/>
    <p:sldLayoutId id="2147483697" r:id="rId18"/>
    <p:sldLayoutId id="2147483698" r:id="rId19"/>
    <p:sldLayoutId id="2147483699" r:id="rId20"/>
    <p:sldLayoutId id="2147483700" r:id="rId21"/>
    <p:sldLayoutId id="2147483701" r:id="rId22"/>
    <p:sldLayoutId id="2147483703" r:id="rId23"/>
  </p:sldLayoutIdLst>
  <p:hf hdr="0" ftr="0" dt="0"/>
  <p:txStyles>
    <p:titleStyle>
      <a:lvl1pPr algn="l" defTabSz="578755" rtl="0" eaLnBrk="1" latinLnBrk="0" hangingPunct="1">
        <a:lnSpc>
          <a:spcPct val="90000"/>
        </a:lnSpc>
        <a:spcBef>
          <a:spcPct val="0"/>
        </a:spcBef>
        <a:buNone/>
        <a:defRPr sz="1997" b="1" kern="1200">
          <a:solidFill>
            <a:schemeClr val="bg1">
              <a:lumMod val="95000"/>
            </a:schemeClr>
          </a:solidFill>
          <a:latin typeface="+mj-lt"/>
          <a:ea typeface="+mj-ea"/>
          <a:cs typeface="Amatic SC" panose="00000500000000000000" pitchFamily="2" charset="-79"/>
        </a:defRPr>
      </a:lvl1pPr>
    </p:titleStyle>
    <p:bodyStyle>
      <a:lvl1pPr marL="144688" indent="-144688" algn="l" defTabSz="578755" rtl="0" eaLnBrk="1" latinLnBrk="0" hangingPunct="1">
        <a:lnSpc>
          <a:spcPct val="90000"/>
        </a:lnSpc>
        <a:spcBef>
          <a:spcPts val="631"/>
        </a:spcBef>
        <a:buFont typeface="Arial" panose="020B0604020202020204" pitchFamily="34" charset="0"/>
        <a:buChar char="•"/>
        <a:defRPr sz="1452"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p:bodyStyle>
    <p:otherStyle>
      <a:defPPr>
        <a:defRPr lang="ru-RU"/>
      </a:defPPr>
      <a:lvl1pPr marL="0" algn="l" defTabSz="578755" rtl="0" eaLnBrk="1" latinLnBrk="0" hangingPunct="1">
        <a:defRPr sz="1141" kern="1200">
          <a:solidFill>
            <a:schemeClr val="tx1"/>
          </a:solidFill>
          <a:latin typeface="+mn-lt"/>
          <a:ea typeface="+mn-ea"/>
          <a:cs typeface="+mn-cs"/>
        </a:defRPr>
      </a:lvl1pPr>
      <a:lvl2pPr marL="289378" algn="l" defTabSz="578755" rtl="0" eaLnBrk="1" latinLnBrk="0" hangingPunct="1">
        <a:defRPr sz="1141" kern="1200">
          <a:solidFill>
            <a:schemeClr val="tx1"/>
          </a:solidFill>
          <a:latin typeface="+mn-lt"/>
          <a:ea typeface="+mn-ea"/>
          <a:cs typeface="+mn-cs"/>
        </a:defRPr>
      </a:lvl2pPr>
      <a:lvl3pPr marL="578755" algn="l" defTabSz="578755" rtl="0" eaLnBrk="1" latinLnBrk="0" hangingPunct="1">
        <a:defRPr sz="1141" kern="1200">
          <a:solidFill>
            <a:schemeClr val="tx1"/>
          </a:solidFill>
          <a:latin typeface="+mn-lt"/>
          <a:ea typeface="+mn-ea"/>
          <a:cs typeface="+mn-cs"/>
        </a:defRPr>
      </a:lvl3pPr>
      <a:lvl4pPr marL="868132" algn="l" defTabSz="578755" rtl="0" eaLnBrk="1" latinLnBrk="0" hangingPunct="1">
        <a:defRPr sz="1141" kern="1200">
          <a:solidFill>
            <a:schemeClr val="tx1"/>
          </a:solidFill>
          <a:latin typeface="+mn-lt"/>
          <a:ea typeface="+mn-ea"/>
          <a:cs typeface="+mn-cs"/>
        </a:defRPr>
      </a:lvl4pPr>
      <a:lvl5pPr marL="1157510" algn="l" defTabSz="578755" rtl="0" eaLnBrk="1" latinLnBrk="0" hangingPunct="1">
        <a:defRPr sz="1141" kern="1200">
          <a:solidFill>
            <a:schemeClr val="tx1"/>
          </a:solidFill>
          <a:latin typeface="+mn-lt"/>
          <a:ea typeface="+mn-ea"/>
          <a:cs typeface="+mn-cs"/>
        </a:defRPr>
      </a:lvl5pPr>
      <a:lvl6pPr marL="1446887" algn="l" defTabSz="578755" rtl="0" eaLnBrk="1" latinLnBrk="0" hangingPunct="1">
        <a:defRPr sz="1141" kern="1200">
          <a:solidFill>
            <a:schemeClr val="tx1"/>
          </a:solidFill>
          <a:latin typeface="+mn-lt"/>
          <a:ea typeface="+mn-ea"/>
          <a:cs typeface="+mn-cs"/>
        </a:defRPr>
      </a:lvl6pPr>
      <a:lvl7pPr marL="1736266" algn="l" defTabSz="578755" rtl="0" eaLnBrk="1" latinLnBrk="0" hangingPunct="1">
        <a:defRPr sz="1141" kern="1200">
          <a:solidFill>
            <a:schemeClr val="tx1"/>
          </a:solidFill>
          <a:latin typeface="+mn-lt"/>
          <a:ea typeface="+mn-ea"/>
          <a:cs typeface="+mn-cs"/>
        </a:defRPr>
      </a:lvl7pPr>
      <a:lvl8pPr marL="2025644" algn="l" defTabSz="578755" rtl="0" eaLnBrk="1" latinLnBrk="0" hangingPunct="1">
        <a:defRPr sz="1141" kern="1200">
          <a:solidFill>
            <a:schemeClr val="tx1"/>
          </a:solidFill>
          <a:latin typeface="+mn-lt"/>
          <a:ea typeface="+mn-ea"/>
          <a:cs typeface="+mn-cs"/>
        </a:defRPr>
      </a:lvl8pPr>
      <a:lvl9pPr marL="2315021" algn="l" defTabSz="578755" rtl="0" eaLnBrk="1" latinLnBrk="0" hangingPunct="1">
        <a:defRPr sz="1141" kern="1200">
          <a:solidFill>
            <a:schemeClr val="tx1"/>
          </a:solidFill>
          <a:latin typeface="+mn-lt"/>
          <a:ea typeface="+mn-ea"/>
          <a:cs typeface="+mn-cs"/>
        </a:defRPr>
      </a:lvl9pPr>
    </p:otherStyle>
  </p:txStyles>
  <p:extLst>
    <p:ext uri="{27BBF7A9-308A-43DC-89C8-2F10F3537804}">
      <p15:sldGuideLst xmlns:p15="http://schemas.microsoft.com/office/powerpoint/2012/main">
        <p15:guide id="19" orient="horz" pos="4156">
          <p15:clr>
            <a:srgbClr val="F26B43"/>
          </p15:clr>
        </p15:guide>
        <p15:guide id="20" orient="horz" pos="482">
          <p15:clr>
            <a:srgbClr val="F26B43"/>
          </p15:clr>
        </p15:guide>
        <p15:guide id="21" pos="218">
          <p15:clr>
            <a:srgbClr val="F26B43"/>
          </p15:clr>
        </p15:guide>
        <p15:guide id="22" pos="7469">
          <p15:clr>
            <a:srgbClr val="F26B43"/>
          </p15:clr>
        </p15:guide>
        <p15:guide id="23" orient="horz" pos="249">
          <p15:clr>
            <a:srgbClr val="F26B43"/>
          </p15:clr>
        </p15:guide>
        <p15:guide id="24" orient="horz" pos="4042">
          <p15:clr>
            <a:srgbClr val="F26B43"/>
          </p15:clr>
        </p15:guide>
        <p15:guide id="25" orient="horz" pos="3906">
          <p15:clr>
            <a:srgbClr val="F26B43"/>
          </p15:clr>
        </p15:guide>
        <p15:guide id="26" orient="horz" pos="640">
          <p15:clr>
            <a:srgbClr val="F26B43"/>
          </p15:clr>
        </p15:guide>
        <p15:guide id="27"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chart" Target="../charts/chart1.xml"/><Relationship Id="rId5" Type="http://schemas.openxmlformats.org/officeDocument/2006/relationships/chart" Target="../charts/char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Скругленный прямоугольник 1">
            <a:extLst>
              <a:ext uri="{FF2B5EF4-FFF2-40B4-BE49-F238E27FC236}">
                <a16:creationId xmlns:a16="http://schemas.microsoft.com/office/drawing/2014/main" id="{42AA0FBE-CF0A-64AF-80E8-EF1996F56DB8}"/>
              </a:ext>
            </a:extLst>
          </p:cNvPr>
          <p:cNvSpPr/>
          <p:nvPr/>
        </p:nvSpPr>
        <p:spPr>
          <a:xfrm>
            <a:off x="-296709" y="-313993"/>
            <a:ext cx="6125156" cy="2285622"/>
          </a:xfrm>
          <a:prstGeom prst="roundRect">
            <a:avLst>
              <a:gd name="adj" fmla="val 9821"/>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algn="ctr"/>
            <a:endParaRPr lang="ru-RU" b="1" dirty="0">
              <a:solidFill>
                <a:schemeClr val="accent2"/>
              </a:solidFill>
            </a:endParaRPr>
          </a:p>
        </p:txBody>
      </p:sp>
      <p:pic>
        <p:nvPicPr>
          <p:cNvPr id="6" name="Picture 5" descr="moscow_medicine_white.png"/>
          <p:cNvPicPr>
            <a:picLocks noChangeAspect="1"/>
          </p:cNvPicPr>
          <p:nvPr/>
        </p:nvPicPr>
        <p:blipFill>
          <a:blip r:embed="rId3"/>
          <a:stretch>
            <a:fillRect/>
          </a:stretch>
        </p:blipFill>
        <p:spPr>
          <a:xfrm>
            <a:off x="502920" y="566928"/>
            <a:ext cx="2468880" cy="822960"/>
          </a:xfrm>
          <a:prstGeom prst="rect">
            <a:avLst/>
          </a:prstGeom>
        </p:spPr>
      </p:pic>
      <p:sp>
        <p:nvSpPr>
          <p:cNvPr id="7" name="TextBox 6"/>
          <p:cNvSpPr txBox="1"/>
          <p:nvPr/>
        </p:nvSpPr>
        <p:spPr>
          <a:xfrm>
            <a:off x="502920" y="1481328"/>
            <a:ext cx="4937760" cy="274320"/>
          </a:xfrm>
          <a:prstGeom prst="rect">
            <a:avLst/>
          </a:prstGeom>
          <a:noFill/>
        </p:spPr>
        <p:txBody>
          <a:bodyPr wrap="square" lIns="0" tIns="0" rIns="0" bIns="0" anchor="t"/>
          <a:lstStyle/>
          <a:p>
            <a:pPr algn="l">
              <a:lnSpc>
                <a:spcPct val="110000"/>
              </a:lnSpc>
              <a:spcAft>
                <a:spcPts val="0"/>
              </a:spcAft>
            </a:pPr>
            <a:r>
              <a:rPr sz="1100" b="0" i="0">
                <a:solidFill>
                  <a:srgbClr val="FFFFFF"/>
                </a:solidFill>
                <a:latin typeface="Montserrat"/>
                <a:ea typeface="Montserrat"/>
                <a:cs typeface="Montserrat"/>
              </a:rPr>
              <a:t>постановщик задачи — Департамент здравоохранения Москвы</a:t>
            </a:r>
          </a:p>
        </p:txBody>
      </p:sp>
      <p:sp>
        <p:nvSpPr>
          <p:cNvPr id="8" name="TextBox 7"/>
          <p:cNvSpPr txBox="1"/>
          <p:nvPr/>
        </p:nvSpPr>
        <p:spPr>
          <a:xfrm>
            <a:off x="502920" y="3794760"/>
            <a:ext cx="9144000" cy="731520"/>
          </a:xfrm>
          <a:prstGeom prst="rect">
            <a:avLst/>
          </a:prstGeom>
          <a:noFill/>
        </p:spPr>
        <p:txBody>
          <a:bodyPr wrap="square" lIns="0" tIns="0" rIns="0" bIns="0" anchor="t"/>
          <a:lstStyle/>
          <a:p>
            <a:pPr algn="l">
              <a:lnSpc>
                <a:spcPct val="110000"/>
              </a:lnSpc>
              <a:spcAft>
                <a:spcPts val="0"/>
              </a:spcAft>
            </a:pPr>
            <a:r>
              <a:rPr sz="4200" b="1" i="0">
                <a:solidFill>
                  <a:srgbClr val="FFFFFF"/>
                </a:solidFill>
                <a:latin typeface="Montserrat"/>
                <a:ea typeface="Montserrat"/>
                <a:cs typeface="Montserrat"/>
              </a:rPr>
              <a:t>Контроль качества DXA</a:t>
            </a:r>
          </a:p>
        </p:txBody>
      </p:sp>
      <p:sp>
        <p:nvSpPr>
          <p:cNvPr id="9" name="TextBox 8"/>
          <p:cNvSpPr txBox="1"/>
          <p:nvPr/>
        </p:nvSpPr>
        <p:spPr>
          <a:xfrm>
            <a:off x="502920" y="4526280"/>
            <a:ext cx="6400800" cy="731520"/>
          </a:xfrm>
          <a:prstGeom prst="rect">
            <a:avLst/>
          </a:prstGeom>
          <a:noFill/>
        </p:spPr>
        <p:txBody>
          <a:bodyPr wrap="square" lIns="0" tIns="0" rIns="0" bIns="0" anchor="t"/>
          <a:lstStyle/>
          <a:p>
            <a:pPr algn="l">
              <a:lnSpc>
                <a:spcPct val="110000"/>
              </a:lnSpc>
              <a:spcAft>
                <a:spcPts val="0"/>
              </a:spcAft>
            </a:pPr>
            <a:r>
              <a:rPr sz="1800" b="0" i="0">
                <a:solidFill>
                  <a:srgbClr val="FFFFFF"/>
                </a:solidFill>
                <a:latin typeface="Montserrat"/>
                <a:ea typeface="Montserrat"/>
                <a:cs typeface="Montserrat"/>
              </a:rPr>
              <a:t>Локальное приложение и защищённый сервер</a:t>
            </a:r>
          </a:p>
        </p:txBody>
      </p:sp>
      <p:sp>
        <p:nvSpPr>
          <p:cNvPr id="10" name="Rectangle 9"/>
          <p:cNvSpPr/>
          <p:nvPr/>
        </p:nvSpPr>
        <p:spPr>
          <a:xfrm>
            <a:off x="502920" y="5532120"/>
            <a:ext cx="548640" cy="38100"/>
          </a:xfrm>
          <a:prstGeom prst="rect">
            <a:avLst/>
          </a:prstGeom>
          <a:solidFill>
            <a:srgbClr val="FF0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02920" y="5669280"/>
            <a:ext cx="7315200" cy="365760"/>
          </a:xfrm>
          <a:prstGeom prst="rect">
            <a:avLst/>
          </a:prstGeom>
          <a:noFill/>
        </p:spPr>
        <p:txBody>
          <a:bodyPr wrap="square" lIns="0" tIns="0" rIns="0" bIns="0" anchor="t"/>
          <a:lstStyle/>
          <a:p>
            <a:pPr algn="l">
              <a:lnSpc>
                <a:spcPct val="110000"/>
              </a:lnSpc>
              <a:spcAft>
                <a:spcPts val="0"/>
              </a:spcAft>
            </a:pPr>
            <a:r>
              <a:rPr sz="1600" b="1" i="0">
                <a:solidFill>
                  <a:srgbClr val="FFFFFF"/>
                </a:solidFill>
                <a:latin typeface="Montserrat"/>
                <a:ea typeface="Montserrat"/>
                <a:cs typeface="Montserrat"/>
              </a:rPr>
              <a:t>Команда 239.Hack · ЛЦТ 2026</a:t>
            </a:r>
          </a:p>
        </p:txBody>
      </p:sp>
    </p:spTree>
    <p:extLst>
      <p:ext uri="{BB962C8B-B14F-4D97-AF65-F5344CB8AC3E}">
        <p14:creationId xmlns:p14="http://schemas.microsoft.com/office/powerpoint/2010/main" val="549131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a:extLst>
              <a:ext uri="{FF2B5EF4-FFF2-40B4-BE49-F238E27FC236}">
                <a16:creationId xmlns:a16="http://schemas.microsoft.com/office/drawing/2014/main" id="{13BA75DB-8EAE-769C-2B17-FF7CD6EEF6C6}"/>
              </a:ext>
            </a:extLst>
          </p:cNvPr>
          <p:cNvSpPr/>
          <p:nvPr/>
        </p:nvSpPr>
        <p:spPr>
          <a:xfrm>
            <a:off x="0" y="2971800"/>
            <a:ext cx="6456363" cy="3886200"/>
          </a:xfrm>
          <a:prstGeom prst="rect">
            <a:avLst/>
          </a:prstGeom>
          <a:solidFill>
            <a:srgbClr val="DCCEE4">
              <a:alpha val="49804"/>
            </a:srgbClr>
          </a:solidFill>
          <a:ln>
            <a:noFill/>
          </a:ln>
        </p:spPr>
        <p:style>
          <a:lnRef idx="0">
            <a:scrgbClr r="0" g="0" b="0"/>
          </a:lnRef>
          <a:fillRef idx="0">
            <a:scrgbClr r="0" g="0" b="0"/>
          </a:fillRef>
          <a:effectRef idx="0">
            <a:scrgbClr r="0" g="0" b="0"/>
          </a:effectRef>
          <a:fontRef idx="minor">
            <a:schemeClr val="lt1"/>
          </a:fontRef>
        </p:style>
        <p:txBody>
          <a:bodyPr rtlCol="0" anchor="t"/>
          <a:lstStyle/>
          <a:p>
            <a:pPr algn="ctr"/>
            <a:endParaRPr lang="ru-RU" dirty="0"/>
          </a:p>
        </p:txBody>
      </p:sp>
      <p:sp>
        <p:nvSpPr>
          <p:cNvPr id="6" name="Текст 8">
            <a:extLst>
              <a:ext uri="{FF2B5EF4-FFF2-40B4-BE49-F238E27FC236}">
                <a16:creationId xmlns:a16="http://schemas.microsoft.com/office/drawing/2014/main" id="{32D7670A-4313-AE7C-DDA9-134ADC224C94}"/>
              </a:ext>
            </a:extLst>
          </p:cNvPr>
          <p:cNvSpPr txBox="1">
            <a:spLocks/>
          </p:cNvSpPr>
          <p:nvPr/>
        </p:nvSpPr>
        <p:spPr>
          <a:xfrm>
            <a:off x="6819904" y="2303118"/>
            <a:ext cx="4945564" cy="668667"/>
          </a:xfrm>
          <a:prstGeom prst="rect">
            <a:avLst/>
          </a:prstGeom>
          <a:ln>
            <a:noFill/>
          </a:ln>
        </p:spPr>
        <p:txBody>
          <a:bodyPr vert="horz" lIns="91440" tIns="45720" rIns="91440" bIns="45720" rtlCol="0">
            <a:norm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marL="0" indent="0">
              <a:lnSpc>
                <a:spcPct val="100000"/>
              </a:lnSpc>
              <a:buNone/>
            </a:pPr>
            <a:r>
              <a:rPr lang="ru-RU" sz="1600" b="1" dirty="0">
                <a:solidFill>
                  <a:schemeClr val="accent5"/>
                </a:solidFill>
              </a:rPr>
              <a:t>Краткое описание решения:</a:t>
            </a:r>
          </a:p>
        </p:txBody>
      </p:sp>
      <p:sp>
        <p:nvSpPr>
          <p:cNvPr id="8" name="Текст 8">
            <a:extLst>
              <a:ext uri="{FF2B5EF4-FFF2-40B4-BE49-F238E27FC236}">
                <a16:creationId xmlns:a16="http://schemas.microsoft.com/office/drawing/2014/main" id="{D8A04531-793D-BF7A-34F3-615C18C06BA5}"/>
              </a:ext>
            </a:extLst>
          </p:cNvPr>
          <p:cNvSpPr txBox="1">
            <a:spLocks/>
          </p:cNvSpPr>
          <p:nvPr/>
        </p:nvSpPr>
        <p:spPr>
          <a:xfrm>
            <a:off x="6836606" y="4876070"/>
            <a:ext cx="4945565" cy="1371600"/>
          </a:xfrm>
          <a:prstGeom prst="rect">
            <a:avLst/>
          </a:prstGeom>
          <a:ln>
            <a:noFill/>
          </a:ln>
        </p:spPr>
        <p:txBody>
          <a:bodyPr vert="horz" lIns="91440" tIns="45720" rIns="91440" bIns="45720" rtlCol="0">
            <a:norm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marL="0" indent="0">
              <a:lnSpc>
                <a:spcPct val="100000"/>
              </a:lnSpc>
              <a:buFont typeface="Wingdings" pitchFamily="2" charset="2"/>
              <a:buNone/>
            </a:pPr>
            <a:r>
              <a:rPr lang="ru-RU" sz="1300" dirty="0">
                <a:solidFill>
                  <a:schemeClr val="tx1"/>
                </a:solidFill>
              </a:rPr>
              <a:t>Критерии выражены в мм и градусах. Контур определяет ось позвоночника; опорные точки помогают проверить Th12. Сервис работает локально и на защищённом сервере.</a:t>
            </a:r>
          </a:p>
        </p:txBody>
      </p:sp>
      <p:sp>
        <p:nvSpPr>
          <p:cNvPr id="14" name="Текст 8">
            <a:extLst>
              <a:ext uri="{FF2B5EF4-FFF2-40B4-BE49-F238E27FC236}">
                <a16:creationId xmlns:a16="http://schemas.microsoft.com/office/drawing/2014/main" id="{A66B04C6-E9BA-5BA2-7A5C-84468D491C57}"/>
              </a:ext>
            </a:extLst>
          </p:cNvPr>
          <p:cNvSpPr txBox="1">
            <a:spLocks/>
          </p:cNvSpPr>
          <p:nvPr/>
        </p:nvSpPr>
        <p:spPr>
          <a:xfrm>
            <a:off x="334962" y="3883009"/>
            <a:ext cx="5629858" cy="2399033"/>
          </a:xfrm>
          <a:prstGeom prst="rect">
            <a:avLst/>
          </a:prstGeom>
          <a:ln>
            <a:noFill/>
          </a:ln>
        </p:spPr>
        <p:txBody>
          <a:bodyPr vert="horz" lIns="91440" tIns="45720" rIns="91440" bIns="45720" rtlCol="0">
            <a:norm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rtl="0">
              <a:lnSpc>
                <a:spcPct val="120000"/>
              </a:lnSpc>
              <a:spcBef>
                <a:spcPts val="0"/>
              </a:spcBef>
              <a:spcAft>
                <a:spcPts val="0"/>
              </a:spcAft>
            </a:pPr>
            <a:r>
              <a:rPr lang="ru-RU" b="1" dirty="0">
                <a:solidFill>
                  <a:schemeClr val="tx1"/>
                </a:solidFill>
              </a:rPr>
              <a:t>Капитан: </a:t>
            </a:r>
            <a:r>
              <a:rPr lang="ru-RU" dirty="0">
                <a:solidFill>
                  <a:schemeClr val="tx1"/>
                </a:solidFill>
              </a:rPr>
              <a:t>Урусов Михаил Алексеевич</a:t>
            </a:r>
          </a:p>
          <a:p>
            <a:pPr rtl="0">
              <a:lnSpc>
                <a:spcPct val="120000"/>
              </a:lnSpc>
              <a:spcBef>
                <a:spcPts val="0"/>
              </a:spcBef>
              <a:spcAft>
                <a:spcPts val="0"/>
              </a:spcAft>
            </a:pPr>
            <a:r>
              <a:rPr lang="ru-RU" b="1" dirty="0">
                <a:solidFill>
                  <a:schemeClr val="tx1"/>
                </a:solidFill>
              </a:rPr>
              <a:t>Кол-во участников: </a:t>
            </a:r>
            <a:r>
              <a:rPr lang="ru-RU" b="0" dirty="0">
                <a:solidFill>
                  <a:schemeClr val="tx1"/>
                </a:solidFill>
              </a:rPr>
              <a:t>3</a:t>
            </a:r>
          </a:p>
          <a:p>
            <a:pPr rtl="0">
              <a:lnSpc>
                <a:spcPct val="120000"/>
              </a:lnSpc>
              <a:spcBef>
                <a:spcPts val="0"/>
              </a:spcBef>
              <a:spcAft>
                <a:spcPts val="0"/>
              </a:spcAft>
            </a:pPr>
            <a:r>
              <a:rPr lang="ru-RU" b="1" dirty="0">
                <a:solidFill>
                  <a:schemeClr val="tx1"/>
                </a:solidFill>
              </a:rPr>
              <a:t>Город и регион: </a:t>
            </a:r>
            <a:r>
              <a:rPr lang="ru-RU" b="0" dirty="0">
                <a:solidFill>
                  <a:schemeClr val="tx1"/>
                </a:solidFill>
              </a:rPr>
              <a:t>Москва</a:t>
            </a:r>
          </a:p>
        </p:txBody>
      </p:sp>
      <p:sp>
        <p:nvSpPr>
          <p:cNvPr id="15" name="Текст 8">
            <a:extLst>
              <a:ext uri="{FF2B5EF4-FFF2-40B4-BE49-F238E27FC236}">
                <a16:creationId xmlns:a16="http://schemas.microsoft.com/office/drawing/2014/main" id="{835E7A1E-FFEA-1C2F-65E6-56769FEFB842}"/>
              </a:ext>
            </a:extLst>
          </p:cNvPr>
          <p:cNvSpPr txBox="1">
            <a:spLocks/>
          </p:cNvSpPr>
          <p:nvPr/>
        </p:nvSpPr>
        <p:spPr>
          <a:xfrm>
            <a:off x="334962" y="3484785"/>
            <a:ext cx="2990173" cy="353935"/>
          </a:xfrm>
          <a:prstGeom prst="rect">
            <a:avLst/>
          </a:prstGeom>
          <a:ln>
            <a:noFill/>
          </a:ln>
        </p:spPr>
        <p:txBody>
          <a:bodyPr vert="horz" lIns="91440" tIns="45720" rIns="91440" bIns="45720" rtlCol="0">
            <a:norm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marL="0" indent="0">
              <a:lnSpc>
                <a:spcPct val="100000"/>
              </a:lnSpc>
              <a:buNone/>
            </a:pPr>
            <a:r>
              <a:rPr lang="ru-RU" sz="1600" b="1" dirty="0">
                <a:solidFill>
                  <a:schemeClr val="accent5"/>
                </a:solidFill>
              </a:rPr>
              <a:t>О команде</a:t>
            </a:r>
          </a:p>
        </p:txBody>
      </p:sp>
      <p:sp>
        <p:nvSpPr>
          <p:cNvPr id="18" name="Заголовок 6">
            <a:extLst>
              <a:ext uri="{FF2B5EF4-FFF2-40B4-BE49-F238E27FC236}">
                <a16:creationId xmlns:a16="http://schemas.microsoft.com/office/drawing/2014/main" id="{7CB04CCE-DD7B-2901-A280-8E4E07945137}"/>
              </a:ext>
            </a:extLst>
          </p:cNvPr>
          <p:cNvSpPr>
            <a:spLocks noGrp="1"/>
          </p:cNvSpPr>
          <p:nvPr>
            <p:ph type="title"/>
          </p:nvPr>
        </p:nvSpPr>
        <p:spPr>
          <a:xfrm>
            <a:off x="6819903" y="1039236"/>
            <a:ext cx="3636703" cy="1015128"/>
          </a:xfrm>
        </p:spPr>
        <p:txBody>
          <a:bodyPr/>
          <a:lstStyle/>
          <a:p>
            <a:r>
              <a:rPr sz="2200" b="1" i="0" dirty="0" err="1">
                <a:solidFill>
                  <a:srgbClr val="520977"/>
                </a:solidFill>
                <a:latin typeface="Montserrat"/>
                <a:ea typeface="Montserrat"/>
                <a:cs typeface="Montserrat"/>
              </a:rPr>
              <a:t>Команда</a:t>
            </a:r>
            <a:r>
              <a:rPr sz="2200" b="1" i="0" dirty="0">
                <a:solidFill>
                  <a:srgbClr val="520977"/>
                </a:solidFill>
                <a:latin typeface="Montserrat"/>
                <a:ea typeface="Montserrat"/>
                <a:cs typeface="Montserrat"/>
              </a:rPr>
              <a:t> </a:t>
            </a:r>
            <a:r>
              <a:rPr lang="en-US" sz="2200" b="1" i="0" dirty="0">
                <a:solidFill>
                  <a:srgbClr val="520977"/>
                </a:solidFill>
                <a:latin typeface="Montserrat"/>
                <a:ea typeface="Montserrat"/>
                <a:cs typeface="Montserrat"/>
              </a:rPr>
              <a:t>239.Hack</a:t>
            </a:r>
            <a:endParaRPr sz="2200" b="1" i="0" dirty="0">
              <a:solidFill>
                <a:srgbClr val="520977"/>
              </a:solidFill>
              <a:latin typeface="Montserrat"/>
              <a:ea typeface="Montserrat"/>
              <a:cs typeface="Montserrat"/>
            </a:endParaRPr>
          </a:p>
        </p:txBody>
      </p:sp>
      <p:cxnSp>
        <p:nvCxnSpPr>
          <p:cNvPr id="7" name="Прямая соединительная линия 6">
            <a:extLst>
              <a:ext uri="{FF2B5EF4-FFF2-40B4-BE49-F238E27FC236}">
                <a16:creationId xmlns:a16="http://schemas.microsoft.com/office/drawing/2014/main" id="{7C7CCC6C-58F8-0E63-53E4-87AE6D59DD62}"/>
              </a:ext>
            </a:extLst>
          </p:cNvPr>
          <p:cNvCxnSpPr>
            <a:cxnSpLocks/>
          </p:cNvCxnSpPr>
          <p:nvPr/>
        </p:nvCxnSpPr>
        <p:spPr>
          <a:xfrm>
            <a:off x="6880774" y="2240031"/>
            <a:ext cx="4884824"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16" name="Прямая соединительная линия 15">
            <a:extLst>
              <a:ext uri="{FF2B5EF4-FFF2-40B4-BE49-F238E27FC236}">
                <a16:creationId xmlns:a16="http://schemas.microsoft.com/office/drawing/2014/main" id="{1B3B23E2-26F4-92D2-2DA4-7A9B6B8237E1}"/>
              </a:ext>
            </a:extLst>
          </p:cNvPr>
          <p:cNvCxnSpPr>
            <a:cxnSpLocks/>
          </p:cNvCxnSpPr>
          <p:nvPr/>
        </p:nvCxnSpPr>
        <p:spPr>
          <a:xfrm>
            <a:off x="6897347" y="4437879"/>
            <a:ext cx="4884824"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17" name="Прямая соединительная линия 16">
            <a:extLst>
              <a:ext uri="{FF2B5EF4-FFF2-40B4-BE49-F238E27FC236}">
                <a16:creationId xmlns:a16="http://schemas.microsoft.com/office/drawing/2014/main" id="{0C8347DC-DEA9-7C56-5C73-FA89FB55D49D}"/>
              </a:ext>
            </a:extLst>
          </p:cNvPr>
          <p:cNvCxnSpPr>
            <a:cxnSpLocks/>
          </p:cNvCxnSpPr>
          <p:nvPr/>
        </p:nvCxnSpPr>
        <p:spPr>
          <a:xfrm>
            <a:off x="395833" y="3448639"/>
            <a:ext cx="5700167" cy="0"/>
          </a:xfrm>
          <a:prstGeom prst="line">
            <a:avLst/>
          </a:prstGeom>
          <a:ln>
            <a:solidFill>
              <a:schemeClr val="accent5"/>
            </a:solidFill>
          </a:ln>
        </p:spPr>
        <p:style>
          <a:lnRef idx="1">
            <a:schemeClr val="accent2"/>
          </a:lnRef>
          <a:fillRef idx="0">
            <a:schemeClr val="accent2"/>
          </a:fillRef>
          <a:effectRef idx="0">
            <a:schemeClr val="accent2"/>
          </a:effectRef>
          <a:fontRef idx="minor">
            <a:schemeClr val="tx1"/>
          </a:fontRef>
        </p:style>
      </p:cxnSp>
      <p:sp>
        <p:nvSpPr>
          <p:cNvPr id="4" name="Текст 8">
            <a:extLst>
              <a:ext uri="{FF2B5EF4-FFF2-40B4-BE49-F238E27FC236}">
                <a16:creationId xmlns:a16="http://schemas.microsoft.com/office/drawing/2014/main" id="{D556F1CE-69ED-AE0F-D388-9032B66CC535}"/>
              </a:ext>
            </a:extLst>
          </p:cNvPr>
          <p:cNvSpPr txBox="1">
            <a:spLocks/>
          </p:cNvSpPr>
          <p:nvPr/>
        </p:nvSpPr>
        <p:spPr>
          <a:xfrm>
            <a:off x="6819904" y="4541737"/>
            <a:ext cx="4945564" cy="668667"/>
          </a:xfrm>
          <a:prstGeom prst="rect">
            <a:avLst/>
          </a:prstGeom>
          <a:ln>
            <a:noFill/>
          </a:ln>
        </p:spPr>
        <p:txBody>
          <a:bodyPr vert="horz" lIns="91440" tIns="45720" rIns="91440" bIns="45720" rtlCol="0">
            <a:norm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marL="0" indent="0">
              <a:lnSpc>
                <a:spcPct val="100000"/>
              </a:lnSpc>
              <a:buNone/>
            </a:pPr>
            <a:r>
              <a:rPr lang="ru-RU" sz="1600" b="1" dirty="0">
                <a:solidFill>
                  <a:schemeClr val="accent5"/>
                </a:solidFill>
              </a:rPr>
              <a:t>Уникальность решения:</a:t>
            </a:r>
          </a:p>
        </p:txBody>
      </p:sp>
      <p:sp>
        <p:nvSpPr>
          <p:cNvPr id="5" name="Текст 8">
            <a:extLst>
              <a:ext uri="{FF2B5EF4-FFF2-40B4-BE49-F238E27FC236}">
                <a16:creationId xmlns:a16="http://schemas.microsoft.com/office/drawing/2014/main" id="{6811D897-A2AE-AA09-747E-1B90C43B5420}"/>
              </a:ext>
            </a:extLst>
          </p:cNvPr>
          <p:cNvSpPr txBox="1">
            <a:spLocks/>
          </p:cNvSpPr>
          <p:nvPr/>
        </p:nvSpPr>
        <p:spPr>
          <a:xfrm>
            <a:off x="6808027" y="2619903"/>
            <a:ext cx="4945565" cy="1691640"/>
          </a:xfrm>
          <a:prstGeom prst="rect">
            <a:avLst/>
          </a:prstGeom>
          <a:ln>
            <a:noFill/>
          </a:ln>
        </p:spPr>
        <p:txBody>
          <a:bodyPr vert="horz" lIns="91440" tIns="45720" rIns="91440" bIns="45720" rtlCol="0">
            <a:norm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marL="0" indent="0">
              <a:lnSpc>
                <a:spcPct val="100000"/>
              </a:lnSpc>
              <a:buFont typeface="Wingdings" pitchFamily="2" charset="2"/>
              <a:buNone/>
            </a:pPr>
            <a:r>
              <a:rPr lang="ru-RU" sz="1300" dirty="0">
                <a:solidFill>
                  <a:schemeClr val="tx1"/>
                </a:solidFill>
              </a:rPr>
              <a:t>Сервис проверяет DXA-снимки позвоночника и бедра по пяти критериям задания. Показывает вердикт, измерение и место нарушения на снимке.</a:t>
            </a:r>
          </a:p>
        </p:txBody>
      </p:sp>
      <p:sp>
        <p:nvSpPr>
          <p:cNvPr id="10" name="Номер слайда 35">
            <a:extLst>
              <a:ext uri="{FF2B5EF4-FFF2-40B4-BE49-F238E27FC236}">
                <a16:creationId xmlns:a16="http://schemas.microsoft.com/office/drawing/2014/main" id="{75D9ACE7-3A6B-03B3-9BA4-502350CBAA74}"/>
              </a:ext>
            </a:extLst>
          </p:cNvPr>
          <p:cNvSpPr txBox="1">
            <a:spLocks/>
          </p:cNvSpPr>
          <p:nvPr/>
        </p:nvSpPr>
        <p:spPr>
          <a:xfrm>
            <a:off x="11413507" y="6356358"/>
            <a:ext cx="559119" cy="365125"/>
          </a:xfrm>
          <a:prstGeom prst="rect">
            <a:avLst/>
          </a:prstGeom>
        </p:spPr>
        <p:txBody>
          <a:bodyPr/>
          <a:lstStyle>
            <a:defPPr>
              <a:defRPr lang="ru-RU"/>
            </a:defPPr>
            <a:lvl1pPr marL="0" algn="l" defTabSz="914220" rtl="0" eaLnBrk="1" latinLnBrk="0" hangingPunct="1">
              <a:defRPr sz="1800" kern="1200">
                <a:solidFill>
                  <a:schemeClr val="tx1"/>
                </a:solidFill>
                <a:latin typeface="+mn-lt"/>
                <a:ea typeface="+mn-ea"/>
                <a:cs typeface="+mn-cs"/>
              </a:defRPr>
            </a:lvl1pPr>
            <a:lvl2pPr marL="457110" algn="l" defTabSz="914220" rtl="0" eaLnBrk="1" latinLnBrk="0" hangingPunct="1">
              <a:defRPr sz="1800" kern="1200">
                <a:solidFill>
                  <a:schemeClr val="tx1"/>
                </a:solidFill>
                <a:latin typeface="+mn-lt"/>
                <a:ea typeface="+mn-ea"/>
                <a:cs typeface="+mn-cs"/>
              </a:defRPr>
            </a:lvl2pPr>
            <a:lvl3pPr marL="914220" algn="l" defTabSz="914220" rtl="0" eaLnBrk="1" latinLnBrk="0" hangingPunct="1">
              <a:defRPr sz="1800" kern="1200">
                <a:solidFill>
                  <a:schemeClr val="tx1"/>
                </a:solidFill>
                <a:latin typeface="+mn-lt"/>
                <a:ea typeface="+mn-ea"/>
                <a:cs typeface="+mn-cs"/>
              </a:defRPr>
            </a:lvl3pPr>
            <a:lvl4pPr marL="1371329" algn="l" defTabSz="914220" rtl="0" eaLnBrk="1" latinLnBrk="0" hangingPunct="1">
              <a:defRPr sz="1800" kern="1200">
                <a:solidFill>
                  <a:schemeClr val="tx1"/>
                </a:solidFill>
                <a:latin typeface="+mn-lt"/>
                <a:ea typeface="+mn-ea"/>
                <a:cs typeface="+mn-cs"/>
              </a:defRPr>
            </a:lvl4pPr>
            <a:lvl5pPr marL="1828439" algn="l" defTabSz="914220" rtl="0" eaLnBrk="1" latinLnBrk="0" hangingPunct="1">
              <a:defRPr sz="1800" kern="1200">
                <a:solidFill>
                  <a:schemeClr val="tx1"/>
                </a:solidFill>
                <a:latin typeface="+mn-lt"/>
                <a:ea typeface="+mn-ea"/>
                <a:cs typeface="+mn-cs"/>
              </a:defRPr>
            </a:lvl5pPr>
            <a:lvl6pPr marL="2285549" algn="l" defTabSz="914220" rtl="0" eaLnBrk="1" latinLnBrk="0" hangingPunct="1">
              <a:defRPr sz="1800" kern="1200">
                <a:solidFill>
                  <a:schemeClr val="tx1"/>
                </a:solidFill>
                <a:latin typeface="+mn-lt"/>
                <a:ea typeface="+mn-ea"/>
                <a:cs typeface="+mn-cs"/>
              </a:defRPr>
            </a:lvl6pPr>
            <a:lvl7pPr marL="2742658" algn="l" defTabSz="914220" rtl="0" eaLnBrk="1" latinLnBrk="0" hangingPunct="1">
              <a:defRPr sz="1800" kern="1200">
                <a:solidFill>
                  <a:schemeClr val="tx1"/>
                </a:solidFill>
                <a:latin typeface="+mn-lt"/>
                <a:ea typeface="+mn-ea"/>
                <a:cs typeface="+mn-cs"/>
              </a:defRPr>
            </a:lvl7pPr>
            <a:lvl8pPr marL="3199765" algn="l" defTabSz="914220" rtl="0" eaLnBrk="1" latinLnBrk="0" hangingPunct="1">
              <a:defRPr sz="1800" kern="1200">
                <a:solidFill>
                  <a:schemeClr val="tx1"/>
                </a:solidFill>
                <a:latin typeface="+mn-lt"/>
                <a:ea typeface="+mn-ea"/>
                <a:cs typeface="+mn-cs"/>
              </a:defRPr>
            </a:lvl8pPr>
            <a:lvl9pPr marL="3656877" algn="l" defTabSz="914220" rtl="0" eaLnBrk="1" latinLnBrk="0" hangingPunct="1">
              <a:defRPr sz="1800" kern="1200">
                <a:solidFill>
                  <a:schemeClr val="tx1"/>
                </a:solidFill>
                <a:latin typeface="+mn-lt"/>
                <a:ea typeface="+mn-ea"/>
                <a:cs typeface="+mn-cs"/>
              </a:defRPr>
            </a:lvl9pPr>
          </a:lstStyle>
          <a:p>
            <a:r>
              <a:t>2</a:t>
            </a:r>
          </a:p>
        </p:txBody>
      </p:sp>
      <p:sp>
        <p:nvSpPr>
          <p:cNvPr id="19" name="Rounded Rectangle 18"/>
          <p:cNvSpPr/>
          <p:nvPr/>
        </p:nvSpPr>
        <p:spPr>
          <a:xfrm>
            <a:off x="0" y="335267"/>
            <a:ext cx="6456363" cy="2971784"/>
          </a:xfrm>
          <a:prstGeom prst="roundRect">
            <a:avLst/>
          </a:prstGeom>
          <a:solidFill>
            <a:srgbClr val="1514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8254" y="439279"/>
            <a:ext cx="5939855" cy="297178"/>
          </a:xfrm>
          <a:prstGeom prst="rect">
            <a:avLst/>
          </a:prstGeom>
          <a:noFill/>
        </p:spPr>
        <p:txBody>
          <a:bodyPr wrap="square" lIns="0" rIns="0">
            <a:spAutoFit/>
          </a:bodyPr>
          <a:lstStyle/>
          <a:p>
            <a:r>
              <a:rPr sz="1400" b="1">
                <a:solidFill>
                  <a:srgbClr val="FFFFFF"/>
                </a:solidFill>
                <a:latin typeface="Montserrat"/>
              </a:rPr>
              <a:t>Контроль качества DXA</a:t>
            </a:r>
          </a:p>
        </p:txBody>
      </p:sp>
      <p:cxnSp>
        <p:nvCxnSpPr>
          <p:cNvPr id="21" name="Connector 20"/>
          <p:cNvCxnSpPr/>
          <p:nvPr/>
        </p:nvCxnSpPr>
        <p:spPr>
          <a:xfrm>
            <a:off x="258254" y="751316"/>
            <a:ext cx="5939855" cy="0"/>
          </a:xfrm>
          <a:prstGeom prst="line">
            <a:avLst/>
          </a:prstGeom>
          <a:ln w="12700">
            <a:solidFill>
              <a:srgbClr val="463E58"/>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258254" y="1018777"/>
            <a:ext cx="3809255" cy="380388"/>
          </a:xfrm>
          <a:prstGeom prst="roundRect">
            <a:avLst/>
          </a:prstGeom>
          <a:solidFill>
            <a:srgbClr val="24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1555" y="1094854"/>
            <a:ext cx="1816820" cy="228232"/>
          </a:xfrm>
          <a:prstGeom prst="rect">
            <a:avLst/>
          </a:prstGeom>
          <a:noFill/>
        </p:spPr>
        <p:txBody>
          <a:bodyPr wrap="square" lIns="0" rIns="0">
            <a:spAutoFit/>
          </a:bodyPr>
          <a:lstStyle/>
          <a:p>
            <a:r>
              <a:rPr sz="1000" b="0">
                <a:solidFill>
                  <a:srgbClr val="FFFFFF"/>
                </a:solidFill>
                <a:latin typeface="Montserrat"/>
              </a:rPr>
              <a:t>Исследование A</a:t>
            </a:r>
          </a:p>
        </p:txBody>
      </p:sp>
      <p:sp>
        <p:nvSpPr>
          <p:cNvPr id="24" name="TextBox 23"/>
          <p:cNvSpPr txBox="1"/>
          <p:nvPr/>
        </p:nvSpPr>
        <p:spPr>
          <a:xfrm>
            <a:off x="2206139" y="1094854"/>
            <a:ext cx="1514017" cy="228232"/>
          </a:xfrm>
          <a:prstGeom prst="rect">
            <a:avLst/>
          </a:prstGeom>
          <a:noFill/>
        </p:spPr>
        <p:txBody>
          <a:bodyPr wrap="square" lIns="0" rIns="0">
            <a:spAutoFit/>
          </a:bodyPr>
          <a:lstStyle/>
          <a:p>
            <a:r>
              <a:rPr sz="1000" b="1">
                <a:solidFill>
                  <a:srgbClr val="59D7AA"/>
                </a:solidFill>
                <a:latin typeface="Montserrat"/>
              </a:rPr>
              <a:t>Проверено</a:t>
            </a:r>
          </a:p>
        </p:txBody>
      </p:sp>
      <p:sp>
        <p:nvSpPr>
          <p:cNvPr id="25" name="Rounded Rectangle 24"/>
          <p:cNvSpPr/>
          <p:nvPr/>
        </p:nvSpPr>
        <p:spPr>
          <a:xfrm>
            <a:off x="258254" y="1494262"/>
            <a:ext cx="3809255" cy="380388"/>
          </a:xfrm>
          <a:prstGeom prst="roundRect">
            <a:avLst/>
          </a:prstGeom>
          <a:solidFill>
            <a:srgbClr val="24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1555" y="1570339"/>
            <a:ext cx="1816820" cy="228232"/>
          </a:xfrm>
          <a:prstGeom prst="rect">
            <a:avLst/>
          </a:prstGeom>
          <a:noFill/>
        </p:spPr>
        <p:txBody>
          <a:bodyPr wrap="square" lIns="0" rIns="0">
            <a:spAutoFit/>
          </a:bodyPr>
          <a:lstStyle/>
          <a:p>
            <a:r>
              <a:rPr sz="1000" b="0">
                <a:solidFill>
                  <a:srgbClr val="FFFFFF"/>
                </a:solidFill>
                <a:latin typeface="Montserrat"/>
              </a:rPr>
              <a:t>Исследование B</a:t>
            </a:r>
          </a:p>
        </p:txBody>
      </p:sp>
      <p:sp>
        <p:nvSpPr>
          <p:cNvPr id="27" name="TextBox 26"/>
          <p:cNvSpPr txBox="1"/>
          <p:nvPr/>
        </p:nvSpPr>
        <p:spPr>
          <a:xfrm>
            <a:off x="2206139" y="1570339"/>
            <a:ext cx="1514017" cy="228232"/>
          </a:xfrm>
          <a:prstGeom prst="rect">
            <a:avLst/>
          </a:prstGeom>
          <a:noFill/>
        </p:spPr>
        <p:txBody>
          <a:bodyPr wrap="square" lIns="0" rIns="0">
            <a:spAutoFit/>
          </a:bodyPr>
          <a:lstStyle/>
          <a:p>
            <a:r>
              <a:rPr sz="1000" b="1">
                <a:solidFill>
                  <a:srgbClr val="FF759D"/>
                </a:solidFill>
                <a:latin typeface="Montserrat"/>
              </a:rPr>
              <a:t>Проверить</a:t>
            </a:r>
          </a:p>
        </p:txBody>
      </p:sp>
      <p:sp>
        <p:nvSpPr>
          <p:cNvPr id="28" name="Rounded Rectangle 27"/>
          <p:cNvSpPr/>
          <p:nvPr/>
        </p:nvSpPr>
        <p:spPr>
          <a:xfrm>
            <a:off x="258254" y="1969747"/>
            <a:ext cx="3809255" cy="380388"/>
          </a:xfrm>
          <a:prstGeom prst="roundRect">
            <a:avLst/>
          </a:prstGeom>
          <a:solidFill>
            <a:srgbClr val="24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1555" y="2045824"/>
            <a:ext cx="1816820" cy="228232"/>
          </a:xfrm>
          <a:prstGeom prst="rect">
            <a:avLst/>
          </a:prstGeom>
          <a:noFill/>
        </p:spPr>
        <p:txBody>
          <a:bodyPr wrap="square" lIns="0" rIns="0">
            <a:spAutoFit/>
          </a:bodyPr>
          <a:lstStyle/>
          <a:p>
            <a:r>
              <a:rPr sz="1000" b="0">
                <a:solidFill>
                  <a:srgbClr val="FFFFFF"/>
                </a:solidFill>
                <a:latin typeface="Montserrat"/>
              </a:rPr>
              <a:t>Исследование C</a:t>
            </a:r>
          </a:p>
        </p:txBody>
      </p:sp>
      <p:sp>
        <p:nvSpPr>
          <p:cNvPr id="30" name="TextBox 29"/>
          <p:cNvSpPr txBox="1"/>
          <p:nvPr/>
        </p:nvSpPr>
        <p:spPr>
          <a:xfrm>
            <a:off x="2206139" y="2045824"/>
            <a:ext cx="1514017" cy="228232"/>
          </a:xfrm>
          <a:prstGeom prst="rect">
            <a:avLst/>
          </a:prstGeom>
          <a:noFill/>
        </p:spPr>
        <p:txBody>
          <a:bodyPr wrap="square" lIns="0" rIns="0">
            <a:spAutoFit/>
          </a:bodyPr>
          <a:lstStyle/>
          <a:p>
            <a:r>
              <a:rPr sz="1000" b="1">
                <a:solidFill>
                  <a:srgbClr val="59D7AA"/>
                </a:solidFill>
                <a:latin typeface="Montserrat"/>
              </a:rPr>
              <a:t>Проверено</a:t>
            </a:r>
          </a:p>
        </p:txBody>
      </p:sp>
      <p:sp>
        <p:nvSpPr>
          <p:cNvPr id="31" name="Rounded Rectangle 30"/>
          <p:cNvSpPr/>
          <p:nvPr/>
        </p:nvSpPr>
        <p:spPr>
          <a:xfrm>
            <a:off x="4519454" y="959341"/>
            <a:ext cx="1678654" cy="1753352"/>
          </a:xfrm>
          <a:prstGeom prst="roundRect">
            <a:avLst/>
          </a:prstGeom>
          <a:solidFill>
            <a:srgbClr val="27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35668" y="1137648"/>
            <a:ext cx="1420399" cy="445767"/>
          </a:xfrm>
          <a:prstGeom prst="rect">
            <a:avLst/>
          </a:prstGeom>
          <a:noFill/>
        </p:spPr>
        <p:txBody>
          <a:bodyPr wrap="square" lIns="0" rIns="0">
            <a:spAutoFit/>
          </a:bodyPr>
          <a:lstStyle/>
          <a:p>
            <a:r>
              <a:rPr sz="1200" b="1">
                <a:solidFill>
                  <a:srgbClr val="FFFFFF"/>
                </a:solidFill>
                <a:latin typeface="Montserrat"/>
              </a:rPr>
              <a:t>Вердикт</a:t>
            </a:r>
          </a:p>
        </p:txBody>
      </p:sp>
      <p:sp>
        <p:nvSpPr>
          <p:cNvPr id="33" name="TextBox 32"/>
          <p:cNvSpPr txBox="1"/>
          <p:nvPr/>
        </p:nvSpPr>
        <p:spPr>
          <a:xfrm>
            <a:off x="4635668" y="1672569"/>
            <a:ext cx="1420399" cy="713228"/>
          </a:xfrm>
          <a:prstGeom prst="rect">
            <a:avLst/>
          </a:prstGeom>
          <a:noFill/>
        </p:spPr>
        <p:txBody>
          <a:bodyPr wrap="square" lIns="0" rIns="0">
            <a:spAutoFit/>
          </a:bodyPr>
          <a:lstStyle/>
          <a:p>
            <a:r>
              <a:rPr sz="900" b="0">
                <a:solidFill>
                  <a:srgbClr val="FFB1CC"/>
                </a:solidFill>
                <a:latin typeface="Montserrat"/>
              </a:rPr>
              <a:t>1 из 3
требует проверки</a:t>
            </a:r>
          </a:p>
        </p:txBody>
      </p:sp>
      <p:sp>
        <p:nvSpPr>
          <p:cNvPr id="34" name="TextBox 33"/>
          <p:cNvSpPr txBox="1"/>
          <p:nvPr/>
        </p:nvSpPr>
        <p:spPr>
          <a:xfrm>
            <a:off x="258254" y="2861283"/>
            <a:ext cx="5939855" cy="267460"/>
          </a:xfrm>
          <a:prstGeom prst="rect">
            <a:avLst/>
          </a:prstGeom>
          <a:noFill/>
        </p:spPr>
        <p:txBody>
          <a:bodyPr wrap="square" lIns="0" rIns="0">
            <a:spAutoFit/>
          </a:bodyPr>
          <a:lstStyle/>
          <a:p>
            <a:r>
              <a:rPr sz="700" b="0">
                <a:solidFill>
                  <a:srgbClr val="AFA9C1"/>
                </a:solidFill>
                <a:latin typeface="Montserrat"/>
              </a:rPr>
              <a:t>Схема интерфейса · без клинических данных</a:t>
            </a:r>
          </a:p>
        </p:txBody>
      </p:sp>
    </p:spTree>
    <p:extLst>
      <p:ext uri="{BB962C8B-B14F-4D97-AF65-F5344CB8AC3E}">
        <p14:creationId xmlns:p14="http://schemas.microsoft.com/office/powerpoint/2010/main" val="2798554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C977F-019F-1EBC-A1EC-CEAA645B590F}"/>
            </a:ext>
          </a:extLst>
        </p:cNvPr>
        <p:cNvGrpSpPr/>
        <p:nvPr/>
      </p:nvGrpSpPr>
      <p:grpSpPr>
        <a:xfrm>
          <a:off x="0" y="0"/>
          <a:ext cx="0" cy="0"/>
          <a:chOff x="0" y="0"/>
          <a:chExt cx="0" cy="0"/>
        </a:xfrm>
      </p:grpSpPr>
      <p:sp>
        <p:nvSpPr>
          <p:cNvPr id="56" name="Скругленный прямоугольник 55">
            <a:extLst>
              <a:ext uri="{FF2B5EF4-FFF2-40B4-BE49-F238E27FC236}">
                <a16:creationId xmlns:a16="http://schemas.microsoft.com/office/drawing/2014/main" id="{635392F3-78F4-5585-E25E-CDBEA7E9F10C}"/>
              </a:ext>
            </a:extLst>
          </p:cNvPr>
          <p:cNvSpPr/>
          <p:nvPr/>
        </p:nvSpPr>
        <p:spPr>
          <a:xfrm>
            <a:off x="4998567" y="1522006"/>
            <a:ext cx="2192713" cy="4834352"/>
          </a:xfrm>
          <a:prstGeom prst="roundRect">
            <a:avLst>
              <a:gd name="adj" fmla="val 9821"/>
            </a:avLst>
          </a:prstGeom>
          <a:solidFill>
            <a:schemeClr val="bg1"/>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marL="0" marR="0" lvl="0" indent="0" algn="ctr" defTabSz="914220" rtl="0" eaLnBrk="1" fontAlgn="auto" latinLnBrk="0" hangingPunct="1">
              <a:lnSpc>
                <a:spcPct val="100000"/>
              </a:lnSpc>
              <a:spcBef>
                <a:spcPts val="0"/>
              </a:spcBef>
              <a:spcAft>
                <a:spcPts val="0"/>
              </a:spcAft>
              <a:buClrTx/>
              <a:buSzTx/>
              <a:buFontTx/>
              <a:buNone/>
              <a:tabLst/>
              <a:defRPr/>
            </a:pPr>
            <a:endParaRPr kumimoji="0" lang="ru-RU" sz="1800" b="1" i="0" u="none" strike="noStrike" kern="1200" cap="none" spc="0" normalizeH="0" baseline="0" noProof="0" dirty="0">
              <a:ln>
                <a:noFill/>
              </a:ln>
              <a:solidFill>
                <a:srgbClr val="FFD6E3"/>
              </a:solidFill>
              <a:effectLst/>
              <a:uLnTx/>
              <a:uFillTx/>
              <a:latin typeface="Montserrat"/>
              <a:ea typeface="+mn-ea"/>
              <a:cs typeface="+mn-cs"/>
            </a:endParaRPr>
          </a:p>
        </p:txBody>
      </p:sp>
      <p:sp>
        <p:nvSpPr>
          <p:cNvPr id="57" name="Текст 8">
            <a:extLst>
              <a:ext uri="{FF2B5EF4-FFF2-40B4-BE49-F238E27FC236}">
                <a16:creationId xmlns:a16="http://schemas.microsoft.com/office/drawing/2014/main" id="{9398668D-F141-1433-7B1B-1518BC470E30}"/>
              </a:ext>
            </a:extLst>
          </p:cNvPr>
          <p:cNvSpPr txBox="1">
            <a:spLocks/>
          </p:cNvSpPr>
          <p:nvPr/>
        </p:nvSpPr>
        <p:spPr>
          <a:xfrm>
            <a:off x="5170851" y="4250028"/>
            <a:ext cx="1894354" cy="1624612"/>
          </a:xfrm>
          <a:prstGeom prst="rect">
            <a:avLst/>
          </a:prstGeom>
          <a:ln>
            <a:noFill/>
          </a:ln>
        </p:spPr>
        <p:txBody>
          <a:bodyPr vert="horz" lIns="91440" tIns="45720" rIns="91440" bIns="45720" rtlCol="0">
            <a:norm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marL="144688" marR="0" lvl="0" indent="-144688" algn="l" defTabSz="578755" rtl="0" eaLnBrk="1" fontAlgn="base" latinLnBrk="0" hangingPunct="1">
              <a:lnSpc>
                <a:spcPct val="90000"/>
              </a:lnSpc>
              <a:spcBef>
                <a:spcPts val="600"/>
              </a:spcBef>
              <a:spcAft>
                <a:spcPts val="0"/>
              </a:spcAft>
              <a:buClr>
                <a:srgbClr val="FF0053"/>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Montserrat"/>
                <a:ea typeface="+mn-ea"/>
                <a:cs typeface="+mn-cs"/>
              </a:rPr>
              <a:t>ML-</a:t>
            </a:r>
            <a:r>
              <a:rPr kumimoji="0" lang="ru-RU" sz="1200" b="0" i="0" u="none" strike="noStrike" kern="1200" cap="none" spc="0" normalizeH="0" baseline="0" noProof="0" dirty="0">
                <a:ln>
                  <a:noFill/>
                </a:ln>
                <a:solidFill>
                  <a:srgbClr val="000000"/>
                </a:solidFill>
                <a:effectLst/>
                <a:uLnTx/>
                <a:uFillTx/>
                <a:latin typeface="Montserrat"/>
                <a:ea typeface="+mn-ea"/>
                <a:cs typeface="+mn-cs"/>
              </a:rPr>
              <a:t>инженер, бэкенд-программист</a:t>
            </a:r>
          </a:p>
          <a:p>
            <a:pPr marL="144688" marR="0" lvl="0" indent="-144688" algn="l" defTabSz="578755" rtl="0" eaLnBrk="1" fontAlgn="base" latinLnBrk="0" hangingPunct="1">
              <a:lnSpc>
                <a:spcPct val="90000"/>
              </a:lnSpc>
              <a:spcBef>
                <a:spcPts val="0"/>
              </a:spcBef>
              <a:spcAft>
                <a:spcPts val="0"/>
              </a:spcAft>
              <a:buClr>
                <a:srgbClr val="FF0053"/>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Montserrat"/>
                <a:ea typeface="+mn-ea"/>
                <a:cs typeface="+mn-cs"/>
              </a:rPr>
              <a:t>@theorcos</a:t>
            </a:r>
            <a:endParaRPr kumimoji="0" lang="ru-RU" sz="1200" b="0" i="0" u="none" strike="noStrike" kern="1200" cap="none" spc="0" normalizeH="0" baseline="0" noProof="0" dirty="0">
              <a:ln>
                <a:noFill/>
              </a:ln>
              <a:solidFill>
                <a:srgbClr val="000000"/>
              </a:solidFill>
              <a:effectLst/>
              <a:uLnTx/>
              <a:uFillTx/>
              <a:latin typeface="Montserrat"/>
              <a:ea typeface="+mn-ea"/>
              <a:cs typeface="+mn-cs"/>
            </a:endParaRPr>
          </a:p>
          <a:p>
            <a:pPr marL="144688" marR="0" lvl="0" indent="-144688" algn="l" defTabSz="578755" rtl="0" eaLnBrk="1" fontAlgn="base" latinLnBrk="0" hangingPunct="1">
              <a:lnSpc>
                <a:spcPct val="90000"/>
              </a:lnSpc>
              <a:spcBef>
                <a:spcPts val="0"/>
              </a:spcBef>
              <a:spcAft>
                <a:spcPts val="0"/>
              </a:spcAft>
              <a:buClr>
                <a:srgbClr val="FF0053"/>
              </a:buClr>
              <a:buSzTx/>
              <a:buFont typeface="Arial" panose="020B0604020202020204" pitchFamily="34" charset="0"/>
              <a:buChar char="•"/>
              <a:tabLst/>
              <a:defRPr/>
            </a:pPr>
            <a:r>
              <a:rPr kumimoji="0" lang="ru-RU" sz="1200" b="0" i="0" u="none" strike="noStrike" kern="1200" cap="none" spc="0" normalizeH="0" baseline="0" noProof="0" dirty="0">
                <a:ln>
                  <a:noFill/>
                </a:ln>
                <a:solidFill>
                  <a:srgbClr val="000000"/>
                </a:solidFill>
                <a:effectLst/>
                <a:uLnTx/>
                <a:uFillTx/>
                <a:latin typeface="Montserrat"/>
                <a:ea typeface="+mn-ea"/>
                <a:cs typeface="+mn-cs"/>
              </a:rPr>
              <a:t>Студент 3 курса факультета </a:t>
            </a:r>
            <a:r>
              <a:rPr kumimoji="0" lang="en-US" sz="1200" b="0" i="0" u="none" strike="noStrike" kern="1200" cap="none" spc="0" normalizeH="0" baseline="0" noProof="0" dirty="0">
                <a:ln>
                  <a:noFill/>
                </a:ln>
                <a:solidFill>
                  <a:srgbClr val="000000"/>
                </a:solidFill>
                <a:effectLst/>
                <a:uLnTx/>
                <a:uFillTx/>
                <a:latin typeface="Montserrat"/>
                <a:ea typeface="+mn-ea"/>
                <a:cs typeface="+mn-cs"/>
              </a:rPr>
              <a:t>AI360, </a:t>
            </a:r>
            <a:r>
              <a:rPr kumimoji="0" lang="ru-RU" sz="1200" b="0" i="0" u="none" strike="noStrike" kern="1200" cap="none" spc="0" normalizeH="0" baseline="0" noProof="0" dirty="0">
                <a:ln>
                  <a:noFill/>
                </a:ln>
                <a:solidFill>
                  <a:srgbClr val="000000"/>
                </a:solidFill>
                <a:effectLst/>
                <a:uLnTx/>
                <a:uFillTx/>
                <a:latin typeface="Montserrat"/>
                <a:ea typeface="+mn-ea"/>
                <a:cs typeface="+mn-cs"/>
              </a:rPr>
              <a:t>МФТИ</a:t>
            </a:r>
          </a:p>
        </p:txBody>
      </p:sp>
      <p:sp>
        <p:nvSpPr>
          <p:cNvPr id="58" name="Текст 8">
            <a:extLst>
              <a:ext uri="{FF2B5EF4-FFF2-40B4-BE49-F238E27FC236}">
                <a16:creationId xmlns:a16="http://schemas.microsoft.com/office/drawing/2014/main" id="{8D1E397B-73F6-7777-9CD1-12E43986247F}"/>
              </a:ext>
            </a:extLst>
          </p:cNvPr>
          <p:cNvSpPr txBox="1">
            <a:spLocks/>
          </p:cNvSpPr>
          <p:nvPr/>
        </p:nvSpPr>
        <p:spPr>
          <a:xfrm>
            <a:off x="5170850" y="3622118"/>
            <a:ext cx="1722566" cy="627910"/>
          </a:xfrm>
          <a:prstGeom prst="rect">
            <a:avLst/>
          </a:prstGeom>
          <a:ln>
            <a:noFill/>
          </a:ln>
        </p:spPr>
        <p:txBody>
          <a:bodyPr vert="horz" lIns="91440" tIns="45720" rIns="91440" bIns="45720" rtlCol="0">
            <a:norm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marL="0" marR="0" lvl="0" indent="0" algn="l" defTabSz="578755" rtl="0" eaLnBrk="1" fontAlgn="auto" latinLnBrk="0" hangingPunct="1">
              <a:lnSpc>
                <a:spcPct val="90000"/>
              </a:lnSpc>
              <a:spcBef>
                <a:spcPts val="631"/>
              </a:spcBef>
              <a:spcAft>
                <a:spcPts val="0"/>
              </a:spcAft>
              <a:buClr>
                <a:srgbClr val="FF0053"/>
              </a:buClr>
              <a:buSzTx/>
              <a:buFont typeface="Wingdings" pitchFamily="2" charset="2"/>
              <a:buNone/>
              <a:tabLst/>
              <a:defRPr/>
            </a:pPr>
            <a:r>
              <a:rPr kumimoji="0" lang="ru-RU" sz="1600" b="1" i="0" u="none" strike="noStrike" kern="1200" cap="none" spc="0" normalizeH="0" baseline="0" noProof="0" dirty="0">
                <a:ln>
                  <a:noFill/>
                </a:ln>
                <a:solidFill>
                  <a:srgbClr val="520977"/>
                </a:solidFill>
                <a:effectLst/>
                <a:uLnTx/>
                <a:uFillTx/>
                <a:latin typeface="Montserrat"/>
                <a:ea typeface="+mn-ea"/>
                <a:cs typeface="+mn-cs"/>
              </a:rPr>
              <a:t>Тимофей Ильин</a:t>
            </a:r>
          </a:p>
        </p:txBody>
      </p:sp>
      <p:sp>
        <p:nvSpPr>
          <p:cNvPr id="59" name="Скругленный прямоугольник 58">
            <a:extLst>
              <a:ext uri="{FF2B5EF4-FFF2-40B4-BE49-F238E27FC236}">
                <a16:creationId xmlns:a16="http://schemas.microsoft.com/office/drawing/2014/main" id="{0F406257-4D6A-D88A-21D7-91882F262CF5}"/>
              </a:ext>
            </a:extLst>
          </p:cNvPr>
          <p:cNvSpPr/>
          <p:nvPr/>
        </p:nvSpPr>
        <p:spPr>
          <a:xfrm>
            <a:off x="7302855" y="1522006"/>
            <a:ext cx="2192713" cy="4834352"/>
          </a:xfrm>
          <a:prstGeom prst="roundRect">
            <a:avLst>
              <a:gd name="adj" fmla="val 9821"/>
            </a:avLst>
          </a:prstGeom>
          <a:solidFill>
            <a:schemeClr val="bg1"/>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marL="0" marR="0" lvl="0" indent="0" algn="ctr" defTabSz="914220" rtl="0" eaLnBrk="1" fontAlgn="auto" latinLnBrk="0" hangingPunct="1">
              <a:lnSpc>
                <a:spcPct val="100000"/>
              </a:lnSpc>
              <a:spcBef>
                <a:spcPts val="0"/>
              </a:spcBef>
              <a:spcAft>
                <a:spcPts val="0"/>
              </a:spcAft>
              <a:buClrTx/>
              <a:buSzTx/>
              <a:buFontTx/>
              <a:buNone/>
              <a:tabLst/>
              <a:defRPr/>
            </a:pPr>
            <a:endParaRPr kumimoji="0" lang="ru-RU" sz="1800" b="1" i="0" u="none" strike="noStrike" kern="1200" cap="none" spc="0" normalizeH="0" baseline="0" noProof="0" dirty="0">
              <a:ln>
                <a:noFill/>
              </a:ln>
              <a:solidFill>
                <a:srgbClr val="FFD6E3"/>
              </a:solidFill>
              <a:effectLst/>
              <a:uLnTx/>
              <a:uFillTx/>
              <a:latin typeface="Montserrat"/>
              <a:ea typeface="+mn-ea"/>
              <a:cs typeface="+mn-cs"/>
            </a:endParaRPr>
          </a:p>
        </p:txBody>
      </p:sp>
      <p:sp>
        <p:nvSpPr>
          <p:cNvPr id="60" name="Текст 8">
            <a:extLst>
              <a:ext uri="{FF2B5EF4-FFF2-40B4-BE49-F238E27FC236}">
                <a16:creationId xmlns:a16="http://schemas.microsoft.com/office/drawing/2014/main" id="{44C1868D-BA5E-04C0-2882-2494450EF9D6}"/>
              </a:ext>
            </a:extLst>
          </p:cNvPr>
          <p:cNvSpPr txBox="1">
            <a:spLocks/>
          </p:cNvSpPr>
          <p:nvPr/>
        </p:nvSpPr>
        <p:spPr>
          <a:xfrm>
            <a:off x="7475139" y="4250028"/>
            <a:ext cx="1894354" cy="1624612"/>
          </a:xfrm>
          <a:prstGeom prst="rect">
            <a:avLst/>
          </a:prstGeom>
          <a:ln>
            <a:noFill/>
          </a:ln>
        </p:spPr>
        <p:txBody>
          <a:bodyPr vert="horz" lIns="91440" tIns="45720" rIns="91440" bIns="45720" rtlCol="0">
            <a:norm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marL="144688" marR="0" lvl="0" indent="-144688" algn="l" defTabSz="578755" rtl="0" eaLnBrk="1" fontAlgn="base" latinLnBrk="0" hangingPunct="1">
              <a:lnSpc>
                <a:spcPct val="90000"/>
              </a:lnSpc>
              <a:spcBef>
                <a:spcPts val="600"/>
              </a:spcBef>
              <a:spcAft>
                <a:spcPts val="0"/>
              </a:spcAft>
              <a:buClr>
                <a:srgbClr val="FF0053"/>
              </a:buClr>
              <a:buSzTx/>
              <a:buFont typeface="Arial" panose="020B0604020202020204" pitchFamily="34" charset="0"/>
              <a:buChar char="•"/>
              <a:tabLst/>
              <a:defRPr/>
            </a:pPr>
            <a:r>
              <a:rPr kumimoji="0" lang="ru-RU" sz="1200" b="0" i="0" u="none" strike="noStrike" kern="1200" cap="none" spc="0" normalizeH="0" baseline="0" noProof="0" dirty="0">
                <a:ln>
                  <a:noFill/>
                </a:ln>
                <a:solidFill>
                  <a:srgbClr val="000000"/>
                </a:solidFill>
                <a:effectLst/>
                <a:uLnTx/>
                <a:uFillTx/>
                <a:latin typeface="Montserrat"/>
                <a:ea typeface="+mn-ea"/>
                <a:cs typeface="+mn-cs"/>
              </a:rPr>
              <a:t>Специалист</a:t>
            </a:r>
          </a:p>
          <a:p>
            <a:pPr marL="144688" marR="0" lvl="0" indent="-144688" algn="l" defTabSz="578755" rtl="0" eaLnBrk="1" fontAlgn="base" latinLnBrk="0" hangingPunct="1">
              <a:lnSpc>
                <a:spcPct val="90000"/>
              </a:lnSpc>
              <a:spcBef>
                <a:spcPts val="0"/>
              </a:spcBef>
              <a:spcAft>
                <a:spcPts val="0"/>
              </a:spcAft>
              <a:buClr>
                <a:srgbClr val="FF0053"/>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Montserrat"/>
                <a:ea typeface="+mn-ea"/>
                <a:cs typeface="+mn-cs"/>
              </a:rPr>
              <a:t>@alexa_skom</a:t>
            </a:r>
            <a:endParaRPr kumimoji="0" lang="ru-RU" sz="1200" b="0" i="0" u="none" strike="noStrike" kern="1200" cap="none" spc="0" normalizeH="0" baseline="0" noProof="0" dirty="0">
              <a:ln>
                <a:noFill/>
              </a:ln>
              <a:solidFill>
                <a:srgbClr val="000000"/>
              </a:solidFill>
              <a:effectLst/>
              <a:uLnTx/>
              <a:uFillTx/>
              <a:latin typeface="Montserrat"/>
              <a:ea typeface="+mn-ea"/>
              <a:cs typeface="+mn-cs"/>
            </a:endParaRPr>
          </a:p>
          <a:p>
            <a:pPr marL="144688" marR="0" lvl="0" indent="-144688" algn="l" defTabSz="578755" rtl="0" eaLnBrk="1" fontAlgn="base" latinLnBrk="0" hangingPunct="1">
              <a:lnSpc>
                <a:spcPct val="90000"/>
              </a:lnSpc>
              <a:spcBef>
                <a:spcPts val="0"/>
              </a:spcBef>
              <a:spcAft>
                <a:spcPts val="0"/>
              </a:spcAft>
              <a:buClr>
                <a:srgbClr val="FF0053"/>
              </a:buClr>
              <a:buSzTx/>
              <a:buFont typeface="Arial" panose="020B0604020202020204" pitchFamily="34" charset="0"/>
              <a:buChar char="•"/>
              <a:tabLst/>
              <a:defRPr/>
            </a:pPr>
            <a:r>
              <a:rPr kumimoji="0" lang="ru-RU" sz="1200" b="0" i="0" u="none" strike="noStrike" kern="1200" cap="none" spc="0" normalizeH="0" baseline="0" noProof="0" dirty="0">
                <a:ln>
                  <a:noFill/>
                </a:ln>
                <a:solidFill>
                  <a:srgbClr val="000000"/>
                </a:solidFill>
                <a:effectLst/>
                <a:uLnTx/>
                <a:uFillTx/>
                <a:latin typeface="Montserrat"/>
                <a:ea typeface="+mn-ea"/>
                <a:cs typeface="+mn-cs"/>
              </a:rPr>
              <a:t>Студент 3 курса института клинической медицины им. Н.В. Склифосовского, Первого МГМУ им. И.М. Сеченова </a:t>
            </a:r>
          </a:p>
        </p:txBody>
      </p:sp>
      <p:sp>
        <p:nvSpPr>
          <p:cNvPr id="61" name="Текст 8">
            <a:extLst>
              <a:ext uri="{FF2B5EF4-FFF2-40B4-BE49-F238E27FC236}">
                <a16:creationId xmlns:a16="http://schemas.microsoft.com/office/drawing/2014/main" id="{1A52C52A-3120-DA42-507D-5AE477E99E60}"/>
              </a:ext>
            </a:extLst>
          </p:cNvPr>
          <p:cNvSpPr txBox="1">
            <a:spLocks/>
          </p:cNvSpPr>
          <p:nvPr/>
        </p:nvSpPr>
        <p:spPr>
          <a:xfrm>
            <a:off x="7475138" y="3622118"/>
            <a:ext cx="1722566" cy="627910"/>
          </a:xfrm>
          <a:prstGeom prst="rect">
            <a:avLst/>
          </a:prstGeom>
          <a:ln>
            <a:noFill/>
          </a:ln>
        </p:spPr>
        <p:txBody>
          <a:bodyPr vert="horz" lIns="91440" tIns="45720" rIns="91440" bIns="45720" rtlCol="0">
            <a:norm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marL="0" marR="0" lvl="0" indent="0" algn="l" defTabSz="578755" rtl="0" eaLnBrk="1" fontAlgn="auto" latinLnBrk="0" hangingPunct="1">
              <a:lnSpc>
                <a:spcPct val="90000"/>
              </a:lnSpc>
              <a:spcBef>
                <a:spcPts val="631"/>
              </a:spcBef>
              <a:spcAft>
                <a:spcPts val="0"/>
              </a:spcAft>
              <a:buClr>
                <a:srgbClr val="FF0053"/>
              </a:buClr>
              <a:buSzTx/>
              <a:buFont typeface="Wingdings" pitchFamily="2" charset="2"/>
              <a:buNone/>
              <a:tabLst/>
              <a:defRPr/>
            </a:pPr>
            <a:r>
              <a:rPr kumimoji="0" lang="ru-RU" sz="1600" b="1" i="0" u="none" strike="noStrike" kern="1200" cap="none" spc="0" normalizeH="0" baseline="0" noProof="0" dirty="0" err="1">
                <a:ln>
                  <a:noFill/>
                </a:ln>
                <a:solidFill>
                  <a:srgbClr val="520977"/>
                </a:solidFill>
                <a:effectLst/>
                <a:uLnTx/>
                <a:uFillTx/>
                <a:latin typeface="Montserrat"/>
                <a:ea typeface="+mn-ea"/>
                <a:cs typeface="+mn-cs"/>
              </a:rPr>
              <a:t>Скоморохова</a:t>
            </a:r>
            <a:r>
              <a:rPr kumimoji="0" lang="ru-RU" sz="1600" b="1" i="0" u="none" strike="noStrike" kern="1200" cap="none" spc="0" normalizeH="0" baseline="0" noProof="0" dirty="0">
                <a:ln>
                  <a:noFill/>
                </a:ln>
                <a:solidFill>
                  <a:srgbClr val="520977"/>
                </a:solidFill>
                <a:effectLst/>
                <a:uLnTx/>
                <a:uFillTx/>
                <a:latin typeface="Montserrat"/>
                <a:ea typeface="+mn-ea"/>
                <a:cs typeface="+mn-cs"/>
              </a:rPr>
              <a:t> Александра</a:t>
            </a:r>
          </a:p>
        </p:txBody>
      </p:sp>
      <p:sp>
        <p:nvSpPr>
          <p:cNvPr id="17" name="Скругленный прямоугольник 16">
            <a:extLst>
              <a:ext uri="{FF2B5EF4-FFF2-40B4-BE49-F238E27FC236}">
                <a16:creationId xmlns:a16="http://schemas.microsoft.com/office/drawing/2014/main" id="{FC0035EA-559C-020F-D4A8-B4146A26E8E5}"/>
              </a:ext>
            </a:extLst>
          </p:cNvPr>
          <p:cNvSpPr/>
          <p:nvPr/>
        </p:nvSpPr>
        <p:spPr>
          <a:xfrm>
            <a:off x="2694279" y="1522006"/>
            <a:ext cx="2192713" cy="4834352"/>
          </a:xfrm>
          <a:prstGeom prst="roundRect">
            <a:avLst>
              <a:gd name="adj" fmla="val 9821"/>
            </a:avLst>
          </a:prstGeom>
          <a:solidFill>
            <a:schemeClr val="bg1"/>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pPr marL="0" marR="0" lvl="0" indent="0" algn="ctr" defTabSz="914220" rtl="0" eaLnBrk="1" fontAlgn="auto" latinLnBrk="0" hangingPunct="1">
              <a:lnSpc>
                <a:spcPct val="100000"/>
              </a:lnSpc>
              <a:spcBef>
                <a:spcPts val="0"/>
              </a:spcBef>
              <a:spcAft>
                <a:spcPts val="0"/>
              </a:spcAft>
              <a:buClrTx/>
              <a:buSzTx/>
              <a:buFontTx/>
              <a:buNone/>
              <a:tabLst/>
              <a:defRPr/>
            </a:pPr>
            <a:endParaRPr kumimoji="0" lang="ru-RU" sz="1800" b="1" i="0" u="none" strike="noStrike" kern="1200" cap="none" spc="0" normalizeH="0" baseline="0" noProof="0" dirty="0">
              <a:ln>
                <a:noFill/>
              </a:ln>
              <a:solidFill>
                <a:srgbClr val="FFD6E3"/>
              </a:solidFill>
              <a:effectLst/>
              <a:uLnTx/>
              <a:uFillTx/>
              <a:latin typeface="Montserrat"/>
              <a:ea typeface="+mn-ea"/>
              <a:cs typeface="+mn-cs"/>
            </a:endParaRPr>
          </a:p>
        </p:txBody>
      </p:sp>
      <p:sp>
        <p:nvSpPr>
          <p:cNvPr id="13" name="Скругленный прямоугольник 12">
            <a:extLst>
              <a:ext uri="{FF2B5EF4-FFF2-40B4-BE49-F238E27FC236}">
                <a16:creationId xmlns:a16="http://schemas.microsoft.com/office/drawing/2014/main" id="{4F9EEB10-D234-64E3-5744-B3981F11A494}"/>
              </a:ext>
            </a:extLst>
          </p:cNvPr>
          <p:cNvSpPr/>
          <p:nvPr/>
        </p:nvSpPr>
        <p:spPr>
          <a:xfrm>
            <a:off x="346075" y="324562"/>
            <a:ext cx="3952656" cy="620919"/>
          </a:xfrm>
          <a:prstGeom prst="roundRect">
            <a:avLst>
              <a:gd name="adj" fmla="val 18706"/>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t"/>
          <a:lstStyle/>
          <a:p>
            <a:pPr marL="0" marR="0" lvl="0" indent="0" algn="ctr" defTabSz="914220" rtl="0" eaLnBrk="1" fontAlgn="auto" latinLnBrk="0" hangingPunct="1">
              <a:lnSpc>
                <a:spcPct val="100000"/>
              </a:lnSpc>
              <a:spcBef>
                <a:spcPts val="0"/>
              </a:spcBef>
              <a:spcAft>
                <a:spcPts val="0"/>
              </a:spcAft>
              <a:buClrTx/>
              <a:buSzTx/>
              <a:buFontTx/>
              <a:buNone/>
              <a:tabLst/>
              <a:defRPr/>
            </a:pPr>
            <a:endParaRPr kumimoji="0" lang="ru-RU" sz="1800" b="1" i="0" u="none" strike="noStrike" kern="1200" cap="none" spc="0" normalizeH="0" baseline="0" noProof="0" dirty="0">
              <a:ln>
                <a:noFill/>
              </a:ln>
              <a:solidFill>
                <a:srgbClr val="FFD6E3"/>
              </a:solidFill>
              <a:effectLst/>
              <a:uLnTx/>
              <a:uFillTx/>
              <a:latin typeface="Montserrat"/>
              <a:ea typeface="+mn-ea"/>
              <a:cs typeface="+mn-cs"/>
            </a:endParaRPr>
          </a:p>
        </p:txBody>
      </p:sp>
      <p:sp>
        <p:nvSpPr>
          <p:cNvPr id="18" name="Номер слайда 17">
            <a:extLst>
              <a:ext uri="{FF2B5EF4-FFF2-40B4-BE49-F238E27FC236}">
                <a16:creationId xmlns:a16="http://schemas.microsoft.com/office/drawing/2014/main" id="{ADFA4405-6EC1-3A52-92A7-2CA2130BB2B8}"/>
              </a:ext>
            </a:extLst>
          </p:cNvPr>
          <p:cNvSpPr>
            <a:spLocks noGrp="1"/>
          </p:cNvSpPr>
          <p:nvPr>
            <p:ph type="sldNum" sz="quarter" idx="4"/>
          </p:nvPr>
        </p:nvSpPr>
        <p:spPr/>
        <p:txBody>
          <a:bodyPr/>
          <a:lstStyle/>
          <a:p>
            <a:pPr marL="0" marR="0" lvl="0" indent="0" algn="ctr" defTabSz="91422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FFFFFF">
                    <a:lumMod val="95000"/>
                  </a:srgbClr>
                </a:solidFill>
                <a:effectLst/>
                <a:uLnTx/>
                <a:uFillTx/>
                <a:latin typeface="Montserrat"/>
                <a:ea typeface="+mn-ea"/>
                <a:cs typeface="+mn-cs"/>
              </a:rPr>
              <a:t>3</a:t>
            </a:r>
          </a:p>
        </p:txBody>
      </p:sp>
      <p:sp>
        <p:nvSpPr>
          <p:cNvPr id="7" name="Заголовок 6">
            <a:extLst>
              <a:ext uri="{FF2B5EF4-FFF2-40B4-BE49-F238E27FC236}">
                <a16:creationId xmlns:a16="http://schemas.microsoft.com/office/drawing/2014/main" id="{A8302BF4-F579-F30C-0D0B-9EC587DE2AD1}"/>
              </a:ext>
            </a:extLst>
          </p:cNvPr>
          <p:cNvSpPr>
            <a:spLocks noGrp="1"/>
          </p:cNvSpPr>
          <p:nvPr>
            <p:ph type="title"/>
          </p:nvPr>
        </p:nvSpPr>
        <p:spPr>
          <a:xfrm>
            <a:off x="518359" y="449787"/>
            <a:ext cx="9862734" cy="376138"/>
          </a:xfrm>
        </p:spPr>
        <p:txBody>
          <a:bodyPr/>
          <a:lstStyle/>
          <a:p>
            <a:r>
              <a:t>КОМАНДА</a:t>
            </a:r>
          </a:p>
        </p:txBody>
      </p:sp>
      <p:sp>
        <p:nvSpPr>
          <p:cNvPr id="9" name="Текст 8">
            <a:extLst>
              <a:ext uri="{FF2B5EF4-FFF2-40B4-BE49-F238E27FC236}">
                <a16:creationId xmlns:a16="http://schemas.microsoft.com/office/drawing/2014/main" id="{8392728C-0D28-63FE-46DB-BBDA5226DAE1}"/>
              </a:ext>
            </a:extLst>
          </p:cNvPr>
          <p:cNvSpPr>
            <a:spLocks noGrp="1"/>
          </p:cNvSpPr>
          <p:nvPr>
            <p:ph type="body" sz="quarter" idx="27"/>
          </p:nvPr>
        </p:nvSpPr>
        <p:spPr>
          <a:xfrm>
            <a:off x="2866563" y="4250027"/>
            <a:ext cx="1894354" cy="1994361"/>
          </a:xfrm>
        </p:spPr>
        <p:txBody>
          <a:bodyPr>
            <a:normAutofit/>
          </a:bodyPr>
          <a:lstStyle/>
          <a:p>
            <a:pPr rtl="0" fontAlgn="base">
              <a:spcBef>
                <a:spcPts val="600"/>
              </a:spcBef>
              <a:spcAft>
                <a:spcPts val="0"/>
              </a:spcAft>
              <a:buFont typeface="Arial" panose="020B0604020202020204" pitchFamily="34" charset="0"/>
              <a:buChar char="•"/>
            </a:pPr>
            <a:r>
              <a:rPr lang="ru-RU" sz="1200" dirty="0">
                <a:solidFill>
                  <a:schemeClr val="tx1"/>
                </a:solidFill>
              </a:rPr>
              <a:t>бэкенд-программист, </a:t>
            </a:r>
            <a:r>
              <a:rPr lang="ru-RU" sz="1200" dirty="0" err="1">
                <a:solidFill>
                  <a:schemeClr val="tx1"/>
                </a:solidFill>
              </a:rPr>
              <a:t>фронтенд</a:t>
            </a:r>
            <a:r>
              <a:rPr lang="ru-RU" sz="1200" dirty="0">
                <a:solidFill>
                  <a:schemeClr val="tx1"/>
                </a:solidFill>
              </a:rPr>
              <a:t>-программист</a:t>
            </a:r>
          </a:p>
          <a:p>
            <a:pPr rtl="0" fontAlgn="base">
              <a:spcBef>
                <a:spcPts val="0"/>
              </a:spcBef>
              <a:spcAft>
                <a:spcPts val="0"/>
              </a:spcAft>
              <a:buFont typeface="Arial" panose="020B0604020202020204" pitchFamily="34" charset="0"/>
              <a:buChar char="•"/>
            </a:pPr>
            <a:r>
              <a:rPr lang="en-US" sz="1200" dirty="0">
                <a:solidFill>
                  <a:schemeClr val="tx1"/>
                </a:solidFill>
              </a:rPr>
              <a:t>@Patricium239</a:t>
            </a:r>
            <a:endParaRPr lang="ru-RU" sz="1200" dirty="0">
              <a:solidFill>
                <a:schemeClr val="tx1"/>
              </a:solidFill>
            </a:endParaRPr>
          </a:p>
          <a:p>
            <a:pPr rtl="0" fontAlgn="base">
              <a:spcBef>
                <a:spcPts val="0"/>
              </a:spcBef>
              <a:spcAft>
                <a:spcPts val="0"/>
              </a:spcAft>
              <a:buFont typeface="Arial" panose="020B0604020202020204" pitchFamily="34" charset="0"/>
              <a:buChar char="•"/>
            </a:pPr>
            <a:r>
              <a:rPr lang="ru-RU" sz="1200" dirty="0">
                <a:solidFill>
                  <a:schemeClr val="tx1"/>
                </a:solidFill>
              </a:rPr>
              <a:t>Студент 3 курса факультета Математики и Компьютерных наук СПбГУ</a:t>
            </a:r>
          </a:p>
        </p:txBody>
      </p:sp>
      <p:sp>
        <p:nvSpPr>
          <p:cNvPr id="15" name="Текст 8">
            <a:extLst>
              <a:ext uri="{FF2B5EF4-FFF2-40B4-BE49-F238E27FC236}">
                <a16:creationId xmlns:a16="http://schemas.microsoft.com/office/drawing/2014/main" id="{34A1767C-75B2-E3D4-5057-DD85E6AB1440}"/>
              </a:ext>
            </a:extLst>
          </p:cNvPr>
          <p:cNvSpPr txBox="1">
            <a:spLocks/>
          </p:cNvSpPr>
          <p:nvPr/>
        </p:nvSpPr>
        <p:spPr>
          <a:xfrm>
            <a:off x="2866562" y="3622118"/>
            <a:ext cx="1722566" cy="627910"/>
          </a:xfrm>
          <a:prstGeom prst="rect">
            <a:avLst/>
          </a:prstGeom>
          <a:ln>
            <a:noFill/>
          </a:ln>
        </p:spPr>
        <p:txBody>
          <a:bodyPr vert="horz" lIns="91440" tIns="45720" rIns="91440" bIns="45720" rtlCol="0">
            <a:normAutofit/>
          </a:bodyPr>
          <a:lstStyle>
            <a:lvl1pPr marL="144688" indent="-144688" algn="l" defTabSz="578755" rtl="0" eaLnBrk="1" latinLnBrk="0" hangingPunct="1">
              <a:lnSpc>
                <a:spcPct val="90000"/>
              </a:lnSpc>
              <a:spcBef>
                <a:spcPts val="631"/>
              </a:spcBef>
              <a:buClr>
                <a:schemeClr val="accent1"/>
              </a:buClr>
              <a:buFont typeface="Wingdings" pitchFamily="2" charset="2"/>
              <a:buChar char="§"/>
              <a:defRPr sz="1400" kern="1200">
                <a:solidFill>
                  <a:schemeClr val="bg1">
                    <a:lumMod val="95000"/>
                  </a:schemeClr>
                </a:solidFill>
                <a:latin typeface="+mn-lt"/>
                <a:ea typeface="+mn-ea"/>
                <a:cs typeface="+mn-cs"/>
              </a:defRPr>
            </a:lvl1pPr>
            <a:lvl2pPr marL="434067" indent="-144688" algn="l" defTabSz="578755" rtl="0" eaLnBrk="1" latinLnBrk="0" hangingPunct="1">
              <a:lnSpc>
                <a:spcPct val="90000"/>
              </a:lnSpc>
              <a:spcBef>
                <a:spcPts val="317"/>
              </a:spcBef>
              <a:buFont typeface="Arial" panose="020B0604020202020204" pitchFamily="34" charset="0"/>
              <a:buChar char="•"/>
              <a:defRPr sz="1271" kern="1200">
                <a:solidFill>
                  <a:schemeClr val="bg1">
                    <a:lumMod val="95000"/>
                  </a:schemeClr>
                </a:solidFill>
                <a:latin typeface="+mn-lt"/>
                <a:ea typeface="+mn-ea"/>
                <a:cs typeface="+mn-cs"/>
              </a:defRPr>
            </a:lvl2pPr>
            <a:lvl3pPr marL="723445" indent="-144688" algn="l" defTabSz="578755" rtl="0" eaLnBrk="1" latinLnBrk="0" hangingPunct="1">
              <a:lnSpc>
                <a:spcPct val="90000"/>
              </a:lnSpc>
              <a:spcBef>
                <a:spcPts val="317"/>
              </a:spcBef>
              <a:buFont typeface="Arial" panose="020B0604020202020204" pitchFamily="34" charset="0"/>
              <a:buChar char="•"/>
              <a:defRPr sz="997" kern="1200">
                <a:solidFill>
                  <a:schemeClr val="bg1">
                    <a:lumMod val="95000"/>
                  </a:schemeClr>
                </a:solidFill>
                <a:latin typeface="+mn-lt"/>
                <a:ea typeface="+mn-ea"/>
                <a:cs typeface="+mn-cs"/>
              </a:defRPr>
            </a:lvl3pPr>
            <a:lvl4pPr marL="1012822"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4pPr>
            <a:lvl5pPr marL="1302200" indent="-144688" algn="l" defTabSz="578755" rtl="0" eaLnBrk="1" latinLnBrk="0" hangingPunct="1">
              <a:lnSpc>
                <a:spcPct val="90000"/>
              </a:lnSpc>
              <a:spcBef>
                <a:spcPts val="317"/>
              </a:spcBef>
              <a:buFont typeface="Arial" panose="020B0604020202020204" pitchFamily="34" charset="0"/>
              <a:buChar char="•"/>
              <a:defRPr sz="907" kern="1200">
                <a:solidFill>
                  <a:schemeClr val="bg1">
                    <a:lumMod val="95000"/>
                  </a:schemeClr>
                </a:solidFill>
                <a:latin typeface="+mn-lt"/>
                <a:ea typeface="+mn-ea"/>
                <a:cs typeface="+mn-cs"/>
              </a:defRPr>
            </a:lvl5pPr>
            <a:lvl6pPr marL="1591576"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6pPr>
            <a:lvl7pPr marL="1880955"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7pPr>
            <a:lvl8pPr marL="2170334"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8pPr>
            <a:lvl9pPr marL="2459712" indent="-144688" algn="l" defTabSz="578755" rtl="0" eaLnBrk="1" latinLnBrk="0" hangingPunct="1">
              <a:lnSpc>
                <a:spcPct val="90000"/>
              </a:lnSpc>
              <a:spcBef>
                <a:spcPts val="317"/>
              </a:spcBef>
              <a:buFont typeface="Arial" panose="020B0604020202020204" pitchFamily="34" charset="0"/>
              <a:buChar char="•"/>
              <a:defRPr sz="1141" kern="1200">
                <a:solidFill>
                  <a:schemeClr val="tx1"/>
                </a:solidFill>
                <a:latin typeface="+mn-lt"/>
                <a:ea typeface="+mn-ea"/>
                <a:cs typeface="+mn-cs"/>
              </a:defRPr>
            </a:lvl9pPr>
          </a:lstStyle>
          <a:p>
            <a:pPr marL="0" marR="0" lvl="0" indent="0" algn="l" defTabSz="578755" rtl="0" eaLnBrk="1" fontAlgn="auto" latinLnBrk="0" hangingPunct="1">
              <a:lnSpc>
                <a:spcPct val="90000"/>
              </a:lnSpc>
              <a:spcBef>
                <a:spcPts val="631"/>
              </a:spcBef>
              <a:spcAft>
                <a:spcPts val="0"/>
              </a:spcAft>
              <a:buClr>
                <a:srgbClr val="FF0053"/>
              </a:buClr>
              <a:buSzTx/>
              <a:buFont typeface="Wingdings" pitchFamily="2" charset="2"/>
              <a:buNone/>
              <a:tabLst/>
              <a:defRPr/>
            </a:pPr>
            <a:r>
              <a:rPr kumimoji="0" lang="ru-RU" sz="1600" b="1" i="0" u="none" strike="noStrike" kern="1200" cap="none" spc="0" normalizeH="0" baseline="0" noProof="0" dirty="0">
                <a:ln>
                  <a:noFill/>
                </a:ln>
                <a:solidFill>
                  <a:srgbClr val="520977"/>
                </a:solidFill>
                <a:effectLst/>
                <a:uLnTx/>
                <a:uFillTx/>
                <a:latin typeface="Montserrat"/>
                <a:ea typeface="+mn-ea"/>
                <a:cs typeface="+mn-cs"/>
              </a:rPr>
              <a:t>Михаил Урусов</a:t>
            </a:r>
          </a:p>
        </p:txBody>
      </p:sp>
      <p:sp>
        <p:nvSpPr>
          <p:cNvPr id="68" name="Oval 67"/>
          <p:cNvSpPr/>
          <p:nvPr/>
        </p:nvSpPr>
        <p:spPr>
          <a:xfrm>
            <a:off x="3174339" y="1897380"/>
            <a:ext cx="1234440" cy="1234440"/>
          </a:xfrm>
          <a:prstGeom prst="ellipse">
            <a:avLst/>
          </a:prstGeom>
          <a:solidFill>
            <a:srgbClr val="FFD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220" rtl="0" eaLnBrk="1" fontAlgn="auto" latinLnBrk="0" hangingPunct="1">
              <a:lnSpc>
                <a:spcPct val="100000"/>
              </a:lnSpc>
              <a:spcBef>
                <a:spcPts val="0"/>
              </a:spcBef>
              <a:spcAft>
                <a:spcPts val="0"/>
              </a:spcAft>
              <a:buClrTx/>
              <a:buSzTx/>
              <a:buFontTx/>
              <a:buNone/>
              <a:tabLst/>
              <a:defRPr/>
            </a:pPr>
            <a:r>
              <a:rPr kumimoji="0" sz="3000" b="0" i="0" u="none" strike="noStrike" kern="1200" cap="none" spc="0" normalizeH="0" baseline="0" noProof="0" dirty="0">
                <a:ln>
                  <a:noFill/>
                </a:ln>
                <a:solidFill>
                  <a:srgbClr val="520977"/>
                </a:solidFill>
                <a:effectLst/>
                <a:uLnTx/>
                <a:uFillTx/>
                <a:latin typeface="Montserrat"/>
                <a:ea typeface="Montserrat"/>
                <a:cs typeface="Montserrat"/>
              </a:rPr>
              <a:t>?</a:t>
            </a:r>
          </a:p>
        </p:txBody>
      </p:sp>
      <p:sp>
        <p:nvSpPr>
          <p:cNvPr id="69" name="Oval 68"/>
          <p:cNvSpPr/>
          <p:nvPr/>
        </p:nvSpPr>
        <p:spPr>
          <a:xfrm>
            <a:off x="5478627" y="1897380"/>
            <a:ext cx="1234440" cy="1234440"/>
          </a:xfrm>
          <a:prstGeom prst="ellipse">
            <a:avLst/>
          </a:prstGeom>
          <a:solidFill>
            <a:srgbClr val="FFD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220" rtl="0" eaLnBrk="1" fontAlgn="auto" latinLnBrk="0" hangingPunct="1">
              <a:lnSpc>
                <a:spcPct val="100000"/>
              </a:lnSpc>
              <a:spcBef>
                <a:spcPts val="0"/>
              </a:spcBef>
              <a:spcAft>
                <a:spcPts val="0"/>
              </a:spcAft>
              <a:buClrTx/>
              <a:buSzTx/>
              <a:buFontTx/>
              <a:buNone/>
              <a:tabLst/>
              <a:defRPr/>
            </a:pPr>
            <a:r>
              <a:rPr kumimoji="0" sz="3000" b="1" i="0" u="none" strike="noStrike" kern="1200" cap="none" spc="0" normalizeH="0" baseline="0" noProof="0">
                <a:ln>
                  <a:noFill/>
                </a:ln>
                <a:solidFill>
                  <a:srgbClr val="520977"/>
                </a:solidFill>
                <a:effectLst/>
                <a:uLnTx/>
                <a:uFillTx/>
                <a:latin typeface="Montserrat"/>
                <a:ea typeface="Montserrat"/>
                <a:cs typeface="Montserrat"/>
              </a:rPr>
              <a:t>?</a:t>
            </a:r>
          </a:p>
        </p:txBody>
      </p:sp>
      <p:sp>
        <p:nvSpPr>
          <p:cNvPr id="70" name="Oval 69"/>
          <p:cNvSpPr/>
          <p:nvPr/>
        </p:nvSpPr>
        <p:spPr>
          <a:xfrm>
            <a:off x="7782915" y="1897380"/>
            <a:ext cx="1234440" cy="1234440"/>
          </a:xfrm>
          <a:prstGeom prst="ellipse">
            <a:avLst/>
          </a:prstGeom>
          <a:solidFill>
            <a:srgbClr val="FFD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220" rtl="0" eaLnBrk="1" fontAlgn="auto" latinLnBrk="0" hangingPunct="1">
              <a:lnSpc>
                <a:spcPct val="100000"/>
              </a:lnSpc>
              <a:spcBef>
                <a:spcPts val="0"/>
              </a:spcBef>
              <a:spcAft>
                <a:spcPts val="0"/>
              </a:spcAft>
              <a:buClrTx/>
              <a:buSzTx/>
              <a:buFontTx/>
              <a:buNone/>
              <a:tabLst/>
              <a:defRPr/>
            </a:pPr>
            <a:r>
              <a:rPr kumimoji="0" sz="3000" b="1" i="0" u="none" strike="noStrike" kern="1200" cap="none" spc="0" normalizeH="0" baseline="0" noProof="0">
                <a:ln>
                  <a:noFill/>
                </a:ln>
                <a:solidFill>
                  <a:srgbClr val="520977"/>
                </a:solidFill>
                <a:effectLst/>
                <a:uLnTx/>
                <a:uFillTx/>
                <a:latin typeface="Montserrat"/>
                <a:ea typeface="Montserrat"/>
                <a:cs typeface="Montserrat"/>
              </a:rPr>
              <a:t>?</a:t>
            </a:r>
          </a:p>
        </p:txBody>
      </p:sp>
      <p:pic>
        <p:nvPicPr>
          <p:cNvPr id="5" name="Рисунок 4">
            <a:extLst>
              <a:ext uri="{FF2B5EF4-FFF2-40B4-BE49-F238E27FC236}">
                <a16:creationId xmlns:a16="http://schemas.microsoft.com/office/drawing/2014/main" id="{48F3239E-B922-CE21-04EF-0CE7B32D6BE5}"/>
              </a:ext>
            </a:extLst>
          </p:cNvPr>
          <p:cNvPicPr>
            <a:picLocks noChangeAspect="1"/>
          </p:cNvPicPr>
          <p:nvPr/>
        </p:nvPicPr>
        <p:blipFill>
          <a:blip r:embed="rId3"/>
          <a:stretch>
            <a:fillRect/>
          </a:stretch>
        </p:blipFill>
        <p:spPr>
          <a:xfrm>
            <a:off x="2906769" y="1691704"/>
            <a:ext cx="1642152" cy="1642152"/>
          </a:xfrm>
          <a:prstGeom prst="flowChartConnector">
            <a:avLst/>
          </a:prstGeom>
        </p:spPr>
      </p:pic>
      <p:pic>
        <p:nvPicPr>
          <p:cNvPr id="8" name="Рисунок 7">
            <a:extLst>
              <a:ext uri="{FF2B5EF4-FFF2-40B4-BE49-F238E27FC236}">
                <a16:creationId xmlns:a16="http://schemas.microsoft.com/office/drawing/2014/main" id="{762AEB89-1C6F-7FC7-B258-2FD598ED4529}"/>
              </a:ext>
            </a:extLst>
          </p:cNvPr>
          <p:cNvPicPr>
            <a:picLocks noChangeAspect="1"/>
          </p:cNvPicPr>
          <p:nvPr/>
        </p:nvPicPr>
        <p:blipFill>
          <a:blip r:embed="rId4"/>
          <a:srcRect b="20401"/>
          <a:stretch/>
        </p:blipFill>
        <p:spPr>
          <a:xfrm>
            <a:off x="5355619" y="1686536"/>
            <a:ext cx="1499311" cy="1644333"/>
          </a:xfrm>
          <a:prstGeom prst="flowChartConnector">
            <a:avLst/>
          </a:prstGeom>
        </p:spPr>
      </p:pic>
      <p:pic>
        <p:nvPicPr>
          <p:cNvPr id="11" name="Рисунок 10">
            <a:extLst>
              <a:ext uri="{FF2B5EF4-FFF2-40B4-BE49-F238E27FC236}">
                <a16:creationId xmlns:a16="http://schemas.microsoft.com/office/drawing/2014/main" id="{E1756D94-F4FB-15CC-319F-E95C7E58C6C3}"/>
              </a:ext>
            </a:extLst>
          </p:cNvPr>
          <p:cNvPicPr>
            <a:picLocks noChangeAspect="1"/>
          </p:cNvPicPr>
          <p:nvPr/>
        </p:nvPicPr>
        <p:blipFill>
          <a:blip r:embed="rId5"/>
          <a:srcRect l="11590" t="28849" r="19286" b="19027"/>
          <a:stretch/>
        </p:blipFill>
        <p:spPr>
          <a:xfrm>
            <a:off x="7522239" y="1691704"/>
            <a:ext cx="1630300" cy="1639166"/>
          </a:xfrm>
          <a:prstGeom prst="flowChartConnector">
            <a:avLst/>
          </a:prstGeom>
        </p:spPr>
      </p:pic>
    </p:spTree>
    <p:extLst>
      <p:ext uri="{BB962C8B-B14F-4D97-AF65-F5344CB8AC3E}">
        <p14:creationId xmlns:p14="http://schemas.microsoft.com/office/powerpoint/2010/main" val="2136007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Rounded Rectangle 1"/>
          <p:cNvSpPr/>
          <p:nvPr/>
        </p:nvSpPr>
        <p:spPr>
          <a:xfrm>
            <a:off x="346075" y="324562"/>
            <a:ext cx="3872483" cy="620919"/>
          </a:xfrm>
          <a:prstGeom prst="roundRect">
            <a:avLst>
              <a:gd name="adj" fmla="val 18700"/>
            </a:avLst>
          </a:prstGeom>
          <a:solidFill>
            <a:srgbClr val="FF0053"/>
          </a:solidFill>
          <a:ln>
            <a:noFill/>
          </a:ln>
          <a:effectLst/>
        </p:spPr>
        <p:style>
          <a:lnRef idx="1">
            <a:schemeClr val="accent1"/>
          </a:lnRef>
          <a:fillRef idx="3">
            <a:schemeClr val="accent1"/>
          </a:fillRef>
          <a:effectRef idx="2">
            <a:schemeClr val="accent1"/>
          </a:effectRef>
          <a:fontRef idx="minor">
            <a:schemeClr val="lt1"/>
          </a:fontRef>
        </p:style>
        <p:txBody>
          <a:bodyPr wrap="none" lIns="274320" tIns="0" rIns="182880" bIns="0" rtlCol="0" anchor="ctr"/>
          <a:lstStyle/>
          <a:p>
            <a:pPr algn="l"/>
            <a:r>
              <a:rPr sz="2000" b="1" i="0">
                <a:solidFill>
                  <a:srgbClr val="FFFFFF"/>
                </a:solidFill>
                <a:latin typeface="Montserrat"/>
                <a:ea typeface="Montserrat"/>
                <a:cs typeface="Montserrat"/>
              </a:rPr>
              <a:t>КОРОТКО О РЕШЕНИИ</a:t>
            </a:r>
          </a:p>
        </p:txBody>
      </p:sp>
      <p:sp>
        <p:nvSpPr>
          <p:cNvPr id="901" name="Номер слайда"/>
          <p:cNvSpPr>
            <a:spLocks noGrp="1"/>
          </p:cNvSpPr>
          <p:nvPr>
            <p:ph type="sldNum" sz="quarter" idx="4"/>
          </p:nvPr>
        </p:nvSpPr>
        <p:spPr>
          <a:xfrm>
            <a:off x="11064240" y="6355080"/>
            <a:ext cx="868680" cy="365760"/>
          </a:xfrm>
        </p:spPr>
        <p:txBody>
          <a:bodyPr/>
          <a:lstStyle/>
          <a:p>
            <a:r>
              <a:rPr/>
              <a:t>1</a:t>
            </a:r>
          </a:p>
        </p:txBody>
      </p:sp>
      <p:sp>
        <p:nvSpPr>
          <p:cNvPr id="902" name="Rounded Rectangle 901"/>
          <p:cNvSpPr/>
          <p:nvPr/>
        </p:nvSpPr>
        <p:spPr>
          <a:xfrm>
            <a:off x="346075" y="1207008"/>
            <a:ext cx="5440680" cy="4992624"/>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3" name="TextBox 902"/>
          <p:cNvSpPr txBox="1"/>
          <p:nvPr/>
        </p:nvSpPr>
        <p:spPr>
          <a:xfrm>
            <a:off x="620395" y="1481328"/>
            <a:ext cx="4892040" cy="457200"/>
          </a:xfrm>
          <a:prstGeom prst="rect">
            <a:avLst/>
          </a:prstGeom>
          <a:noFill/>
        </p:spPr>
        <p:txBody>
          <a:bodyPr wrap="square" lIns="0" tIns="0" rIns="0" bIns="0" anchor="t"/>
          <a:lstStyle/>
          <a:p>
            <a:pPr algn="l">
              <a:lnSpc>
                <a:spcPct val="110000"/>
              </a:lnSpc>
              <a:spcAft>
                <a:spcPts val="0"/>
              </a:spcAft>
            </a:pPr>
            <a:r>
              <a:rPr sz="2000" b="1" i="0">
                <a:solidFill>
                  <a:srgbClr val="520977"/>
                </a:solidFill>
                <a:latin typeface="Montserrat"/>
                <a:ea typeface="Montserrat"/>
                <a:cs typeface="Montserrat"/>
              </a:rPr>
              <a:t>Что получает специалист</a:t>
            </a:r>
          </a:p>
        </p:txBody>
      </p:sp>
      <p:sp>
        <p:nvSpPr>
          <p:cNvPr id="904" name="TextBox 903"/>
          <p:cNvSpPr txBox="1"/>
          <p:nvPr/>
        </p:nvSpPr>
        <p:spPr>
          <a:xfrm>
            <a:off x="620395" y="2029968"/>
            <a:ext cx="4892040" cy="4032504"/>
          </a:xfrm>
          <a:prstGeom prst="rect">
            <a:avLst/>
          </a:prstGeom>
          <a:noFill/>
        </p:spPr>
        <p:txBody>
          <a:bodyPr wrap="square" lIns="0" tIns="0" rIns="0" bIns="0" anchor="t"/>
          <a:lstStyle/>
          <a:p>
            <a:pPr marL="0" indent="0" algn="l">
              <a:lnSpc>
                <a:spcPct val="112000"/>
              </a:lnSpc>
              <a:spcAft>
                <a:spcPts val="1700"/>
              </a:spcAft>
              <a:buNone/>
            </a:pPr>
            <a:r>
              <a:rPr sz="1700">
                <a:solidFill>
                  <a:srgbClr val="251335"/>
                </a:solidFill>
                <a:latin typeface="Montserrat"/>
              </a:rPr>
              <a:t>• Вход: DICOM, папка или ZIP; повторы по пикселям удаляются.</a:t>
            </a:r>
          </a:p>
          <a:p>
            <a:pPr marL="0" indent="0" algn="l">
              <a:lnSpc>
                <a:spcPct val="112000"/>
              </a:lnSpc>
              <a:spcAft>
                <a:spcPts val="1700"/>
              </a:spcAft>
              <a:buNone/>
            </a:pPr>
            <a:r>
              <a:rPr sz="1700">
                <a:solidFill>
                  <a:srgbClr val="251335"/>
                </a:solidFill>
                <a:latin typeface="Montserrat"/>
              </a:rPr>
              <a:t>• Позвоночник и бедро: все найденные нарушения в одном отчёте.</a:t>
            </a:r>
          </a:p>
          <a:p>
            <a:pPr marL="0" indent="0" algn="l">
              <a:lnSpc>
                <a:spcPct val="112000"/>
              </a:lnSpc>
              <a:spcAft>
                <a:spcPts val="1700"/>
              </a:spcAft>
              <a:buNone/>
            </a:pPr>
            <a:r>
              <a:rPr sz="1700">
                <a:solidFill>
                  <a:srgbClr val="251335"/>
                </a:solidFill>
                <a:latin typeface="Montserrat"/>
              </a:rPr>
              <a:t>• Измерения в градусах и миллиметрах, разметка и пояснения.</a:t>
            </a:r>
          </a:p>
          <a:p>
            <a:pPr marL="0" indent="0" algn="l">
              <a:lnSpc>
                <a:spcPct val="112000"/>
              </a:lnSpc>
              <a:spcAft>
                <a:spcPts val="1700"/>
              </a:spcAft>
              <a:buNone/>
            </a:pPr>
            <a:r>
              <a:rPr sz="1700">
                <a:solidFill>
                  <a:srgbClr val="251335"/>
                </a:solidFill>
                <a:latin typeface="Montserrat"/>
              </a:rPr>
              <a:t>• Выход: XLSX / CSV, снимки с отметками и DICOM SR.</a:t>
            </a:r>
          </a:p>
        </p:txBody>
      </p:sp>
      <p:sp>
        <p:nvSpPr>
          <p:cNvPr id="905" name="Rounded Rectangle 904"/>
          <p:cNvSpPr/>
          <p:nvPr/>
        </p:nvSpPr>
        <p:spPr>
          <a:xfrm>
            <a:off x="6225667" y="1207008"/>
            <a:ext cx="5440680" cy="4992624"/>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6" name="TextBox 905"/>
          <p:cNvSpPr txBox="1"/>
          <p:nvPr/>
        </p:nvSpPr>
        <p:spPr>
          <a:xfrm>
            <a:off x="6499987" y="1481328"/>
            <a:ext cx="4892040" cy="457200"/>
          </a:xfrm>
          <a:prstGeom prst="rect">
            <a:avLst/>
          </a:prstGeom>
          <a:noFill/>
        </p:spPr>
        <p:txBody>
          <a:bodyPr wrap="square" lIns="0" tIns="0" rIns="0" bIns="0" anchor="t"/>
          <a:lstStyle/>
          <a:p>
            <a:pPr algn="l">
              <a:lnSpc>
                <a:spcPct val="110000"/>
              </a:lnSpc>
              <a:spcAft>
                <a:spcPts val="0"/>
              </a:spcAft>
            </a:pPr>
            <a:r>
              <a:rPr sz="2000" b="1" i="0">
                <a:solidFill>
                  <a:srgbClr val="520977"/>
                </a:solidFill>
                <a:latin typeface="Montserrat"/>
                <a:ea typeface="Montserrat"/>
                <a:cs typeface="Montserrat"/>
              </a:rPr>
              <a:t>Когда и как работает</a:t>
            </a:r>
          </a:p>
        </p:txBody>
      </p:sp>
      <p:sp>
        <p:nvSpPr>
          <p:cNvPr id="907" name="TextBox 906"/>
          <p:cNvSpPr txBox="1"/>
          <p:nvPr/>
        </p:nvSpPr>
        <p:spPr>
          <a:xfrm>
            <a:off x="6499987" y="2029968"/>
            <a:ext cx="4892040" cy="4032504"/>
          </a:xfrm>
          <a:prstGeom prst="rect">
            <a:avLst/>
          </a:prstGeom>
          <a:noFill/>
        </p:spPr>
        <p:txBody>
          <a:bodyPr wrap="square" lIns="0" tIns="0" rIns="0" bIns="0" anchor="t"/>
          <a:lstStyle/>
          <a:p>
            <a:pPr marL="0" indent="0" algn="l">
              <a:lnSpc>
                <a:spcPct val="112000"/>
              </a:lnSpc>
              <a:spcAft>
                <a:spcPts val="1700"/>
              </a:spcAft>
              <a:buNone/>
            </a:pPr>
            <a:r>
              <a:rPr sz="1700">
                <a:solidFill>
                  <a:srgbClr val="251335"/>
                </a:solidFill>
                <a:latin typeface="Montserrat"/>
              </a:rPr>
              <a:t>• Сразу после съёмки, пока можно проверить укладку пациента.</a:t>
            </a:r>
          </a:p>
          <a:p>
            <a:pPr marL="0" indent="0" algn="l">
              <a:lnSpc>
                <a:spcPct val="112000"/>
              </a:lnSpc>
              <a:spcAft>
                <a:spcPts val="1700"/>
              </a:spcAft>
              <a:buNone/>
            </a:pPr>
            <a:r>
              <a:rPr sz="1700">
                <a:solidFill>
                  <a:srgbClr val="251335"/>
                </a:solidFill>
                <a:latin typeface="Montserrat"/>
              </a:rPr>
              <a:t>• Локально, без интернета и GPU; пакетный API и интерфейс.</a:t>
            </a:r>
          </a:p>
          <a:p>
            <a:pPr marL="0" indent="0" algn="l">
              <a:lnSpc>
                <a:spcPct val="112000"/>
              </a:lnSpc>
              <a:spcAft>
                <a:spcPts val="1700"/>
              </a:spcAft>
              <a:buNone/>
            </a:pPr>
            <a:r>
              <a:rPr sz="1700">
                <a:solidFill>
                  <a:srgbClr val="251335"/>
                </a:solidFill>
                <a:latin typeface="Montserrat"/>
              </a:rPr>
              <a:t>• 1,6 с на исследование: медиана замера команды на CPU.</a:t>
            </a:r>
          </a:p>
          <a:p>
            <a:pPr marL="0" indent="0" algn="l">
              <a:lnSpc>
                <a:spcPct val="112000"/>
              </a:lnSpc>
              <a:spcAft>
                <a:spcPts val="1700"/>
              </a:spcAft>
              <a:buNone/>
            </a:pPr>
            <a:r>
              <a:rPr sz="1700">
                <a:solidFill>
                  <a:srgbClr val="251335"/>
                </a:solidFill>
                <a:latin typeface="Montserrat"/>
              </a:rPr>
              <a:t>• Спорные результаты проверяет специалист.</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346075" y="324562"/>
            <a:ext cx="1810512" cy="620919"/>
          </a:xfrm>
          <a:prstGeom prst="roundRect">
            <a:avLst>
              <a:gd name="adj" fmla="val 18700"/>
            </a:avLst>
          </a:prstGeom>
          <a:solidFill>
            <a:srgbClr val="FF0053"/>
          </a:solidFill>
          <a:ln>
            <a:noFill/>
          </a:ln>
          <a:effectLst/>
        </p:spPr>
        <p:style>
          <a:lnRef idx="1">
            <a:schemeClr val="accent1"/>
          </a:lnRef>
          <a:fillRef idx="3">
            <a:schemeClr val="accent1"/>
          </a:fillRef>
          <a:effectRef idx="2">
            <a:schemeClr val="accent1"/>
          </a:effectRef>
          <a:fontRef idx="minor">
            <a:schemeClr val="lt1"/>
          </a:fontRef>
        </p:style>
        <p:txBody>
          <a:bodyPr wrap="none" lIns="274320" tIns="0" rIns="182880" bIns="0" rtlCol="0" anchor="ctr"/>
          <a:lstStyle/>
          <a:p>
            <a:pPr algn="l"/>
            <a:r>
              <a:rPr sz="2000" b="1" i="0">
                <a:solidFill>
                  <a:srgbClr val="FFFFFF"/>
                </a:solidFill>
                <a:latin typeface="Montserrat"/>
                <a:ea typeface="Montserrat"/>
                <a:cs typeface="Montserrat"/>
              </a:rPr>
              <a:t>ЛОГИКА</a:t>
            </a:r>
          </a:p>
        </p:txBody>
      </p:sp>
      <p:sp>
        <p:nvSpPr>
          <p:cNvPr id="3" name="TextBox 2"/>
          <p:cNvSpPr txBox="1"/>
          <p:nvPr/>
        </p:nvSpPr>
        <p:spPr>
          <a:xfrm>
            <a:off x="346075" y="1097280"/>
            <a:ext cx="11338560" cy="822960"/>
          </a:xfrm>
          <a:prstGeom prst="rect">
            <a:avLst/>
          </a:prstGeom>
          <a:noFill/>
        </p:spPr>
        <p:txBody>
          <a:bodyPr wrap="square" lIns="0" tIns="0" rIns="0" bIns="0" anchor="t"/>
          <a:lstStyle/>
          <a:p>
            <a:pPr algn="l">
              <a:lnSpc>
                <a:spcPct val="102000"/>
              </a:lnSpc>
              <a:spcAft>
                <a:spcPts val="0"/>
              </a:spcAft>
            </a:pPr>
            <a:r>
              <a:rPr sz="2200" b="1" i="0">
                <a:solidFill>
                  <a:srgbClr val="FFFFFF"/>
                </a:solidFill>
                <a:latin typeface="Montserrat"/>
                <a:ea typeface="Montserrat"/>
                <a:cs typeface="Montserrat"/>
              </a:rPr>
              <a:t>От снимка к вердикту: какие проверки включаются и почему</a:t>
            </a:r>
          </a:p>
        </p:txBody>
      </p:sp>
      <p:sp>
        <p:nvSpPr>
          <p:cNvPr id="902" name="Номер слайда"/>
          <p:cNvSpPr>
            <a:spLocks noGrp="1"/>
          </p:cNvSpPr>
          <p:nvPr>
            <p:ph type="sldNum" sz="quarter" idx="4"/>
          </p:nvPr>
        </p:nvSpPr>
        <p:spPr>
          <a:xfrm>
            <a:off x="11064240" y="6355080"/>
            <a:ext cx="868680" cy="365760"/>
          </a:xfrm>
        </p:spPr>
        <p:txBody>
          <a:bodyPr/>
          <a:lstStyle/>
          <a:p>
            <a:r>
              <a:rPr/>
              <a:t>2</a:t>
            </a:r>
          </a:p>
        </p:txBody>
      </p:sp>
      <p:sp>
        <p:nvSpPr>
          <p:cNvPr id="3002" name="Скругленный прямоугольник 3001">
            <a:extLst>
              <a:ext uri="{FF2B5EF4-FFF2-40B4-BE49-F238E27FC236}">
                <a16:creationId xmlns:a16="http://schemas.microsoft.com/office/drawing/2014/main" id="{085308E6-4507-4287-84E0-314081665106}"/>
              </a:ext>
            </a:extLst>
          </p:cNvPr>
          <p:cNvSpPr>
            <a:spLocks noGrp="1"/>
          </p:cNvSpPr>
          <p:nvPr/>
        </p:nvSpPr>
        <p:spPr>
          <a:xfrm>
            <a:off x="342900" y="1809750"/>
            <a:ext cx="2381250" cy="857250"/>
          </a:xfrm>
          <a:prstGeom prst="roundRect">
            <a:avLst>
              <a:gd name="adj" fmla="val 15556"/>
            </a:avLst>
          </a:prstGeom>
          <a:solidFill>
            <a:srgbClr val="FFFFFF"/>
          </a:solidFill>
          <a:ln w="9525">
            <a:solidFill>
              <a:srgbClr val="FFFFFF"/>
            </a:solidFill>
            <a:prstDash val="solid"/>
          </a:ln>
        </p:spPr>
      </p:sp>
      <p:sp>
        <p:nvSpPr>
          <p:cNvPr id="3003" name="Прямоугольник 3002">
            <a:extLst>
              <a:ext uri="{FF2B5EF4-FFF2-40B4-BE49-F238E27FC236}">
                <a16:creationId xmlns:a16="http://schemas.microsoft.com/office/drawing/2014/main" id="{350C6C3F-4554-4748-8739-2C08AA4FFFDE}"/>
              </a:ext>
            </a:extLst>
          </p:cNvPr>
          <p:cNvSpPr>
            <a:spLocks noGrp="1"/>
          </p:cNvSpPr>
          <p:nvPr/>
        </p:nvSpPr>
        <p:spPr>
          <a:xfrm>
            <a:off x="533400" y="1952625"/>
            <a:ext cx="2000250" cy="285750"/>
          </a:xfrm>
          <a:prstGeom prst="rect">
            <a:avLst/>
          </a:prstGeom>
          <a:noFill/>
          <a:ln w="0">
            <a:noFill/>
            <a:prstDash val="solid"/>
          </a:ln>
        </p:spPr>
        <p:txBody>
          <a:bodyPr lIns="0" tIns="0" rIns="0" bIns="0"/>
          <a:lstStyle>
            <a:defPPr>
              <a:defRPr sz="1875" b="1">
                <a:solidFill>
                  <a:srgbClr val="4C156F"/>
                </a:solidFill>
                <a:latin typeface="Montserrat"/>
                <a:ea typeface="Montserrat"/>
                <a:cs typeface="Montserrat"/>
              </a:defRPr>
            </a:defPPr>
            <a:lvl1pPr>
              <a:defRPr sz="1875" b="1">
                <a:solidFill>
                  <a:srgbClr val="4C156F"/>
                </a:solidFill>
                <a:latin typeface="Montserrat"/>
                <a:ea typeface="Montserrat"/>
                <a:cs typeface="Montserrat"/>
              </a:defRPr>
            </a:lvl1pPr>
            <a:lvl2pPr>
              <a:defRPr sz="1875" b="1">
                <a:solidFill>
                  <a:srgbClr val="4C156F"/>
                </a:solidFill>
                <a:latin typeface="Montserrat"/>
                <a:ea typeface="Montserrat"/>
                <a:cs typeface="Montserrat"/>
              </a:defRPr>
            </a:lvl2pPr>
            <a:lvl3pPr>
              <a:defRPr sz="1875" b="1">
                <a:solidFill>
                  <a:srgbClr val="4C156F"/>
                </a:solidFill>
                <a:latin typeface="Montserrat"/>
                <a:ea typeface="Montserrat"/>
                <a:cs typeface="Montserrat"/>
              </a:defRPr>
            </a:lvl3pPr>
            <a:lvl4pPr>
              <a:defRPr sz="1875" b="1">
                <a:solidFill>
                  <a:srgbClr val="4C156F"/>
                </a:solidFill>
                <a:latin typeface="Montserrat"/>
                <a:ea typeface="Montserrat"/>
                <a:cs typeface="Montserrat"/>
              </a:defRPr>
            </a:lvl4pPr>
            <a:lvl5pPr>
              <a:defRPr sz="1875" b="1">
                <a:solidFill>
                  <a:srgbClr val="4C156F"/>
                </a:solidFill>
                <a:latin typeface="Montserrat"/>
                <a:ea typeface="Montserrat"/>
                <a:cs typeface="Montserrat"/>
              </a:defRPr>
            </a:lvl5pPr>
            <a:lvl6pPr>
              <a:defRPr sz="1875" b="1">
                <a:solidFill>
                  <a:srgbClr val="4C156F"/>
                </a:solidFill>
                <a:latin typeface="Montserrat"/>
                <a:ea typeface="Montserrat"/>
                <a:cs typeface="Montserrat"/>
              </a:defRPr>
            </a:lvl6pPr>
            <a:lvl7pPr>
              <a:defRPr sz="1875" b="1">
                <a:solidFill>
                  <a:srgbClr val="4C156F"/>
                </a:solidFill>
                <a:latin typeface="Montserrat"/>
                <a:ea typeface="Montserrat"/>
                <a:cs typeface="Montserrat"/>
              </a:defRPr>
            </a:lvl7pPr>
            <a:lvl8pPr>
              <a:defRPr sz="1875" b="1">
                <a:solidFill>
                  <a:srgbClr val="4C156F"/>
                </a:solidFill>
                <a:latin typeface="Montserrat"/>
                <a:ea typeface="Montserrat"/>
                <a:cs typeface="Montserrat"/>
              </a:defRPr>
            </a:lvl8pPr>
            <a:lvl9pPr>
              <a:defRPr sz="1875" b="1">
                <a:solidFill>
                  <a:srgbClr val="4C156F"/>
                </a:solidFill>
                <a:latin typeface="Montserrat"/>
                <a:ea typeface="Montserrat"/>
                <a:cs typeface="Montserrat"/>
              </a:defRPr>
            </a:lvl9pPr>
          </a:lstStyle>
          <a:p>
            <a:pPr>
              <a:defRPr sz="1875" b="1">
                <a:solidFill>
                  <a:srgbClr val="4C156F"/>
                </a:solidFill>
                <a:latin typeface="Montserrat"/>
                <a:ea typeface="Montserrat"/>
                <a:cs typeface="Montserrat"/>
              </a:defRPr>
            </a:pPr>
            <a:r>
              <a:rPr sz="1875" b="1">
                <a:solidFill>
                  <a:srgbClr val="4C156F"/>
                </a:solidFill>
                <a:latin typeface="Montserrat"/>
                <a:ea typeface="Montserrat"/>
                <a:cs typeface="Montserrat"/>
              </a:rPr>
              <a:t>Снимок DICOM</a:t>
            </a:r>
          </a:p>
        </p:txBody>
      </p:sp>
      <p:sp>
        <p:nvSpPr>
          <p:cNvPr id="3004" name="Прямоугольник 3003">
            <a:extLst>
              <a:ext uri="{FF2B5EF4-FFF2-40B4-BE49-F238E27FC236}">
                <a16:creationId xmlns:a16="http://schemas.microsoft.com/office/drawing/2014/main" id="{6E67BE8C-F532-47E1-8418-595D88443ADC}"/>
              </a:ext>
            </a:extLst>
          </p:cNvPr>
          <p:cNvSpPr>
            <a:spLocks noGrp="1"/>
          </p:cNvSpPr>
          <p:nvPr/>
        </p:nvSpPr>
        <p:spPr>
          <a:xfrm>
            <a:off x="533400" y="2333625"/>
            <a:ext cx="2000250" cy="238125"/>
          </a:xfrm>
          <a:prstGeom prst="rect">
            <a:avLst/>
          </a:prstGeom>
          <a:noFill/>
          <a:ln w="0">
            <a:noFill/>
            <a:prstDash val="solid"/>
          </a:ln>
        </p:spPr>
        <p:txBody>
          <a:bodyPr lIns="0" tIns="0" rIns="0" bIns="0"/>
          <a:lstStyle>
            <a:defPPr>
              <a:defRPr sz="1350" b="0">
                <a:solidFill>
                  <a:srgbClr val="4C156F"/>
                </a:solidFill>
                <a:latin typeface="Montserrat"/>
                <a:ea typeface="Montserrat"/>
                <a:cs typeface="Montserrat"/>
              </a:defRPr>
            </a:defPPr>
            <a:lvl1pPr>
              <a:defRPr sz="1350" b="0">
                <a:solidFill>
                  <a:srgbClr val="4C156F"/>
                </a:solidFill>
                <a:latin typeface="Montserrat"/>
                <a:ea typeface="Montserrat"/>
                <a:cs typeface="Montserrat"/>
              </a:defRPr>
            </a:lvl1pPr>
            <a:lvl2pPr>
              <a:defRPr sz="1350" b="0">
                <a:solidFill>
                  <a:srgbClr val="4C156F"/>
                </a:solidFill>
                <a:latin typeface="Montserrat"/>
                <a:ea typeface="Montserrat"/>
                <a:cs typeface="Montserrat"/>
              </a:defRPr>
            </a:lvl2pPr>
            <a:lvl3pPr>
              <a:defRPr sz="1350" b="0">
                <a:solidFill>
                  <a:srgbClr val="4C156F"/>
                </a:solidFill>
                <a:latin typeface="Montserrat"/>
                <a:ea typeface="Montserrat"/>
                <a:cs typeface="Montserrat"/>
              </a:defRPr>
            </a:lvl3pPr>
            <a:lvl4pPr>
              <a:defRPr sz="1350" b="0">
                <a:solidFill>
                  <a:srgbClr val="4C156F"/>
                </a:solidFill>
                <a:latin typeface="Montserrat"/>
                <a:ea typeface="Montserrat"/>
                <a:cs typeface="Montserrat"/>
              </a:defRPr>
            </a:lvl4pPr>
            <a:lvl5pPr>
              <a:defRPr sz="1350" b="0">
                <a:solidFill>
                  <a:srgbClr val="4C156F"/>
                </a:solidFill>
                <a:latin typeface="Montserrat"/>
                <a:ea typeface="Montserrat"/>
                <a:cs typeface="Montserrat"/>
              </a:defRPr>
            </a:lvl5pPr>
            <a:lvl6pPr>
              <a:defRPr sz="1350" b="0">
                <a:solidFill>
                  <a:srgbClr val="4C156F"/>
                </a:solidFill>
                <a:latin typeface="Montserrat"/>
                <a:ea typeface="Montserrat"/>
                <a:cs typeface="Montserrat"/>
              </a:defRPr>
            </a:lvl6pPr>
            <a:lvl7pPr>
              <a:defRPr sz="1350" b="0">
                <a:solidFill>
                  <a:srgbClr val="4C156F"/>
                </a:solidFill>
                <a:latin typeface="Montserrat"/>
                <a:ea typeface="Montserrat"/>
                <a:cs typeface="Montserrat"/>
              </a:defRPr>
            </a:lvl7pPr>
            <a:lvl8pPr>
              <a:defRPr sz="1350" b="0">
                <a:solidFill>
                  <a:srgbClr val="4C156F"/>
                </a:solidFill>
                <a:latin typeface="Montserrat"/>
                <a:ea typeface="Montserrat"/>
                <a:cs typeface="Montserrat"/>
              </a:defRPr>
            </a:lvl8pPr>
            <a:lvl9pPr>
              <a:defRPr sz="1350" b="0">
                <a:solidFill>
                  <a:srgbClr val="4C156F"/>
                </a:solidFill>
                <a:latin typeface="Montserrat"/>
                <a:ea typeface="Montserrat"/>
                <a:cs typeface="Montserrat"/>
              </a:defRPr>
            </a:lvl9pPr>
          </a:lstStyle>
          <a:p>
            <a:pPr>
              <a:defRPr sz="1350" b="0">
                <a:solidFill>
                  <a:srgbClr val="4C156F"/>
                </a:solidFill>
                <a:latin typeface="Montserrat"/>
                <a:ea typeface="Montserrat"/>
                <a:cs typeface="Montserrat"/>
              </a:defRPr>
            </a:pPr>
            <a:r>
              <a:rPr sz="1350" b="0">
                <a:solidFill>
                  <a:srgbClr val="4C156F"/>
                </a:solidFill>
                <a:latin typeface="Montserrat"/>
                <a:ea typeface="Montserrat"/>
                <a:cs typeface="Montserrat"/>
              </a:rPr>
              <a:t>Файл, папка или ZIP</a:t>
            </a:r>
          </a:p>
        </p:txBody>
      </p:sp>
      <p:sp>
        <p:nvSpPr>
          <p:cNvPr id="3005" name="Стрелка вправо 3004">
            <a:extLst>
              <a:ext uri="{FF2B5EF4-FFF2-40B4-BE49-F238E27FC236}">
                <a16:creationId xmlns:a16="http://schemas.microsoft.com/office/drawing/2014/main" id="{53B0F5B4-06B3-43B0-BE8D-33FB17D819F1}"/>
              </a:ext>
            </a:extLst>
          </p:cNvPr>
          <p:cNvSpPr>
            <a:spLocks noGrp="1"/>
          </p:cNvSpPr>
          <p:nvPr/>
        </p:nvSpPr>
        <p:spPr>
          <a:xfrm>
            <a:off x="2857500" y="2095500"/>
            <a:ext cx="381000" cy="238125"/>
          </a:xfrm>
          <a:prstGeom prst="rightArrow">
            <a:avLst/>
          </a:prstGeom>
          <a:solidFill>
            <a:srgbClr val="FF0066"/>
          </a:solidFill>
          <a:ln w="0">
            <a:solidFill>
              <a:srgbClr val="FF0066"/>
            </a:solidFill>
            <a:prstDash val="solid"/>
          </a:ln>
        </p:spPr>
      </p:sp>
      <p:sp>
        <p:nvSpPr>
          <p:cNvPr id="3006" name="Скругленный прямоугольник 3005">
            <a:extLst>
              <a:ext uri="{FF2B5EF4-FFF2-40B4-BE49-F238E27FC236}">
                <a16:creationId xmlns:a16="http://schemas.microsoft.com/office/drawing/2014/main" id="{76DD82C0-C28F-4DC3-9DE6-3E6C245CDC6D}"/>
              </a:ext>
            </a:extLst>
          </p:cNvPr>
          <p:cNvSpPr>
            <a:spLocks noGrp="1"/>
          </p:cNvSpPr>
          <p:nvPr/>
        </p:nvSpPr>
        <p:spPr>
          <a:xfrm>
            <a:off x="3390900" y="1809750"/>
            <a:ext cx="3238500" cy="857250"/>
          </a:xfrm>
          <a:prstGeom prst="roundRect">
            <a:avLst>
              <a:gd name="adj" fmla="val 15556"/>
            </a:avLst>
          </a:prstGeom>
          <a:solidFill>
            <a:srgbClr val="FFFFFF"/>
          </a:solidFill>
          <a:ln w="9525">
            <a:solidFill>
              <a:srgbClr val="FFFFFF"/>
            </a:solidFill>
            <a:prstDash val="solid"/>
          </a:ln>
        </p:spPr>
      </p:sp>
      <p:sp>
        <p:nvSpPr>
          <p:cNvPr id="3007" name="Прямоугольник 3006">
            <a:extLst>
              <a:ext uri="{FF2B5EF4-FFF2-40B4-BE49-F238E27FC236}">
                <a16:creationId xmlns:a16="http://schemas.microsoft.com/office/drawing/2014/main" id="{9E6F039B-A854-4BF2-8C17-FF72D794DF31}"/>
              </a:ext>
            </a:extLst>
          </p:cNvPr>
          <p:cNvSpPr>
            <a:spLocks noGrp="1"/>
          </p:cNvSpPr>
          <p:nvPr/>
        </p:nvSpPr>
        <p:spPr>
          <a:xfrm>
            <a:off x="3581400" y="1952625"/>
            <a:ext cx="2857500" cy="285750"/>
          </a:xfrm>
          <a:prstGeom prst="rect">
            <a:avLst/>
          </a:prstGeom>
          <a:noFill/>
          <a:ln w="0">
            <a:noFill/>
            <a:prstDash val="solid"/>
          </a:ln>
        </p:spPr>
        <p:txBody>
          <a:bodyPr lIns="0" tIns="0" rIns="0" bIns="0"/>
          <a:lstStyle>
            <a:defPPr>
              <a:defRPr sz="1875" b="1">
                <a:solidFill>
                  <a:srgbClr val="4C156F"/>
                </a:solidFill>
                <a:latin typeface="Montserrat"/>
                <a:ea typeface="Montserrat"/>
                <a:cs typeface="Montserrat"/>
              </a:defRPr>
            </a:defPPr>
            <a:lvl1pPr>
              <a:defRPr sz="1875" b="1">
                <a:solidFill>
                  <a:srgbClr val="4C156F"/>
                </a:solidFill>
                <a:latin typeface="Montserrat"/>
                <a:ea typeface="Montserrat"/>
                <a:cs typeface="Montserrat"/>
              </a:defRPr>
            </a:lvl1pPr>
            <a:lvl2pPr>
              <a:defRPr sz="1875" b="1">
                <a:solidFill>
                  <a:srgbClr val="4C156F"/>
                </a:solidFill>
                <a:latin typeface="Montserrat"/>
                <a:ea typeface="Montserrat"/>
                <a:cs typeface="Montserrat"/>
              </a:defRPr>
            </a:lvl2pPr>
            <a:lvl3pPr>
              <a:defRPr sz="1875" b="1">
                <a:solidFill>
                  <a:srgbClr val="4C156F"/>
                </a:solidFill>
                <a:latin typeface="Montserrat"/>
                <a:ea typeface="Montserrat"/>
                <a:cs typeface="Montserrat"/>
              </a:defRPr>
            </a:lvl3pPr>
            <a:lvl4pPr>
              <a:defRPr sz="1875" b="1">
                <a:solidFill>
                  <a:srgbClr val="4C156F"/>
                </a:solidFill>
                <a:latin typeface="Montserrat"/>
                <a:ea typeface="Montserrat"/>
                <a:cs typeface="Montserrat"/>
              </a:defRPr>
            </a:lvl4pPr>
            <a:lvl5pPr>
              <a:defRPr sz="1875" b="1">
                <a:solidFill>
                  <a:srgbClr val="4C156F"/>
                </a:solidFill>
                <a:latin typeface="Montserrat"/>
                <a:ea typeface="Montserrat"/>
                <a:cs typeface="Montserrat"/>
              </a:defRPr>
            </a:lvl5pPr>
            <a:lvl6pPr>
              <a:defRPr sz="1875" b="1">
                <a:solidFill>
                  <a:srgbClr val="4C156F"/>
                </a:solidFill>
                <a:latin typeface="Montserrat"/>
                <a:ea typeface="Montserrat"/>
                <a:cs typeface="Montserrat"/>
              </a:defRPr>
            </a:lvl6pPr>
            <a:lvl7pPr>
              <a:defRPr sz="1875" b="1">
                <a:solidFill>
                  <a:srgbClr val="4C156F"/>
                </a:solidFill>
                <a:latin typeface="Montserrat"/>
                <a:ea typeface="Montserrat"/>
                <a:cs typeface="Montserrat"/>
              </a:defRPr>
            </a:lvl7pPr>
            <a:lvl8pPr>
              <a:defRPr sz="1875" b="1">
                <a:solidFill>
                  <a:srgbClr val="4C156F"/>
                </a:solidFill>
                <a:latin typeface="Montserrat"/>
                <a:ea typeface="Montserrat"/>
                <a:cs typeface="Montserrat"/>
              </a:defRPr>
            </a:lvl8pPr>
            <a:lvl9pPr>
              <a:defRPr sz="1875" b="1">
                <a:solidFill>
                  <a:srgbClr val="4C156F"/>
                </a:solidFill>
                <a:latin typeface="Montserrat"/>
                <a:ea typeface="Montserrat"/>
                <a:cs typeface="Montserrat"/>
              </a:defRPr>
            </a:lvl9pPr>
          </a:lstStyle>
          <a:p>
            <a:pPr>
              <a:defRPr sz="1875" b="1">
                <a:solidFill>
                  <a:srgbClr val="4C156F"/>
                </a:solidFill>
                <a:latin typeface="Montserrat"/>
                <a:ea typeface="Montserrat"/>
                <a:cs typeface="Montserrat"/>
              </a:defRPr>
            </a:pPr>
            <a:r>
              <a:rPr sz="1875" b="1">
                <a:solidFill>
                  <a:srgbClr val="4C156F"/>
                </a:solidFill>
                <a:latin typeface="Montserrat"/>
                <a:ea typeface="Montserrat"/>
                <a:cs typeface="Montserrat"/>
              </a:rPr>
              <a:t>Подготовка</a:t>
            </a:r>
          </a:p>
        </p:txBody>
      </p:sp>
      <p:sp>
        <p:nvSpPr>
          <p:cNvPr id="3008" name="Прямоугольник 3007">
            <a:extLst>
              <a:ext uri="{FF2B5EF4-FFF2-40B4-BE49-F238E27FC236}">
                <a16:creationId xmlns:a16="http://schemas.microsoft.com/office/drawing/2014/main" id="{4C73A0A4-2718-464E-953D-2E2C7E75738E}"/>
              </a:ext>
            </a:extLst>
          </p:cNvPr>
          <p:cNvSpPr>
            <a:spLocks noGrp="1"/>
          </p:cNvSpPr>
          <p:nvPr/>
        </p:nvSpPr>
        <p:spPr>
          <a:xfrm>
            <a:off x="3581400" y="2333625"/>
            <a:ext cx="2857500" cy="257175"/>
          </a:xfrm>
          <a:prstGeom prst="rect">
            <a:avLst/>
          </a:prstGeom>
          <a:noFill/>
          <a:ln w="0">
            <a:noFill/>
            <a:prstDash val="solid"/>
          </a:ln>
        </p:spPr>
        <p:txBody>
          <a:bodyPr lIns="0" tIns="0" rIns="0" bIns="0"/>
          <a:lstStyle>
            <a:defPPr>
              <a:defRPr sz="1350" b="0">
                <a:solidFill>
                  <a:srgbClr val="4C156F"/>
                </a:solidFill>
                <a:latin typeface="Montserrat"/>
                <a:ea typeface="Montserrat"/>
                <a:cs typeface="Montserrat"/>
              </a:defRPr>
            </a:defPPr>
            <a:lvl1pPr>
              <a:defRPr sz="1350" b="0">
                <a:solidFill>
                  <a:srgbClr val="4C156F"/>
                </a:solidFill>
                <a:latin typeface="Montserrat"/>
                <a:ea typeface="Montserrat"/>
                <a:cs typeface="Montserrat"/>
              </a:defRPr>
            </a:lvl1pPr>
            <a:lvl2pPr>
              <a:defRPr sz="1350" b="0">
                <a:solidFill>
                  <a:srgbClr val="4C156F"/>
                </a:solidFill>
                <a:latin typeface="Montserrat"/>
                <a:ea typeface="Montserrat"/>
                <a:cs typeface="Montserrat"/>
              </a:defRPr>
            </a:lvl2pPr>
            <a:lvl3pPr>
              <a:defRPr sz="1350" b="0">
                <a:solidFill>
                  <a:srgbClr val="4C156F"/>
                </a:solidFill>
                <a:latin typeface="Montserrat"/>
                <a:ea typeface="Montserrat"/>
                <a:cs typeface="Montserrat"/>
              </a:defRPr>
            </a:lvl3pPr>
            <a:lvl4pPr>
              <a:defRPr sz="1350" b="0">
                <a:solidFill>
                  <a:srgbClr val="4C156F"/>
                </a:solidFill>
                <a:latin typeface="Montserrat"/>
                <a:ea typeface="Montserrat"/>
                <a:cs typeface="Montserrat"/>
              </a:defRPr>
            </a:lvl4pPr>
            <a:lvl5pPr>
              <a:defRPr sz="1350" b="0">
                <a:solidFill>
                  <a:srgbClr val="4C156F"/>
                </a:solidFill>
                <a:latin typeface="Montserrat"/>
                <a:ea typeface="Montserrat"/>
                <a:cs typeface="Montserrat"/>
              </a:defRPr>
            </a:lvl5pPr>
            <a:lvl6pPr>
              <a:defRPr sz="1350" b="0">
                <a:solidFill>
                  <a:srgbClr val="4C156F"/>
                </a:solidFill>
                <a:latin typeface="Montserrat"/>
                <a:ea typeface="Montserrat"/>
                <a:cs typeface="Montserrat"/>
              </a:defRPr>
            </a:lvl6pPr>
            <a:lvl7pPr>
              <a:defRPr sz="1350" b="0">
                <a:solidFill>
                  <a:srgbClr val="4C156F"/>
                </a:solidFill>
                <a:latin typeface="Montserrat"/>
                <a:ea typeface="Montserrat"/>
                <a:cs typeface="Montserrat"/>
              </a:defRPr>
            </a:lvl7pPr>
            <a:lvl8pPr>
              <a:defRPr sz="1350" b="0">
                <a:solidFill>
                  <a:srgbClr val="4C156F"/>
                </a:solidFill>
                <a:latin typeface="Montserrat"/>
                <a:ea typeface="Montserrat"/>
                <a:cs typeface="Montserrat"/>
              </a:defRPr>
            </a:lvl8pPr>
            <a:lvl9pPr>
              <a:defRPr sz="1350" b="0">
                <a:solidFill>
                  <a:srgbClr val="4C156F"/>
                </a:solidFill>
                <a:latin typeface="Montserrat"/>
                <a:ea typeface="Montserrat"/>
                <a:cs typeface="Montserrat"/>
              </a:defRPr>
            </a:lvl9pPr>
          </a:lstStyle>
          <a:p>
            <a:pPr>
              <a:defRPr sz="1350" b="0">
                <a:solidFill>
                  <a:srgbClr val="4C156F"/>
                </a:solidFill>
                <a:latin typeface="Montserrat"/>
                <a:ea typeface="Montserrat"/>
                <a:cs typeface="Montserrat"/>
              </a:defRPr>
            </a:pPr>
            <a:r>
              <a:rPr sz="1350" b="0">
                <a:solidFill>
                  <a:srgbClr val="4C156F"/>
                </a:solidFill>
                <a:latin typeface="Montserrat"/>
                <a:ea typeface="Montserrat"/>
                <a:cs typeface="Montserrat"/>
              </a:rPr>
              <a:t>Яркость, ориентация, повторы</a:t>
            </a:r>
          </a:p>
        </p:txBody>
      </p:sp>
      <p:sp>
        <p:nvSpPr>
          <p:cNvPr id="3009" name="Стрелка вправо 3008">
            <a:extLst>
              <a:ext uri="{FF2B5EF4-FFF2-40B4-BE49-F238E27FC236}">
                <a16:creationId xmlns:a16="http://schemas.microsoft.com/office/drawing/2014/main" id="{FA960F69-BCE9-439A-AFB3-4508D3FF0C43}"/>
              </a:ext>
            </a:extLst>
          </p:cNvPr>
          <p:cNvSpPr>
            <a:spLocks noGrp="1"/>
          </p:cNvSpPr>
          <p:nvPr/>
        </p:nvSpPr>
        <p:spPr>
          <a:xfrm>
            <a:off x="6762750" y="2095500"/>
            <a:ext cx="381000" cy="238125"/>
          </a:xfrm>
          <a:prstGeom prst="rightArrow">
            <a:avLst/>
          </a:prstGeom>
          <a:solidFill>
            <a:srgbClr val="FF0066"/>
          </a:solidFill>
          <a:ln w="0">
            <a:solidFill>
              <a:srgbClr val="FF0066"/>
            </a:solidFill>
            <a:prstDash val="solid"/>
          </a:ln>
        </p:spPr>
      </p:sp>
      <p:sp>
        <p:nvSpPr>
          <p:cNvPr id="3010" name="Скругленный прямоугольник 3009">
            <a:extLst>
              <a:ext uri="{FF2B5EF4-FFF2-40B4-BE49-F238E27FC236}">
                <a16:creationId xmlns:a16="http://schemas.microsoft.com/office/drawing/2014/main" id="{3CF7B150-B353-4196-8A9B-AD16CCD1F4B8}"/>
              </a:ext>
            </a:extLst>
          </p:cNvPr>
          <p:cNvSpPr>
            <a:spLocks noGrp="1"/>
          </p:cNvSpPr>
          <p:nvPr/>
        </p:nvSpPr>
        <p:spPr>
          <a:xfrm>
            <a:off x="7296150" y="1809750"/>
            <a:ext cx="4552950" cy="857250"/>
          </a:xfrm>
          <a:prstGeom prst="roundRect">
            <a:avLst>
              <a:gd name="adj" fmla="val 15556"/>
            </a:avLst>
          </a:prstGeom>
          <a:solidFill>
            <a:srgbClr val="FFFFFF"/>
          </a:solidFill>
          <a:ln w="9525">
            <a:solidFill>
              <a:srgbClr val="FFFFFF"/>
            </a:solidFill>
            <a:prstDash val="solid"/>
          </a:ln>
        </p:spPr>
      </p:sp>
      <p:sp>
        <p:nvSpPr>
          <p:cNvPr id="3011" name="Прямоугольник 3010">
            <a:extLst>
              <a:ext uri="{FF2B5EF4-FFF2-40B4-BE49-F238E27FC236}">
                <a16:creationId xmlns:a16="http://schemas.microsoft.com/office/drawing/2014/main" id="{74C637FB-0091-4142-BCE3-B05D69A9B006}"/>
              </a:ext>
            </a:extLst>
          </p:cNvPr>
          <p:cNvSpPr>
            <a:spLocks noGrp="1"/>
          </p:cNvSpPr>
          <p:nvPr/>
        </p:nvSpPr>
        <p:spPr>
          <a:xfrm>
            <a:off x="7486650" y="1952625"/>
            <a:ext cx="4171950" cy="285750"/>
          </a:xfrm>
          <a:prstGeom prst="rect">
            <a:avLst/>
          </a:prstGeom>
          <a:noFill/>
          <a:ln w="0">
            <a:noFill/>
            <a:prstDash val="solid"/>
          </a:ln>
        </p:spPr>
        <p:txBody>
          <a:bodyPr lIns="0" tIns="0" rIns="0" bIns="0"/>
          <a:lstStyle>
            <a:defPPr>
              <a:defRPr sz="1875" b="1">
                <a:solidFill>
                  <a:srgbClr val="4C156F"/>
                </a:solidFill>
                <a:latin typeface="Montserrat"/>
                <a:ea typeface="Montserrat"/>
                <a:cs typeface="Montserrat"/>
              </a:defRPr>
            </a:defPPr>
            <a:lvl1pPr>
              <a:defRPr sz="1875" b="1">
                <a:solidFill>
                  <a:srgbClr val="4C156F"/>
                </a:solidFill>
                <a:latin typeface="Montserrat"/>
                <a:ea typeface="Montserrat"/>
                <a:cs typeface="Montserrat"/>
              </a:defRPr>
            </a:lvl1pPr>
            <a:lvl2pPr>
              <a:defRPr sz="1875" b="1">
                <a:solidFill>
                  <a:srgbClr val="4C156F"/>
                </a:solidFill>
                <a:latin typeface="Montserrat"/>
                <a:ea typeface="Montserrat"/>
                <a:cs typeface="Montserrat"/>
              </a:defRPr>
            </a:lvl2pPr>
            <a:lvl3pPr>
              <a:defRPr sz="1875" b="1">
                <a:solidFill>
                  <a:srgbClr val="4C156F"/>
                </a:solidFill>
                <a:latin typeface="Montserrat"/>
                <a:ea typeface="Montserrat"/>
                <a:cs typeface="Montserrat"/>
              </a:defRPr>
            </a:lvl3pPr>
            <a:lvl4pPr>
              <a:defRPr sz="1875" b="1">
                <a:solidFill>
                  <a:srgbClr val="4C156F"/>
                </a:solidFill>
                <a:latin typeface="Montserrat"/>
                <a:ea typeface="Montserrat"/>
                <a:cs typeface="Montserrat"/>
              </a:defRPr>
            </a:lvl4pPr>
            <a:lvl5pPr>
              <a:defRPr sz="1875" b="1">
                <a:solidFill>
                  <a:srgbClr val="4C156F"/>
                </a:solidFill>
                <a:latin typeface="Montserrat"/>
                <a:ea typeface="Montserrat"/>
                <a:cs typeface="Montserrat"/>
              </a:defRPr>
            </a:lvl5pPr>
            <a:lvl6pPr>
              <a:defRPr sz="1875" b="1">
                <a:solidFill>
                  <a:srgbClr val="4C156F"/>
                </a:solidFill>
                <a:latin typeface="Montserrat"/>
                <a:ea typeface="Montserrat"/>
                <a:cs typeface="Montserrat"/>
              </a:defRPr>
            </a:lvl6pPr>
            <a:lvl7pPr>
              <a:defRPr sz="1875" b="1">
                <a:solidFill>
                  <a:srgbClr val="4C156F"/>
                </a:solidFill>
                <a:latin typeface="Montserrat"/>
                <a:ea typeface="Montserrat"/>
                <a:cs typeface="Montserrat"/>
              </a:defRPr>
            </a:lvl7pPr>
            <a:lvl8pPr>
              <a:defRPr sz="1875" b="1">
                <a:solidFill>
                  <a:srgbClr val="4C156F"/>
                </a:solidFill>
                <a:latin typeface="Montserrat"/>
                <a:ea typeface="Montserrat"/>
                <a:cs typeface="Montserrat"/>
              </a:defRPr>
            </a:lvl8pPr>
            <a:lvl9pPr>
              <a:defRPr sz="1875" b="1">
                <a:solidFill>
                  <a:srgbClr val="4C156F"/>
                </a:solidFill>
                <a:latin typeface="Montserrat"/>
                <a:ea typeface="Montserrat"/>
                <a:cs typeface="Montserrat"/>
              </a:defRPr>
            </a:lvl9pPr>
          </a:lstStyle>
          <a:p>
            <a:pPr>
              <a:defRPr sz="1875" b="1">
                <a:solidFill>
                  <a:srgbClr val="4C156F"/>
                </a:solidFill>
                <a:latin typeface="Montserrat"/>
                <a:ea typeface="Montserrat"/>
                <a:cs typeface="Montserrat"/>
              </a:defRPr>
            </a:pPr>
            <a:r>
              <a:rPr sz="1875" b="1">
                <a:solidFill>
                  <a:srgbClr val="4C156F"/>
                </a:solidFill>
                <a:latin typeface="Montserrat"/>
                <a:ea typeface="Montserrat"/>
                <a:cs typeface="Montserrat"/>
              </a:rPr>
              <a:t>Определение области</a:t>
            </a:r>
          </a:p>
        </p:txBody>
      </p:sp>
      <p:sp>
        <p:nvSpPr>
          <p:cNvPr id="3012" name="Прямоугольник 3011">
            <a:extLst>
              <a:ext uri="{FF2B5EF4-FFF2-40B4-BE49-F238E27FC236}">
                <a16:creationId xmlns:a16="http://schemas.microsoft.com/office/drawing/2014/main" id="{D8EF57C1-10A4-4347-A646-A3E68CEE79AC}"/>
              </a:ext>
            </a:extLst>
          </p:cNvPr>
          <p:cNvSpPr>
            <a:spLocks noGrp="1"/>
          </p:cNvSpPr>
          <p:nvPr/>
        </p:nvSpPr>
        <p:spPr>
          <a:xfrm>
            <a:off x="7486650" y="2333625"/>
            <a:ext cx="4171950" cy="257175"/>
          </a:xfrm>
          <a:prstGeom prst="rect">
            <a:avLst/>
          </a:prstGeom>
          <a:noFill/>
          <a:ln w="0">
            <a:noFill/>
            <a:prstDash val="solid"/>
          </a:ln>
        </p:spPr>
        <p:txBody>
          <a:bodyPr lIns="0" tIns="0" rIns="0" bIns="0"/>
          <a:lstStyle>
            <a:defPPr>
              <a:defRPr sz="1350" b="0">
                <a:solidFill>
                  <a:srgbClr val="4C156F"/>
                </a:solidFill>
                <a:latin typeface="Montserrat"/>
                <a:ea typeface="Montserrat"/>
                <a:cs typeface="Montserrat"/>
              </a:defRPr>
            </a:defPPr>
            <a:lvl1pPr>
              <a:defRPr sz="1350" b="0">
                <a:solidFill>
                  <a:srgbClr val="4C156F"/>
                </a:solidFill>
                <a:latin typeface="Montserrat"/>
                <a:ea typeface="Montserrat"/>
                <a:cs typeface="Montserrat"/>
              </a:defRPr>
            </a:lvl1pPr>
            <a:lvl2pPr>
              <a:defRPr sz="1350" b="0">
                <a:solidFill>
                  <a:srgbClr val="4C156F"/>
                </a:solidFill>
                <a:latin typeface="Montserrat"/>
                <a:ea typeface="Montserrat"/>
                <a:cs typeface="Montserrat"/>
              </a:defRPr>
            </a:lvl2pPr>
            <a:lvl3pPr>
              <a:defRPr sz="1350" b="0">
                <a:solidFill>
                  <a:srgbClr val="4C156F"/>
                </a:solidFill>
                <a:latin typeface="Montserrat"/>
                <a:ea typeface="Montserrat"/>
                <a:cs typeface="Montserrat"/>
              </a:defRPr>
            </a:lvl3pPr>
            <a:lvl4pPr>
              <a:defRPr sz="1350" b="0">
                <a:solidFill>
                  <a:srgbClr val="4C156F"/>
                </a:solidFill>
                <a:latin typeface="Montserrat"/>
                <a:ea typeface="Montserrat"/>
                <a:cs typeface="Montserrat"/>
              </a:defRPr>
            </a:lvl4pPr>
            <a:lvl5pPr>
              <a:defRPr sz="1350" b="0">
                <a:solidFill>
                  <a:srgbClr val="4C156F"/>
                </a:solidFill>
                <a:latin typeface="Montserrat"/>
                <a:ea typeface="Montserrat"/>
                <a:cs typeface="Montserrat"/>
              </a:defRPr>
            </a:lvl5pPr>
            <a:lvl6pPr>
              <a:defRPr sz="1350" b="0">
                <a:solidFill>
                  <a:srgbClr val="4C156F"/>
                </a:solidFill>
                <a:latin typeface="Montserrat"/>
                <a:ea typeface="Montserrat"/>
                <a:cs typeface="Montserrat"/>
              </a:defRPr>
            </a:lvl6pPr>
            <a:lvl7pPr>
              <a:defRPr sz="1350" b="0">
                <a:solidFill>
                  <a:srgbClr val="4C156F"/>
                </a:solidFill>
                <a:latin typeface="Montserrat"/>
                <a:ea typeface="Montserrat"/>
                <a:cs typeface="Montserrat"/>
              </a:defRPr>
            </a:lvl7pPr>
            <a:lvl8pPr>
              <a:defRPr sz="1350" b="0">
                <a:solidFill>
                  <a:srgbClr val="4C156F"/>
                </a:solidFill>
                <a:latin typeface="Montserrat"/>
                <a:ea typeface="Montserrat"/>
                <a:cs typeface="Montserrat"/>
              </a:defRPr>
            </a:lvl8pPr>
            <a:lvl9pPr>
              <a:defRPr sz="1350" b="0">
                <a:solidFill>
                  <a:srgbClr val="4C156F"/>
                </a:solidFill>
                <a:latin typeface="Montserrat"/>
                <a:ea typeface="Montserrat"/>
                <a:cs typeface="Montserrat"/>
              </a:defRPr>
            </a:lvl9pPr>
          </a:lstStyle>
          <a:p>
            <a:pPr>
              <a:defRPr sz="1350" b="0">
                <a:solidFill>
                  <a:srgbClr val="4C156F"/>
                </a:solidFill>
                <a:latin typeface="Montserrat"/>
                <a:ea typeface="Montserrat"/>
                <a:cs typeface="Montserrat"/>
              </a:defRPr>
            </a:pPr>
            <a:r>
              <a:rPr sz="1350" b="0">
                <a:solidFill>
                  <a:srgbClr val="4C156F"/>
                </a:solidFill>
                <a:latin typeface="Montserrat"/>
                <a:ea typeface="Montserrat"/>
                <a:cs typeface="Montserrat"/>
              </a:rPr>
              <a:t>Позвоночник или левое / правое бедро</a:t>
            </a:r>
          </a:p>
        </p:txBody>
      </p:sp>
      <p:sp>
        <p:nvSpPr>
          <p:cNvPr id="3013" name="Прямая соединительная линия 3012">
            <a:extLst>
              <a:ext uri="{FF2B5EF4-FFF2-40B4-BE49-F238E27FC236}">
                <a16:creationId xmlns:a16="http://schemas.microsoft.com/office/drawing/2014/main" id="{F6B6E726-11B4-466B-A74C-A1B893381BE7}"/>
              </a:ext>
            </a:extLst>
          </p:cNvPr>
          <p:cNvSpPr>
            <a:spLocks noGrp="1"/>
          </p:cNvSpPr>
          <p:nvPr/>
        </p:nvSpPr>
        <p:spPr>
          <a:xfrm>
            <a:off x="9572625" y="2667000"/>
            <a:ext cx="0" cy="238125"/>
          </a:xfrm>
          <a:prstGeom prst="line">
            <a:avLst/>
          </a:prstGeom>
          <a:noFill/>
          <a:ln w="28575">
            <a:solidFill>
              <a:srgbClr val="FF0066"/>
            </a:solidFill>
            <a:prstDash val="solid"/>
          </a:ln>
        </p:spPr>
      </p:sp>
      <p:sp>
        <p:nvSpPr>
          <p:cNvPr id="3014" name="Прямая соединительная линия 3013">
            <a:extLst>
              <a:ext uri="{FF2B5EF4-FFF2-40B4-BE49-F238E27FC236}">
                <a16:creationId xmlns:a16="http://schemas.microsoft.com/office/drawing/2014/main" id="{53E8A092-DC5E-460A-BDB3-DF9ED7449D97}"/>
              </a:ext>
            </a:extLst>
          </p:cNvPr>
          <p:cNvSpPr>
            <a:spLocks noGrp="1"/>
          </p:cNvSpPr>
          <p:nvPr/>
        </p:nvSpPr>
        <p:spPr>
          <a:xfrm>
            <a:off x="3143250" y="2905125"/>
            <a:ext cx="6429375" cy="0"/>
          </a:xfrm>
          <a:prstGeom prst="line">
            <a:avLst/>
          </a:prstGeom>
          <a:noFill/>
          <a:ln w="28575">
            <a:solidFill>
              <a:srgbClr val="FF0066"/>
            </a:solidFill>
            <a:prstDash val="solid"/>
          </a:ln>
        </p:spPr>
      </p:sp>
      <p:sp>
        <p:nvSpPr>
          <p:cNvPr id="3015" name="Стрелка вниз 3014">
            <a:extLst>
              <a:ext uri="{FF2B5EF4-FFF2-40B4-BE49-F238E27FC236}">
                <a16:creationId xmlns:a16="http://schemas.microsoft.com/office/drawing/2014/main" id="{B7F13F6D-C7A8-4907-8DA9-F7472DE2BAAD}"/>
              </a:ext>
            </a:extLst>
          </p:cNvPr>
          <p:cNvSpPr>
            <a:spLocks noGrp="1"/>
          </p:cNvSpPr>
          <p:nvPr/>
        </p:nvSpPr>
        <p:spPr>
          <a:xfrm>
            <a:off x="3048000" y="2905125"/>
            <a:ext cx="190500" cy="276225"/>
          </a:xfrm>
          <a:prstGeom prst="downArrow">
            <a:avLst/>
          </a:prstGeom>
          <a:solidFill>
            <a:srgbClr val="FF0066"/>
          </a:solidFill>
          <a:ln w="0">
            <a:solidFill>
              <a:srgbClr val="FF0066"/>
            </a:solidFill>
            <a:prstDash val="solid"/>
          </a:ln>
        </p:spPr>
      </p:sp>
      <p:sp>
        <p:nvSpPr>
          <p:cNvPr id="3016" name="Стрелка вниз 3015">
            <a:extLst>
              <a:ext uri="{FF2B5EF4-FFF2-40B4-BE49-F238E27FC236}">
                <a16:creationId xmlns:a16="http://schemas.microsoft.com/office/drawing/2014/main" id="{3E8A137C-3958-4D36-BA7F-AB6377FDC042}"/>
              </a:ext>
            </a:extLst>
          </p:cNvPr>
          <p:cNvSpPr>
            <a:spLocks noGrp="1"/>
          </p:cNvSpPr>
          <p:nvPr/>
        </p:nvSpPr>
        <p:spPr>
          <a:xfrm>
            <a:off x="9048750" y="2905125"/>
            <a:ext cx="190500" cy="276225"/>
          </a:xfrm>
          <a:prstGeom prst="downArrow">
            <a:avLst/>
          </a:prstGeom>
          <a:solidFill>
            <a:srgbClr val="FF0066"/>
          </a:solidFill>
          <a:ln w="0">
            <a:solidFill>
              <a:srgbClr val="FF0066"/>
            </a:solidFill>
            <a:prstDash val="solid"/>
          </a:ln>
        </p:spPr>
      </p:sp>
      <p:sp>
        <p:nvSpPr>
          <p:cNvPr id="3017" name="Скругленный прямоугольник 3016">
            <a:extLst>
              <a:ext uri="{FF2B5EF4-FFF2-40B4-BE49-F238E27FC236}">
                <a16:creationId xmlns:a16="http://schemas.microsoft.com/office/drawing/2014/main" id="{8B55E2A9-8BAB-43D6-A783-BF8CC1B58865}"/>
              </a:ext>
            </a:extLst>
          </p:cNvPr>
          <p:cNvSpPr>
            <a:spLocks noGrp="1"/>
          </p:cNvSpPr>
          <p:nvPr/>
        </p:nvSpPr>
        <p:spPr>
          <a:xfrm>
            <a:off x="342900" y="3238500"/>
            <a:ext cx="5600700" cy="1476375"/>
          </a:xfrm>
          <a:prstGeom prst="roundRect">
            <a:avLst>
              <a:gd name="adj" fmla="val 9032"/>
            </a:avLst>
          </a:prstGeom>
          <a:solidFill>
            <a:srgbClr val="FFFFFF"/>
          </a:solidFill>
          <a:ln w="9525">
            <a:solidFill>
              <a:srgbClr val="FFFFFF"/>
            </a:solidFill>
            <a:prstDash val="solid"/>
          </a:ln>
        </p:spPr>
      </p:sp>
      <p:sp>
        <p:nvSpPr>
          <p:cNvPr id="3018" name="Прямоугольник 3017">
            <a:extLst>
              <a:ext uri="{FF2B5EF4-FFF2-40B4-BE49-F238E27FC236}">
                <a16:creationId xmlns:a16="http://schemas.microsoft.com/office/drawing/2014/main" id="{61743952-8229-4BAD-9EF2-ABF36C82AFF3}"/>
              </a:ext>
            </a:extLst>
          </p:cNvPr>
          <p:cNvSpPr>
            <a:spLocks noGrp="1"/>
          </p:cNvSpPr>
          <p:nvPr/>
        </p:nvSpPr>
        <p:spPr>
          <a:xfrm>
            <a:off x="552450" y="3352800"/>
            <a:ext cx="5191125" cy="333375"/>
          </a:xfrm>
          <a:prstGeom prst="rect">
            <a:avLst/>
          </a:prstGeom>
          <a:noFill/>
          <a:ln w="0">
            <a:noFill/>
            <a:prstDash val="solid"/>
          </a:ln>
        </p:spPr>
        <p:txBody>
          <a:bodyPr lIns="0" tIns="0" rIns="0" bIns="0"/>
          <a:lstStyle>
            <a:defPPr>
              <a:defRPr sz="1875" b="1">
                <a:solidFill>
                  <a:srgbClr val="4C156F"/>
                </a:solidFill>
                <a:latin typeface="Montserrat"/>
                <a:ea typeface="Montserrat"/>
                <a:cs typeface="Montserrat"/>
              </a:defRPr>
            </a:defPPr>
            <a:lvl1pPr>
              <a:defRPr sz="1875" b="1">
                <a:solidFill>
                  <a:srgbClr val="4C156F"/>
                </a:solidFill>
                <a:latin typeface="Montserrat"/>
                <a:ea typeface="Montserrat"/>
                <a:cs typeface="Montserrat"/>
              </a:defRPr>
            </a:lvl1pPr>
            <a:lvl2pPr>
              <a:defRPr sz="1875" b="1">
                <a:solidFill>
                  <a:srgbClr val="4C156F"/>
                </a:solidFill>
                <a:latin typeface="Montserrat"/>
                <a:ea typeface="Montserrat"/>
                <a:cs typeface="Montserrat"/>
              </a:defRPr>
            </a:lvl2pPr>
            <a:lvl3pPr>
              <a:defRPr sz="1875" b="1">
                <a:solidFill>
                  <a:srgbClr val="4C156F"/>
                </a:solidFill>
                <a:latin typeface="Montserrat"/>
                <a:ea typeface="Montserrat"/>
                <a:cs typeface="Montserrat"/>
              </a:defRPr>
            </a:lvl3pPr>
            <a:lvl4pPr>
              <a:defRPr sz="1875" b="1">
                <a:solidFill>
                  <a:srgbClr val="4C156F"/>
                </a:solidFill>
                <a:latin typeface="Montserrat"/>
                <a:ea typeface="Montserrat"/>
                <a:cs typeface="Montserrat"/>
              </a:defRPr>
            </a:lvl4pPr>
            <a:lvl5pPr>
              <a:defRPr sz="1875" b="1">
                <a:solidFill>
                  <a:srgbClr val="4C156F"/>
                </a:solidFill>
                <a:latin typeface="Montserrat"/>
                <a:ea typeface="Montserrat"/>
                <a:cs typeface="Montserrat"/>
              </a:defRPr>
            </a:lvl5pPr>
            <a:lvl6pPr>
              <a:defRPr sz="1875" b="1">
                <a:solidFill>
                  <a:srgbClr val="4C156F"/>
                </a:solidFill>
                <a:latin typeface="Montserrat"/>
                <a:ea typeface="Montserrat"/>
                <a:cs typeface="Montserrat"/>
              </a:defRPr>
            </a:lvl6pPr>
            <a:lvl7pPr>
              <a:defRPr sz="1875" b="1">
                <a:solidFill>
                  <a:srgbClr val="4C156F"/>
                </a:solidFill>
                <a:latin typeface="Montserrat"/>
                <a:ea typeface="Montserrat"/>
                <a:cs typeface="Montserrat"/>
              </a:defRPr>
            </a:lvl7pPr>
            <a:lvl8pPr>
              <a:defRPr sz="1875" b="1">
                <a:solidFill>
                  <a:srgbClr val="4C156F"/>
                </a:solidFill>
                <a:latin typeface="Montserrat"/>
                <a:ea typeface="Montserrat"/>
                <a:cs typeface="Montserrat"/>
              </a:defRPr>
            </a:lvl8pPr>
            <a:lvl9pPr>
              <a:defRPr sz="1875" b="1">
                <a:solidFill>
                  <a:srgbClr val="4C156F"/>
                </a:solidFill>
                <a:latin typeface="Montserrat"/>
                <a:ea typeface="Montserrat"/>
                <a:cs typeface="Montserrat"/>
              </a:defRPr>
            </a:lvl9pPr>
          </a:lstStyle>
          <a:p>
            <a:pPr>
              <a:defRPr sz="1875" b="1">
                <a:solidFill>
                  <a:srgbClr val="4C156F"/>
                </a:solidFill>
                <a:latin typeface="Montserrat"/>
                <a:ea typeface="Montserrat"/>
                <a:cs typeface="Montserrat"/>
              </a:defRPr>
            </a:pPr>
            <a:r>
              <a:rPr sz="1875" b="1">
                <a:solidFill>
                  <a:srgbClr val="4C156F"/>
                </a:solidFill>
                <a:latin typeface="Montserrat"/>
                <a:ea typeface="Montserrat"/>
                <a:cs typeface="Montserrat"/>
              </a:rPr>
              <a:t>Позвоночник</a:t>
            </a:r>
          </a:p>
        </p:txBody>
      </p:sp>
      <p:sp>
        <p:nvSpPr>
          <p:cNvPr id="3019" name="Прямоугольник 3018">
            <a:extLst>
              <a:ext uri="{FF2B5EF4-FFF2-40B4-BE49-F238E27FC236}">
                <a16:creationId xmlns:a16="http://schemas.microsoft.com/office/drawing/2014/main" id="{B5F070F1-B8D1-493F-84AF-0C54A3C137D5}"/>
              </a:ext>
            </a:extLst>
          </p:cNvPr>
          <p:cNvSpPr>
            <a:spLocks noGrp="1"/>
          </p:cNvSpPr>
          <p:nvPr/>
        </p:nvSpPr>
        <p:spPr>
          <a:xfrm>
            <a:off x="552450" y="3752850"/>
            <a:ext cx="5191125" cy="600075"/>
          </a:xfrm>
          <a:prstGeom prst="rect">
            <a:avLst/>
          </a:prstGeom>
          <a:noFill/>
          <a:ln w="0">
            <a:noFill/>
            <a:prstDash val="solid"/>
          </a:ln>
        </p:spPr>
        <p:txBody>
          <a:bodyPr lIns="0" tIns="0" rIns="0" bIns="0"/>
          <a:lstStyle>
            <a:defPPr>
              <a:defRPr sz="1575" b="0">
                <a:solidFill>
                  <a:srgbClr val="4C156F"/>
                </a:solidFill>
                <a:latin typeface="Montserrat"/>
                <a:ea typeface="Montserrat"/>
                <a:cs typeface="Montserrat"/>
              </a:defRPr>
            </a:defPPr>
            <a:lvl1pPr>
              <a:defRPr sz="1575" b="0">
                <a:solidFill>
                  <a:srgbClr val="4C156F"/>
                </a:solidFill>
                <a:latin typeface="Montserrat"/>
                <a:ea typeface="Montserrat"/>
                <a:cs typeface="Montserrat"/>
              </a:defRPr>
            </a:lvl1pPr>
            <a:lvl2pPr>
              <a:defRPr sz="1575" b="0">
                <a:solidFill>
                  <a:srgbClr val="4C156F"/>
                </a:solidFill>
                <a:latin typeface="Montserrat"/>
                <a:ea typeface="Montserrat"/>
                <a:cs typeface="Montserrat"/>
              </a:defRPr>
            </a:lvl2pPr>
            <a:lvl3pPr>
              <a:defRPr sz="1575" b="0">
                <a:solidFill>
                  <a:srgbClr val="4C156F"/>
                </a:solidFill>
                <a:latin typeface="Montserrat"/>
                <a:ea typeface="Montserrat"/>
                <a:cs typeface="Montserrat"/>
              </a:defRPr>
            </a:lvl3pPr>
            <a:lvl4pPr>
              <a:defRPr sz="1575" b="0">
                <a:solidFill>
                  <a:srgbClr val="4C156F"/>
                </a:solidFill>
                <a:latin typeface="Montserrat"/>
                <a:ea typeface="Montserrat"/>
                <a:cs typeface="Montserrat"/>
              </a:defRPr>
            </a:lvl4pPr>
            <a:lvl5pPr>
              <a:defRPr sz="1575" b="0">
                <a:solidFill>
                  <a:srgbClr val="4C156F"/>
                </a:solidFill>
                <a:latin typeface="Montserrat"/>
                <a:ea typeface="Montserrat"/>
                <a:cs typeface="Montserrat"/>
              </a:defRPr>
            </a:lvl5pPr>
            <a:lvl6pPr>
              <a:defRPr sz="1575" b="0">
                <a:solidFill>
                  <a:srgbClr val="4C156F"/>
                </a:solidFill>
                <a:latin typeface="Montserrat"/>
                <a:ea typeface="Montserrat"/>
                <a:cs typeface="Montserrat"/>
              </a:defRPr>
            </a:lvl6pPr>
            <a:lvl7pPr>
              <a:defRPr sz="1575" b="0">
                <a:solidFill>
                  <a:srgbClr val="4C156F"/>
                </a:solidFill>
                <a:latin typeface="Montserrat"/>
                <a:ea typeface="Montserrat"/>
                <a:cs typeface="Montserrat"/>
              </a:defRPr>
            </a:lvl7pPr>
            <a:lvl8pPr>
              <a:defRPr sz="1575" b="0">
                <a:solidFill>
                  <a:srgbClr val="4C156F"/>
                </a:solidFill>
                <a:latin typeface="Montserrat"/>
                <a:ea typeface="Montserrat"/>
                <a:cs typeface="Montserrat"/>
              </a:defRPr>
            </a:lvl8pPr>
            <a:lvl9pPr>
              <a:defRPr sz="1575" b="0">
                <a:solidFill>
                  <a:srgbClr val="4C156F"/>
                </a:solidFill>
                <a:latin typeface="Montserrat"/>
                <a:ea typeface="Montserrat"/>
                <a:cs typeface="Montserrat"/>
              </a:defRPr>
            </a:lvl9pPr>
          </a:lstStyle>
          <a:p>
            <a:pPr>
              <a:defRPr sz="1575" b="0">
                <a:solidFill>
                  <a:srgbClr val="4C156F"/>
                </a:solidFill>
                <a:latin typeface="Montserrat"/>
                <a:ea typeface="Montserrat"/>
                <a:cs typeface="Montserrat"/>
              </a:defRPr>
            </a:pPr>
            <a:r>
              <a:rPr sz="1575" b="0">
                <a:solidFill>
                  <a:srgbClr val="4C156F"/>
                </a:solidFill>
                <a:latin typeface="Montserrat"/>
                <a:ea typeface="Montserrat"/>
                <a:cs typeface="Montserrat"/>
              </a:rPr>
              <a:t>Геометрия: укладка и ось</a:t>
            </a:r>
          </a:p>
          <a:p>
            <a:pPr>
              <a:defRPr sz="1575" b="0">
                <a:solidFill>
                  <a:srgbClr val="4C156F"/>
                </a:solidFill>
                <a:latin typeface="Montserrat"/>
                <a:ea typeface="Montserrat"/>
                <a:cs typeface="Montserrat"/>
              </a:defRPr>
            </a:pPr>
            <a:r>
              <a:rPr sz="1575" b="0">
                <a:solidFill>
                  <a:srgbClr val="4C156F"/>
                </a:solidFill>
                <a:latin typeface="Montserrat"/>
                <a:ea typeface="Montserrat"/>
                <a:cs typeface="Montserrat"/>
              </a:rPr>
              <a:t>Геометрия + CNN: посторонние предметы</a:t>
            </a:r>
          </a:p>
        </p:txBody>
      </p:sp>
      <p:sp>
        <p:nvSpPr>
          <p:cNvPr id="3021" name="Скругленный прямоугольник 3020">
            <a:extLst>
              <a:ext uri="{FF2B5EF4-FFF2-40B4-BE49-F238E27FC236}">
                <a16:creationId xmlns:a16="http://schemas.microsoft.com/office/drawing/2014/main" id="{FEF0F0C7-D097-4F51-9EB8-A9DCA82C39ED}"/>
              </a:ext>
            </a:extLst>
          </p:cNvPr>
          <p:cNvSpPr>
            <a:spLocks noGrp="1"/>
          </p:cNvSpPr>
          <p:nvPr/>
        </p:nvSpPr>
        <p:spPr>
          <a:xfrm>
            <a:off x="6286500" y="3238500"/>
            <a:ext cx="5562600" cy="1476375"/>
          </a:xfrm>
          <a:prstGeom prst="roundRect">
            <a:avLst>
              <a:gd name="adj" fmla="val 9032"/>
            </a:avLst>
          </a:prstGeom>
          <a:solidFill>
            <a:srgbClr val="FFFFFF"/>
          </a:solidFill>
          <a:ln w="9525">
            <a:solidFill>
              <a:srgbClr val="FFFFFF"/>
            </a:solidFill>
            <a:prstDash val="solid"/>
          </a:ln>
        </p:spPr>
      </p:sp>
      <p:sp>
        <p:nvSpPr>
          <p:cNvPr id="3022" name="Прямоугольник 3021">
            <a:extLst>
              <a:ext uri="{FF2B5EF4-FFF2-40B4-BE49-F238E27FC236}">
                <a16:creationId xmlns:a16="http://schemas.microsoft.com/office/drawing/2014/main" id="{DD4C4E54-1801-4741-871A-1BA425AB96C7}"/>
              </a:ext>
            </a:extLst>
          </p:cNvPr>
          <p:cNvSpPr>
            <a:spLocks noGrp="1"/>
          </p:cNvSpPr>
          <p:nvPr/>
        </p:nvSpPr>
        <p:spPr>
          <a:xfrm>
            <a:off x="6496050" y="3352800"/>
            <a:ext cx="5143500" cy="333375"/>
          </a:xfrm>
          <a:prstGeom prst="rect">
            <a:avLst/>
          </a:prstGeom>
          <a:noFill/>
          <a:ln w="0">
            <a:noFill/>
            <a:prstDash val="solid"/>
          </a:ln>
        </p:spPr>
        <p:txBody>
          <a:bodyPr lIns="0" tIns="0" rIns="0" bIns="0"/>
          <a:lstStyle>
            <a:defPPr>
              <a:defRPr sz="1875" b="1">
                <a:solidFill>
                  <a:srgbClr val="4C156F"/>
                </a:solidFill>
                <a:latin typeface="Montserrat"/>
                <a:ea typeface="Montserrat"/>
                <a:cs typeface="Montserrat"/>
              </a:defRPr>
            </a:defPPr>
            <a:lvl1pPr>
              <a:defRPr sz="1875" b="1">
                <a:solidFill>
                  <a:srgbClr val="4C156F"/>
                </a:solidFill>
                <a:latin typeface="Montserrat"/>
                <a:ea typeface="Montserrat"/>
                <a:cs typeface="Montserrat"/>
              </a:defRPr>
            </a:lvl1pPr>
            <a:lvl2pPr>
              <a:defRPr sz="1875" b="1">
                <a:solidFill>
                  <a:srgbClr val="4C156F"/>
                </a:solidFill>
                <a:latin typeface="Montserrat"/>
                <a:ea typeface="Montserrat"/>
                <a:cs typeface="Montserrat"/>
              </a:defRPr>
            </a:lvl2pPr>
            <a:lvl3pPr>
              <a:defRPr sz="1875" b="1">
                <a:solidFill>
                  <a:srgbClr val="4C156F"/>
                </a:solidFill>
                <a:latin typeface="Montserrat"/>
                <a:ea typeface="Montserrat"/>
                <a:cs typeface="Montserrat"/>
              </a:defRPr>
            </a:lvl3pPr>
            <a:lvl4pPr>
              <a:defRPr sz="1875" b="1">
                <a:solidFill>
                  <a:srgbClr val="4C156F"/>
                </a:solidFill>
                <a:latin typeface="Montserrat"/>
                <a:ea typeface="Montserrat"/>
                <a:cs typeface="Montserrat"/>
              </a:defRPr>
            </a:lvl4pPr>
            <a:lvl5pPr>
              <a:defRPr sz="1875" b="1">
                <a:solidFill>
                  <a:srgbClr val="4C156F"/>
                </a:solidFill>
                <a:latin typeface="Montserrat"/>
                <a:ea typeface="Montserrat"/>
                <a:cs typeface="Montserrat"/>
              </a:defRPr>
            </a:lvl5pPr>
            <a:lvl6pPr>
              <a:defRPr sz="1875" b="1">
                <a:solidFill>
                  <a:srgbClr val="4C156F"/>
                </a:solidFill>
                <a:latin typeface="Montserrat"/>
                <a:ea typeface="Montserrat"/>
                <a:cs typeface="Montserrat"/>
              </a:defRPr>
            </a:lvl6pPr>
            <a:lvl7pPr>
              <a:defRPr sz="1875" b="1">
                <a:solidFill>
                  <a:srgbClr val="4C156F"/>
                </a:solidFill>
                <a:latin typeface="Montserrat"/>
                <a:ea typeface="Montserrat"/>
                <a:cs typeface="Montserrat"/>
              </a:defRPr>
            </a:lvl7pPr>
            <a:lvl8pPr>
              <a:defRPr sz="1875" b="1">
                <a:solidFill>
                  <a:srgbClr val="4C156F"/>
                </a:solidFill>
                <a:latin typeface="Montserrat"/>
                <a:ea typeface="Montserrat"/>
                <a:cs typeface="Montserrat"/>
              </a:defRPr>
            </a:lvl8pPr>
            <a:lvl9pPr>
              <a:defRPr sz="1875" b="1">
                <a:solidFill>
                  <a:srgbClr val="4C156F"/>
                </a:solidFill>
                <a:latin typeface="Montserrat"/>
                <a:ea typeface="Montserrat"/>
                <a:cs typeface="Montserrat"/>
              </a:defRPr>
            </a:lvl9pPr>
          </a:lstStyle>
          <a:p>
            <a:pPr>
              <a:defRPr sz="1875" b="1">
                <a:solidFill>
                  <a:srgbClr val="4C156F"/>
                </a:solidFill>
                <a:latin typeface="Montserrat"/>
                <a:ea typeface="Montserrat"/>
                <a:cs typeface="Montserrat"/>
              </a:defRPr>
            </a:pPr>
            <a:r>
              <a:rPr sz="1875" b="1">
                <a:solidFill>
                  <a:srgbClr val="4C156F"/>
                </a:solidFill>
                <a:latin typeface="Montserrat"/>
                <a:ea typeface="Montserrat"/>
                <a:cs typeface="Montserrat"/>
              </a:rPr>
              <a:t>Бедро</a:t>
            </a:r>
          </a:p>
        </p:txBody>
      </p:sp>
      <p:sp>
        <p:nvSpPr>
          <p:cNvPr id="3023" name="Прямоугольник 3022">
            <a:extLst>
              <a:ext uri="{FF2B5EF4-FFF2-40B4-BE49-F238E27FC236}">
                <a16:creationId xmlns:a16="http://schemas.microsoft.com/office/drawing/2014/main" id="{876694B4-7FC5-4850-ABFE-AE4AAFC5CA51}"/>
              </a:ext>
            </a:extLst>
          </p:cNvPr>
          <p:cNvSpPr>
            <a:spLocks noGrp="1"/>
          </p:cNvSpPr>
          <p:nvPr/>
        </p:nvSpPr>
        <p:spPr>
          <a:xfrm>
            <a:off x="6496050" y="3752850"/>
            <a:ext cx="5143500" cy="600075"/>
          </a:xfrm>
          <a:prstGeom prst="rect">
            <a:avLst/>
          </a:prstGeom>
          <a:noFill/>
          <a:ln w="0">
            <a:noFill/>
            <a:prstDash val="solid"/>
          </a:ln>
        </p:spPr>
        <p:txBody>
          <a:bodyPr lIns="0" tIns="0" rIns="0" bIns="0"/>
          <a:lstStyle>
            <a:defPPr>
              <a:defRPr sz="1575" b="0">
                <a:solidFill>
                  <a:srgbClr val="4C156F"/>
                </a:solidFill>
                <a:latin typeface="Montserrat"/>
                <a:ea typeface="Montserrat"/>
                <a:cs typeface="Montserrat"/>
              </a:defRPr>
            </a:defPPr>
            <a:lvl1pPr>
              <a:defRPr sz="1575" b="0">
                <a:solidFill>
                  <a:srgbClr val="4C156F"/>
                </a:solidFill>
                <a:latin typeface="Montserrat"/>
                <a:ea typeface="Montserrat"/>
                <a:cs typeface="Montserrat"/>
              </a:defRPr>
            </a:lvl1pPr>
            <a:lvl2pPr>
              <a:defRPr sz="1575" b="0">
                <a:solidFill>
                  <a:srgbClr val="4C156F"/>
                </a:solidFill>
                <a:latin typeface="Montserrat"/>
                <a:ea typeface="Montserrat"/>
                <a:cs typeface="Montserrat"/>
              </a:defRPr>
            </a:lvl2pPr>
            <a:lvl3pPr>
              <a:defRPr sz="1575" b="0">
                <a:solidFill>
                  <a:srgbClr val="4C156F"/>
                </a:solidFill>
                <a:latin typeface="Montserrat"/>
                <a:ea typeface="Montserrat"/>
                <a:cs typeface="Montserrat"/>
              </a:defRPr>
            </a:lvl3pPr>
            <a:lvl4pPr>
              <a:defRPr sz="1575" b="0">
                <a:solidFill>
                  <a:srgbClr val="4C156F"/>
                </a:solidFill>
                <a:latin typeface="Montserrat"/>
                <a:ea typeface="Montserrat"/>
                <a:cs typeface="Montserrat"/>
              </a:defRPr>
            </a:lvl4pPr>
            <a:lvl5pPr>
              <a:defRPr sz="1575" b="0">
                <a:solidFill>
                  <a:srgbClr val="4C156F"/>
                </a:solidFill>
                <a:latin typeface="Montserrat"/>
                <a:ea typeface="Montserrat"/>
                <a:cs typeface="Montserrat"/>
              </a:defRPr>
            </a:lvl5pPr>
            <a:lvl6pPr>
              <a:defRPr sz="1575" b="0">
                <a:solidFill>
                  <a:srgbClr val="4C156F"/>
                </a:solidFill>
                <a:latin typeface="Montserrat"/>
                <a:ea typeface="Montserrat"/>
                <a:cs typeface="Montserrat"/>
              </a:defRPr>
            </a:lvl6pPr>
            <a:lvl7pPr>
              <a:defRPr sz="1575" b="0">
                <a:solidFill>
                  <a:srgbClr val="4C156F"/>
                </a:solidFill>
                <a:latin typeface="Montserrat"/>
                <a:ea typeface="Montserrat"/>
                <a:cs typeface="Montserrat"/>
              </a:defRPr>
            </a:lvl7pPr>
            <a:lvl8pPr>
              <a:defRPr sz="1575" b="0">
                <a:solidFill>
                  <a:srgbClr val="4C156F"/>
                </a:solidFill>
                <a:latin typeface="Montserrat"/>
                <a:ea typeface="Montserrat"/>
                <a:cs typeface="Montserrat"/>
              </a:defRPr>
            </a:lvl8pPr>
            <a:lvl9pPr>
              <a:defRPr sz="1575" b="0">
                <a:solidFill>
                  <a:srgbClr val="4C156F"/>
                </a:solidFill>
                <a:latin typeface="Montserrat"/>
                <a:ea typeface="Montserrat"/>
                <a:cs typeface="Montserrat"/>
              </a:defRPr>
            </a:lvl9pPr>
          </a:lstStyle>
          <a:p>
            <a:pPr>
              <a:defRPr sz="1575" b="0">
                <a:solidFill>
                  <a:srgbClr val="4C156F"/>
                </a:solidFill>
                <a:latin typeface="Montserrat"/>
                <a:ea typeface="Montserrat"/>
                <a:cs typeface="Montserrat"/>
              </a:defRPr>
            </a:pPr>
            <a:r>
              <a:rPr sz="1575" b="0">
                <a:solidFill>
                  <a:srgbClr val="4C156F"/>
                </a:solidFill>
                <a:latin typeface="Montserrat"/>
                <a:ea typeface="Montserrat"/>
                <a:cs typeface="Montserrat"/>
              </a:rPr>
              <a:t>Геометрия: отступы ROI 3 / 3 / 2 см</a:t>
            </a:r>
          </a:p>
          <a:p>
            <a:pPr>
              <a:defRPr sz="1575" b="0">
                <a:solidFill>
                  <a:srgbClr val="4C156F"/>
                </a:solidFill>
                <a:latin typeface="Montserrat"/>
                <a:ea typeface="Montserrat"/>
                <a:cs typeface="Montserrat"/>
              </a:defRPr>
            </a:pPr>
            <a:r>
              <a:rPr sz="1575" b="0">
                <a:solidFill>
                  <a:srgbClr val="4C156F"/>
                </a:solidFill>
                <a:latin typeface="Montserrat"/>
                <a:ea typeface="Montserrat"/>
                <a:cs typeface="Montserrat"/>
              </a:rPr>
              <a:t>Геометрия + CNN: ротация по малому вертелу</a:t>
            </a:r>
          </a:p>
        </p:txBody>
      </p:sp>
      <p:sp>
        <p:nvSpPr>
          <p:cNvPr id="3025" name="Прямая соединительная линия 3024">
            <a:extLst>
              <a:ext uri="{FF2B5EF4-FFF2-40B4-BE49-F238E27FC236}">
                <a16:creationId xmlns:a16="http://schemas.microsoft.com/office/drawing/2014/main" id="{2FD9C8A5-0411-44C6-A6D4-9F067F506DD9}"/>
              </a:ext>
            </a:extLst>
          </p:cNvPr>
          <p:cNvSpPr>
            <a:spLocks noGrp="1"/>
          </p:cNvSpPr>
          <p:nvPr/>
        </p:nvSpPr>
        <p:spPr>
          <a:xfrm>
            <a:off x="3143250" y="4714875"/>
            <a:ext cx="0" cy="219075"/>
          </a:xfrm>
          <a:prstGeom prst="line">
            <a:avLst/>
          </a:prstGeom>
          <a:noFill/>
          <a:ln w="28575">
            <a:solidFill>
              <a:srgbClr val="FF0066"/>
            </a:solidFill>
            <a:prstDash val="solid"/>
          </a:ln>
        </p:spPr>
      </p:sp>
      <p:sp>
        <p:nvSpPr>
          <p:cNvPr id="3026" name="Прямая соединительная линия 3025">
            <a:extLst>
              <a:ext uri="{FF2B5EF4-FFF2-40B4-BE49-F238E27FC236}">
                <a16:creationId xmlns:a16="http://schemas.microsoft.com/office/drawing/2014/main" id="{2A7D3EF8-30EE-42F3-A184-425629AB0196}"/>
              </a:ext>
            </a:extLst>
          </p:cNvPr>
          <p:cNvSpPr>
            <a:spLocks noGrp="1"/>
          </p:cNvSpPr>
          <p:nvPr/>
        </p:nvSpPr>
        <p:spPr>
          <a:xfrm>
            <a:off x="9144000" y="4714875"/>
            <a:ext cx="0" cy="219075"/>
          </a:xfrm>
          <a:prstGeom prst="line">
            <a:avLst/>
          </a:prstGeom>
          <a:noFill/>
          <a:ln w="28575">
            <a:solidFill>
              <a:srgbClr val="FF0066"/>
            </a:solidFill>
            <a:prstDash val="solid"/>
          </a:ln>
        </p:spPr>
      </p:sp>
      <p:sp>
        <p:nvSpPr>
          <p:cNvPr id="3027" name="Прямая соединительная линия 3026">
            <a:extLst>
              <a:ext uri="{FF2B5EF4-FFF2-40B4-BE49-F238E27FC236}">
                <a16:creationId xmlns:a16="http://schemas.microsoft.com/office/drawing/2014/main" id="{1150489D-6827-4B3E-8774-A44A3220CA14}"/>
              </a:ext>
            </a:extLst>
          </p:cNvPr>
          <p:cNvSpPr>
            <a:spLocks noGrp="1"/>
          </p:cNvSpPr>
          <p:nvPr/>
        </p:nvSpPr>
        <p:spPr>
          <a:xfrm>
            <a:off x="3143250" y="4933950"/>
            <a:ext cx="6000750" cy="0"/>
          </a:xfrm>
          <a:prstGeom prst="line">
            <a:avLst/>
          </a:prstGeom>
          <a:noFill/>
          <a:ln w="28575">
            <a:solidFill>
              <a:srgbClr val="FF0066"/>
            </a:solidFill>
            <a:prstDash val="solid"/>
          </a:ln>
        </p:spPr>
      </p:sp>
      <p:sp>
        <p:nvSpPr>
          <p:cNvPr id="3028" name="Стрелка вниз 3027">
            <a:extLst>
              <a:ext uri="{FF2B5EF4-FFF2-40B4-BE49-F238E27FC236}">
                <a16:creationId xmlns:a16="http://schemas.microsoft.com/office/drawing/2014/main" id="{A3AED656-A07C-4258-A3A8-B03AEBA68A75}"/>
              </a:ext>
            </a:extLst>
          </p:cNvPr>
          <p:cNvSpPr>
            <a:spLocks noGrp="1"/>
          </p:cNvSpPr>
          <p:nvPr/>
        </p:nvSpPr>
        <p:spPr>
          <a:xfrm>
            <a:off x="6000750" y="4933950"/>
            <a:ext cx="190500" cy="266700"/>
          </a:xfrm>
          <a:prstGeom prst="downArrow">
            <a:avLst/>
          </a:prstGeom>
          <a:solidFill>
            <a:srgbClr val="FF0066"/>
          </a:solidFill>
          <a:ln w="0">
            <a:solidFill>
              <a:srgbClr val="FF0066"/>
            </a:solidFill>
            <a:prstDash val="solid"/>
          </a:ln>
        </p:spPr>
      </p:sp>
      <p:sp>
        <p:nvSpPr>
          <p:cNvPr id="3029" name="Скругленный прямоугольник 3028">
            <a:extLst>
              <a:ext uri="{FF2B5EF4-FFF2-40B4-BE49-F238E27FC236}">
                <a16:creationId xmlns:a16="http://schemas.microsoft.com/office/drawing/2014/main" id="{F1EAD13D-910E-43BA-A851-406A0397BEC8}"/>
              </a:ext>
            </a:extLst>
          </p:cNvPr>
          <p:cNvSpPr>
            <a:spLocks noGrp="1"/>
          </p:cNvSpPr>
          <p:nvPr/>
        </p:nvSpPr>
        <p:spPr>
          <a:xfrm>
            <a:off x="1714500" y="5257800"/>
            <a:ext cx="8763000" cy="819150"/>
          </a:xfrm>
          <a:prstGeom prst="roundRect">
            <a:avLst>
              <a:gd name="adj" fmla="val 16279"/>
            </a:avLst>
          </a:prstGeom>
          <a:solidFill>
            <a:srgbClr val="FFFFFF"/>
          </a:solidFill>
          <a:ln w="9525">
            <a:solidFill>
              <a:srgbClr val="FFFFFF"/>
            </a:solidFill>
            <a:prstDash val="solid"/>
          </a:ln>
        </p:spPr>
      </p:sp>
      <p:sp>
        <p:nvSpPr>
          <p:cNvPr id="3030" name="Прямоугольник 3029">
            <a:extLst>
              <a:ext uri="{FF2B5EF4-FFF2-40B4-BE49-F238E27FC236}">
                <a16:creationId xmlns:a16="http://schemas.microsoft.com/office/drawing/2014/main" id="{B6150715-0351-4562-A643-6D98B16256AD}"/>
              </a:ext>
            </a:extLst>
          </p:cNvPr>
          <p:cNvSpPr>
            <a:spLocks noGrp="1"/>
          </p:cNvSpPr>
          <p:nvPr/>
        </p:nvSpPr>
        <p:spPr>
          <a:xfrm>
            <a:off x="1914525" y="5372100"/>
            <a:ext cx="8382000" cy="304800"/>
          </a:xfrm>
          <a:prstGeom prst="rect">
            <a:avLst/>
          </a:prstGeom>
          <a:noFill/>
          <a:ln w="0">
            <a:noFill/>
            <a:prstDash val="solid"/>
          </a:ln>
        </p:spPr>
        <p:txBody>
          <a:bodyPr lIns="0" tIns="0" rIns="0" bIns="0"/>
          <a:lstStyle>
            <a:defPPr>
              <a:defRPr sz="1725" b="1">
                <a:solidFill>
                  <a:srgbClr val="4C156F"/>
                </a:solidFill>
                <a:latin typeface="Montserrat"/>
                <a:ea typeface="Montserrat"/>
                <a:cs typeface="Montserrat"/>
              </a:defRPr>
            </a:defPPr>
            <a:lvl1pPr>
              <a:defRPr sz="1725" b="1">
                <a:solidFill>
                  <a:srgbClr val="4C156F"/>
                </a:solidFill>
                <a:latin typeface="Montserrat"/>
                <a:ea typeface="Montserrat"/>
                <a:cs typeface="Montserrat"/>
              </a:defRPr>
            </a:lvl1pPr>
            <a:lvl2pPr>
              <a:defRPr sz="1725" b="1">
                <a:solidFill>
                  <a:srgbClr val="4C156F"/>
                </a:solidFill>
                <a:latin typeface="Montserrat"/>
                <a:ea typeface="Montserrat"/>
                <a:cs typeface="Montserrat"/>
              </a:defRPr>
            </a:lvl2pPr>
            <a:lvl3pPr>
              <a:defRPr sz="1725" b="1">
                <a:solidFill>
                  <a:srgbClr val="4C156F"/>
                </a:solidFill>
                <a:latin typeface="Montserrat"/>
                <a:ea typeface="Montserrat"/>
                <a:cs typeface="Montserrat"/>
              </a:defRPr>
            </a:lvl3pPr>
            <a:lvl4pPr>
              <a:defRPr sz="1725" b="1">
                <a:solidFill>
                  <a:srgbClr val="4C156F"/>
                </a:solidFill>
                <a:latin typeface="Montserrat"/>
                <a:ea typeface="Montserrat"/>
                <a:cs typeface="Montserrat"/>
              </a:defRPr>
            </a:lvl4pPr>
            <a:lvl5pPr>
              <a:defRPr sz="1725" b="1">
                <a:solidFill>
                  <a:srgbClr val="4C156F"/>
                </a:solidFill>
                <a:latin typeface="Montserrat"/>
                <a:ea typeface="Montserrat"/>
                <a:cs typeface="Montserrat"/>
              </a:defRPr>
            </a:lvl5pPr>
            <a:lvl6pPr>
              <a:defRPr sz="1725" b="1">
                <a:solidFill>
                  <a:srgbClr val="4C156F"/>
                </a:solidFill>
                <a:latin typeface="Montserrat"/>
                <a:ea typeface="Montserrat"/>
                <a:cs typeface="Montserrat"/>
              </a:defRPr>
            </a:lvl6pPr>
            <a:lvl7pPr>
              <a:defRPr sz="1725" b="1">
                <a:solidFill>
                  <a:srgbClr val="4C156F"/>
                </a:solidFill>
                <a:latin typeface="Montserrat"/>
                <a:ea typeface="Montserrat"/>
                <a:cs typeface="Montserrat"/>
              </a:defRPr>
            </a:lvl7pPr>
            <a:lvl8pPr>
              <a:defRPr sz="1725" b="1">
                <a:solidFill>
                  <a:srgbClr val="4C156F"/>
                </a:solidFill>
                <a:latin typeface="Montserrat"/>
                <a:ea typeface="Montserrat"/>
                <a:cs typeface="Montserrat"/>
              </a:defRPr>
            </a:lvl8pPr>
            <a:lvl9pPr>
              <a:defRPr sz="1725" b="1">
                <a:solidFill>
                  <a:srgbClr val="4C156F"/>
                </a:solidFill>
                <a:latin typeface="Montserrat"/>
                <a:ea typeface="Montserrat"/>
                <a:cs typeface="Montserrat"/>
              </a:defRPr>
            </a:lvl9pPr>
          </a:lstStyle>
          <a:p>
            <a:pPr>
              <a:defRPr sz="1725" b="1">
                <a:solidFill>
                  <a:srgbClr val="4C156F"/>
                </a:solidFill>
                <a:latin typeface="Montserrat"/>
                <a:ea typeface="Montserrat"/>
                <a:cs typeface="Montserrat"/>
              </a:defRPr>
            </a:pPr>
            <a:r>
              <a:rPr sz="1725" b="1">
                <a:solidFill>
                  <a:srgbClr val="4C156F"/>
                </a:solidFill>
                <a:latin typeface="Montserrat"/>
                <a:ea typeface="Montserrat"/>
                <a:cs typeface="Montserrat"/>
              </a:rPr>
              <a:t>Хотя бы один критерий сработал: класс 1. Иначе: класс 0.</a:t>
            </a:r>
          </a:p>
        </p:txBody>
      </p:sp>
      <p:sp>
        <p:nvSpPr>
          <p:cNvPr id="3031" name="Прямоугольник 3030">
            <a:extLst>
              <a:ext uri="{FF2B5EF4-FFF2-40B4-BE49-F238E27FC236}">
                <a16:creationId xmlns:a16="http://schemas.microsoft.com/office/drawing/2014/main" id="{92E76E45-B119-40B9-912A-F9E757BC292C}"/>
              </a:ext>
            </a:extLst>
          </p:cNvPr>
          <p:cNvSpPr>
            <a:spLocks noGrp="1"/>
          </p:cNvSpPr>
          <p:nvPr/>
        </p:nvSpPr>
        <p:spPr>
          <a:xfrm>
            <a:off x="1914525" y="5753100"/>
            <a:ext cx="8382000" cy="238125"/>
          </a:xfrm>
          <a:prstGeom prst="rect">
            <a:avLst/>
          </a:prstGeom>
          <a:noFill/>
          <a:ln w="0">
            <a:noFill/>
            <a:prstDash val="solid"/>
          </a:ln>
        </p:spPr>
        <p:txBody>
          <a:bodyPr lIns="0" tIns="0" rIns="0" bIns="0"/>
          <a:lstStyle>
            <a:defPPr>
              <a:defRPr sz="1500" b="0">
                <a:solidFill>
                  <a:srgbClr val="4C156F"/>
                </a:solidFill>
                <a:latin typeface="Montserrat"/>
                <a:ea typeface="Montserrat"/>
                <a:cs typeface="Montserrat"/>
              </a:defRPr>
            </a:defPPr>
            <a:lvl1pPr>
              <a:defRPr sz="1500" b="0">
                <a:solidFill>
                  <a:srgbClr val="4C156F"/>
                </a:solidFill>
                <a:latin typeface="Montserrat"/>
                <a:ea typeface="Montserrat"/>
                <a:cs typeface="Montserrat"/>
              </a:defRPr>
            </a:lvl1pPr>
            <a:lvl2pPr>
              <a:defRPr sz="1500" b="0">
                <a:solidFill>
                  <a:srgbClr val="4C156F"/>
                </a:solidFill>
                <a:latin typeface="Montserrat"/>
                <a:ea typeface="Montserrat"/>
                <a:cs typeface="Montserrat"/>
              </a:defRPr>
            </a:lvl2pPr>
            <a:lvl3pPr>
              <a:defRPr sz="1500" b="0">
                <a:solidFill>
                  <a:srgbClr val="4C156F"/>
                </a:solidFill>
                <a:latin typeface="Montserrat"/>
                <a:ea typeface="Montserrat"/>
                <a:cs typeface="Montserrat"/>
              </a:defRPr>
            </a:lvl3pPr>
            <a:lvl4pPr>
              <a:defRPr sz="1500" b="0">
                <a:solidFill>
                  <a:srgbClr val="4C156F"/>
                </a:solidFill>
                <a:latin typeface="Montserrat"/>
                <a:ea typeface="Montserrat"/>
                <a:cs typeface="Montserrat"/>
              </a:defRPr>
            </a:lvl4pPr>
            <a:lvl5pPr>
              <a:defRPr sz="1500" b="0">
                <a:solidFill>
                  <a:srgbClr val="4C156F"/>
                </a:solidFill>
                <a:latin typeface="Montserrat"/>
                <a:ea typeface="Montserrat"/>
                <a:cs typeface="Montserrat"/>
              </a:defRPr>
            </a:lvl5pPr>
            <a:lvl6pPr>
              <a:defRPr sz="1500" b="0">
                <a:solidFill>
                  <a:srgbClr val="4C156F"/>
                </a:solidFill>
                <a:latin typeface="Montserrat"/>
                <a:ea typeface="Montserrat"/>
                <a:cs typeface="Montserrat"/>
              </a:defRPr>
            </a:lvl6pPr>
            <a:lvl7pPr>
              <a:defRPr sz="1500" b="0">
                <a:solidFill>
                  <a:srgbClr val="4C156F"/>
                </a:solidFill>
                <a:latin typeface="Montserrat"/>
                <a:ea typeface="Montserrat"/>
                <a:cs typeface="Montserrat"/>
              </a:defRPr>
            </a:lvl7pPr>
            <a:lvl8pPr>
              <a:defRPr sz="1500" b="0">
                <a:solidFill>
                  <a:srgbClr val="4C156F"/>
                </a:solidFill>
                <a:latin typeface="Montserrat"/>
                <a:ea typeface="Montserrat"/>
                <a:cs typeface="Montserrat"/>
              </a:defRPr>
            </a:lvl8pPr>
            <a:lvl9pPr>
              <a:defRPr sz="1500" b="0">
                <a:solidFill>
                  <a:srgbClr val="4C156F"/>
                </a:solidFill>
                <a:latin typeface="Montserrat"/>
                <a:ea typeface="Montserrat"/>
                <a:cs typeface="Montserrat"/>
              </a:defRPr>
            </a:lvl9pPr>
          </a:lstStyle>
          <a:p>
            <a:pPr>
              <a:defRPr sz="1500" b="0">
                <a:solidFill>
                  <a:srgbClr val="4C156F"/>
                </a:solidFill>
                <a:latin typeface="Montserrat"/>
                <a:ea typeface="Montserrat"/>
                <a:cs typeface="Montserrat"/>
              </a:defRPr>
            </a:pPr>
            <a:r>
              <a:rPr sz="1500" b="0">
                <a:solidFill>
                  <a:srgbClr val="4C156F"/>
                </a:solidFill>
                <a:latin typeface="Montserrat"/>
                <a:ea typeface="Montserrat"/>
                <a:cs typeface="Montserrat"/>
              </a:rPr>
              <a:t>Все нарушения + измерения + разметка + таблица + DICOM SR</a:t>
            </a:r>
          </a:p>
        </p:txBody>
      </p:sp>
      <p:sp>
        <p:nvSpPr>
          <p:cNvPr id="3032" name="Прямоугольник 3031">
            <a:extLst>
              <a:ext uri="{FF2B5EF4-FFF2-40B4-BE49-F238E27FC236}">
                <a16:creationId xmlns:a16="http://schemas.microsoft.com/office/drawing/2014/main" id="{C5CB483B-5FB5-4CDA-9689-B3B299CF4829}"/>
              </a:ext>
            </a:extLst>
          </p:cNvPr>
          <p:cNvSpPr>
            <a:spLocks noGrp="1"/>
          </p:cNvSpPr>
          <p:nvPr/>
        </p:nvSpPr>
        <p:spPr>
          <a:xfrm>
            <a:off x="342900" y="6248400"/>
            <a:ext cx="10858500" cy="266700"/>
          </a:xfrm>
          <a:prstGeom prst="rect">
            <a:avLst/>
          </a:prstGeom>
          <a:noFill/>
          <a:ln w="0">
            <a:noFill/>
            <a:prstDash val="solid"/>
          </a:ln>
        </p:spPr>
        <p:txBody>
          <a:bodyPr lIns="0" tIns="0" rIns="0" bIns="0"/>
          <a:lstStyle>
            <a:defPPr>
              <a:defRPr sz="1275" b="0">
                <a:solidFill>
                  <a:srgbClr val="FFFFFF"/>
                </a:solidFill>
                <a:latin typeface="Montserrat"/>
                <a:ea typeface="Montserrat"/>
                <a:cs typeface="Montserrat"/>
              </a:defRPr>
            </a:defPPr>
            <a:lvl1pPr>
              <a:defRPr sz="1275" b="0">
                <a:solidFill>
                  <a:srgbClr val="FFFFFF"/>
                </a:solidFill>
                <a:latin typeface="Montserrat"/>
                <a:ea typeface="Montserrat"/>
                <a:cs typeface="Montserrat"/>
              </a:defRPr>
            </a:lvl1pPr>
            <a:lvl2pPr>
              <a:defRPr sz="1275" b="0">
                <a:solidFill>
                  <a:srgbClr val="FFFFFF"/>
                </a:solidFill>
                <a:latin typeface="Montserrat"/>
                <a:ea typeface="Montserrat"/>
                <a:cs typeface="Montserrat"/>
              </a:defRPr>
            </a:lvl2pPr>
            <a:lvl3pPr>
              <a:defRPr sz="1275" b="0">
                <a:solidFill>
                  <a:srgbClr val="FFFFFF"/>
                </a:solidFill>
                <a:latin typeface="Montserrat"/>
                <a:ea typeface="Montserrat"/>
                <a:cs typeface="Montserrat"/>
              </a:defRPr>
            </a:lvl3pPr>
            <a:lvl4pPr>
              <a:defRPr sz="1275" b="0">
                <a:solidFill>
                  <a:srgbClr val="FFFFFF"/>
                </a:solidFill>
                <a:latin typeface="Montserrat"/>
                <a:ea typeface="Montserrat"/>
                <a:cs typeface="Montserrat"/>
              </a:defRPr>
            </a:lvl4pPr>
            <a:lvl5pPr>
              <a:defRPr sz="1275" b="0">
                <a:solidFill>
                  <a:srgbClr val="FFFFFF"/>
                </a:solidFill>
                <a:latin typeface="Montserrat"/>
                <a:ea typeface="Montserrat"/>
                <a:cs typeface="Montserrat"/>
              </a:defRPr>
            </a:lvl5pPr>
            <a:lvl6pPr>
              <a:defRPr sz="1275" b="0">
                <a:solidFill>
                  <a:srgbClr val="FFFFFF"/>
                </a:solidFill>
                <a:latin typeface="Montserrat"/>
                <a:ea typeface="Montserrat"/>
                <a:cs typeface="Montserrat"/>
              </a:defRPr>
            </a:lvl6pPr>
            <a:lvl7pPr>
              <a:defRPr sz="1275" b="0">
                <a:solidFill>
                  <a:srgbClr val="FFFFFF"/>
                </a:solidFill>
                <a:latin typeface="Montserrat"/>
                <a:ea typeface="Montserrat"/>
                <a:cs typeface="Montserrat"/>
              </a:defRPr>
            </a:lvl7pPr>
            <a:lvl8pPr>
              <a:defRPr sz="1275" b="0">
                <a:solidFill>
                  <a:srgbClr val="FFFFFF"/>
                </a:solidFill>
                <a:latin typeface="Montserrat"/>
                <a:ea typeface="Montserrat"/>
                <a:cs typeface="Montserrat"/>
              </a:defRPr>
            </a:lvl8pPr>
            <a:lvl9pPr>
              <a:defRPr sz="1275" b="0">
                <a:solidFill>
                  <a:srgbClr val="FFFFFF"/>
                </a:solidFill>
                <a:latin typeface="Montserrat"/>
                <a:ea typeface="Montserrat"/>
                <a:cs typeface="Montserrat"/>
              </a:defRPr>
            </a:lvl9pPr>
          </a:lstStyle>
          <a:p>
            <a:pPr>
              <a:defRPr sz="1275" b="0">
                <a:solidFill>
                  <a:srgbClr val="FFFFFF"/>
                </a:solidFill>
                <a:latin typeface="Montserrat"/>
                <a:ea typeface="Montserrat"/>
                <a:cs typeface="Montserrat"/>
              </a:defRPr>
            </a:pPr>
            <a:r>
              <a:rPr sz="1275" b="0">
                <a:solidFill>
                  <a:srgbClr val="FFFFFF"/>
                </a:solidFill>
                <a:latin typeface="Montserrat"/>
                <a:ea typeface="Montserrat"/>
                <a:cs typeface="Montserrat"/>
              </a:rPr>
              <a:t>Расхождение оценок: пометка специалисту. Неизвестная область / сбой: ручной разбор или Failure.</a:t>
            </a:r>
          </a:p>
        </p:txBody>
      </p:sp>
    </p:spTree>
    <p:extLst>
      <p:ext uri="{BB962C8B-B14F-4D97-AF65-F5344CB8AC3E}">
        <p14:creationId xmlns:p14="http://schemas.microsoft.com/office/powerpoint/2010/main" val="4191781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346075" y="324562"/>
            <a:ext cx="1810512" cy="620919"/>
          </a:xfrm>
          <a:prstGeom prst="roundRect">
            <a:avLst>
              <a:gd name="adj" fmla="val 18700"/>
            </a:avLst>
          </a:prstGeom>
          <a:solidFill>
            <a:srgbClr val="FF0053"/>
          </a:solidFill>
          <a:ln>
            <a:noFill/>
          </a:ln>
          <a:effectLst/>
        </p:spPr>
        <p:style>
          <a:lnRef idx="1">
            <a:schemeClr val="accent1"/>
          </a:lnRef>
          <a:fillRef idx="3">
            <a:schemeClr val="accent1"/>
          </a:fillRef>
          <a:effectRef idx="2">
            <a:schemeClr val="accent1"/>
          </a:effectRef>
          <a:fontRef idx="minor">
            <a:schemeClr val="lt1"/>
          </a:fontRef>
        </p:style>
        <p:txBody>
          <a:bodyPr wrap="none" lIns="274320" tIns="0" rIns="182880" bIns="0" rtlCol="0" anchor="ctr"/>
          <a:lstStyle/>
          <a:p>
            <a:pPr algn="l"/>
            <a:r>
              <a:rPr sz="2000" b="1" i="0">
                <a:solidFill>
                  <a:srgbClr val="FFFFFF"/>
                </a:solidFill>
                <a:latin typeface="Montserrat"/>
                <a:ea typeface="Montserrat"/>
                <a:cs typeface="Montserrat"/>
              </a:rPr>
              <a:t>ЛОГИКА</a:t>
            </a:r>
          </a:p>
        </p:txBody>
      </p:sp>
      <p:sp>
        <p:nvSpPr>
          <p:cNvPr id="3" name="TextBox 2"/>
          <p:cNvSpPr txBox="1"/>
          <p:nvPr/>
        </p:nvSpPr>
        <p:spPr>
          <a:xfrm>
            <a:off x="346075" y="1097280"/>
            <a:ext cx="11338560" cy="822960"/>
          </a:xfrm>
          <a:prstGeom prst="rect">
            <a:avLst/>
          </a:prstGeom>
          <a:noFill/>
        </p:spPr>
        <p:txBody>
          <a:bodyPr wrap="square" lIns="0" tIns="0" rIns="0" bIns="0" anchor="t"/>
          <a:lstStyle/>
          <a:p>
            <a:pPr algn="l">
              <a:lnSpc>
                <a:spcPct val="102000"/>
              </a:lnSpc>
              <a:spcAft>
                <a:spcPts val="0"/>
              </a:spcAft>
            </a:pPr>
            <a:r>
              <a:rPr sz="2200" b="1" i="0">
                <a:solidFill>
                  <a:srgbClr val="FFFFFF"/>
                </a:solidFill>
                <a:latin typeface="Montserrat"/>
                <a:ea typeface="Montserrat"/>
                <a:cs typeface="Montserrat"/>
              </a:rPr>
              <a:t>Проверка позвоночника: укладка, ось и посторонние предметы</a:t>
            </a:r>
          </a:p>
        </p:txBody>
      </p:sp>
      <p:sp>
        <p:nvSpPr>
          <p:cNvPr id="902" name="Номер слайда"/>
          <p:cNvSpPr>
            <a:spLocks noGrp="1"/>
          </p:cNvSpPr>
          <p:nvPr>
            <p:ph type="sldNum" sz="quarter" idx="4"/>
          </p:nvPr>
        </p:nvSpPr>
        <p:spPr>
          <a:xfrm>
            <a:off x="11064240" y="6355080"/>
            <a:ext cx="868680" cy="365760"/>
          </a:xfrm>
        </p:spPr>
        <p:txBody>
          <a:bodyPr/>
          <a:lstStyle/>
          <a:p>
            <a:r>
              <a:rPr/>
              <a:t>3</a:t>
            </a:r>
          </a:p>
        </p:txBody>
      </p:sp>
      <p:sp>
        <p:nvSpPr>
          <p:cNvPr id="4002" name="Скругленный прямоугольник 4001">
            <a:extLst>
              <a:ext uri="{FF2B5EF4-FFF2-40B4-BE49-F238E27FC236}">
                <a16:creationId xmlns:a16="http://schemas.microsoft.com/office/drawing/2014/main" id="{3B001B42-DEA9-4C77-8963-4650BCA75093}"/>
              </a:ext>
            </a:extLst>
          </p:cNvPr>
          <p:cNvSpPr>
            <a:spLocks noGrp="1"/>
          </p:cNvSpPr>
          <p:nvPr/>
        </p:nvSpPr>
        <p:spPr>
          <a:xfrm>
            <a:off x="2190750" y="1733550"/>
            <a:ext cx="7810500" cy="628650"/>
          </a:xfrm>
          <a:prstGeom prst="roundRect">
            <a:avLst>
              <a:gd name="adj" fmla="val 21212"/>
            </a:avLst>
          </a:prstGeom>
          <a:solidFill>
            <a:srgbClr val="FFFFFF"/>
          </a:solidFill>
          <a:ln w="9525">
            <a:solidFill>
              <a:srgbClr val="FFFFFF"/>
            </a:solidFill>
            <a:prstDash val="solid"/>
          </a:ln>
        </p:spPr>
      </p:sp>
      <p:sp>
        <p:nvSpPr>
          <p:cNvPr id="4003" name="Прямоугольник 4002">
            <a:extLst>
              <a:ext uri="{FF2B5EF4-FFF2-40B4-BE49-F238E27FC236}">
                <a16:creationId xmlns:a16="http://schemas.microsoft.com/office/drawing/2014/main" id="{0959AEC6-E797-40DC-8C8C-F1F334506A5C}"/>
              </a:ext>
            </a:extLst>
          </p:cNvPr>
          <p:cNvSpPr>
            <a:spLocks noGrp="1"/>
          </p:cNvSpPr>
          <p:nvPr/>
        </p:nvSpPr>
        <p:spPr>
          <a:xfrm>
            <a:off x="2419350" y="1895475"/>
            <a:ext cx="7353300" cy="381000"/>
          </a:xfrm>
          <a:prstGeom prst="rect">
            <a:avLst/>
          </a:prstGeom>
          <a:noFill/>
          <a:ln w="0">
            <a:noFill/>
            <a:prstDash val="solid"/>
          </a:ln>
        </p:spPr>
        <p:txBody>
          <a:bodyPr lIns="0" tIns="0" rIns="0" bIns="0"/>
          <a:lstStyle>
            <a:defPPr>
              <a:defRPr sz="2025" b="1">
                <a:solidFill>
                  <a:srgbClr val="4C156F"/>
                </a:solidFill>
                <a:latin typeface="Montserrat"/>
                <a:ea typeface="Montserrat"/>
                <a:cs typeface="Montserrat"/>
              </a:defRPr>
            </a:defPPr>
            <a:lvl1pPr>
              <a:defRPr sz="2025" b="1">
                <a:solidFill>
                  <a:srgbClr val="4C156F"/>
                </a:solidFill>
                <a:latin typeface="Montserrat"/>
                <a:ea typeface="Montserrat"/>
                <a:cs typeface="Montserrat"/>
              </a:defRPr>
            </a:lvl1pPr>
            <a:lvl2pPr>
              <a:defRPr sz="2025" b="1">
                <a:solidFill>
                  <a:srgbClr val="4C156F"/>
                </a:solidFill>
                <a:latin typeface="Montserrat"/>
                <a:ea typeface="Montserrat"/>
                <a:cs typeface="Montserrat"/>
              </a:defRPr>
            </a:lvl2pPr>
            <a:lvl3pPr>
              <a:defRPr sz="2025" b="1">
                <a:solidFill>
                  <a:srgbClr val="4C156F"/>
                </a:solidFill>
                <a:latin typeface="Montserrat"/>
                <a:ea typeface="Montserrat"/>
                <a:cs typeface="Montserrat"/>
              </a:defRPr>
            </a:lvl3pPr>
            <a:lvl4pPr>
              <a:defRPr sz="2025" b="1">
                <a:solidFill>
                  <a:srgbClr val="4C156F"/>
                </a:solidFill>
                <a:latin typeface="Montserrat"/>
                <a:ea typeface="Montserrat"/>
                <a:cs typeface="Montserrat"/>
              </a:defRPr>
            </a:lvl4pPr>
            <a:lvl5pPr>
              <a:defRPr sz="2025" b="1">
                <a:solidFill>
                  <a:srgbClr val="4C156F"/>
                </a:solidFill>
                <a:latin typeface="Montserrat"/>
                <a:ea typeface="Montserrat"/>
                <a:cs typeface="Montserrat"/>
              </a:defRPr>
            </a:lvl5pPr>
            <a:lvl6pPr>
              <a:defRPr sz="2025" b="1">
                <a:solidFill>
                  <a:srgbClr val="4C156F"/>
                </a:solidFill>
                <a:latin typeface="Montserrat"/>
                <a:ea typeface="Montserrat"/>
                <a:cs typeface="Montserrat"/>
              </a:defRPr>
            </a:lvl6pPr>
            <a:lvl7pPr>
              <a:defRPr sz="2025" b="1">
                <a:solidFill>
                  <a:srgbClr val="4C156F"/>
                </a:solidFill>
                <a:latin typeface="Montserrat"/>
                <a:ea typeface="Montserrat"/>
                <a:cs typeface="Montserrat"/>
              </a:defRPr>
            </a:lvl7pPr>
            <a:lvl8pPr>
              <a:defRPr sz="2025" b="1">
                <a:solidFill>
                  <a:srgbClr val="4C156F"/>
                </a:solidFill>
                <a:latin typeface="Montserrat"/>
                <a:ea typeface="Montserrat"/>
                <a:cs typeface="Montserrat"/>
              </a:defRPr>
            </a:lvl8pPr>
            <a:lvl9pPr>
              <a:defRPr sz="2025" b="1">
                <a:solidFill>
                  <a:srgbClr val="4C156F"/>
                </a:solidFill>
                <a:latin typeface="Montserrat"/>
                <a:ea typeface="Montserrat"/>
                <a:cs typeface="Montserrat"/>
              </a:defRPr>
            </a:lvl9pPr>
          </a:lstStyle>
          <a:p>
            <a:pPr>
              <a:defRPr sz="2025" b="1">
                <a:solidFill>
                  <a:srgbClr val="4C156F"/>
                </a:solidFill>
                <a:latin typeface="Montserrat"/>
                <a:ea typeface="Montserrat"/>
                <a:cs typeface="Montserrat"/>
              </a:defRPr>
            </a:pPr>
            <a:r>
              <a:rPr sz="2025" b="1">
                <a:solidFill>
                  <a:srgbClr val="4C156F"/>
                </a:solidFill>
                <a:latin typeface="Montserrat"/>
                <a:ea typeface="Montserrat"/>
                <a:cs typeface="Montserrat"/>
              </a:rPr>
              <a:t>Снимок позвоночника после общей подготовки</a:t>
            </a:r>
          </a:p>
        </p:txBody>
      </p:sp>
      <p:sp>
        <p:nvSpPr>
          <p:cNvPr id="4004" name="Прямая соединительная линия 4003">
            <a:extLst>
              <a:ext uri="{FF2B5EF4-FFF2-40B4-BE49-F238E27FC236}">
                <a16:creationId xmlns:a16="http://schemas.microsoft.com/office/drawing/2014/main" id="{ED24E270-B428-4774-95AE-2C1A892E3861}"/>
              </a:ext>
            </a:extLst>
          </p:cNvPr>
          <p:cNvSpPr>
            <a:spLocks noGrp="1"/>
          </p:cNvSpPr>
          <p:nvPr/>
        </p:nvSpPr>
        <p:spPr>
          <a:xfrm>
            <a:off x="6096000" y="2362200"/>
            <a:ext cx="0" cy="238125"/>
          </a:xfrm>
          <a:prstGeom prst="line">
            <a:avLst/>
          </a:prstGeom>
          <a:noFill/>
          <a:ln w="28575">
            <a:solidFill>
              <a:srgbClr val="FF0066"/>
            </a:solidFill>
            <a:prstDash val="solid"/>
          </a:ln>
        </p:spPr>
      </p:sp>
      <p:sp>
        <p:nvSpPr>
          <p:cNvPr id="4005" name="Прямая соединительная линия 4004">
            <a:extLst>
              <a:ext uri="{FF2B5EF4-FFF2-40B4-BE49-F238E27FC236}">
                <a16:creationId xmlns:a16="http://schemas.microsoft.com/office/drawing/2014/main" id="{77DF851A-8042-4C04-B326-87648F6DCE03}"/>
              </a:ext>
            </a:extLst>
          </p:cNvPr>
          <p:cNvSpPr>
            <a:spLocks noGrp="1"/>
          </p:cNvSpPr>
          <p:nvPr/>
        </p:nvSpPr>
        <p:spPr>
          <a:xfrm>
            <a:off x="2152650" y="2600325"/>
            <a:ext cx="7886700" cy="0"/>
          </a:xfrm>
          <a:prstGeom prst="line">
            <a:avLst/>
          </a:prstGeom>
          <a:noFill/>
          <a:ln w="28575">
            <a:solidFill>
              <a:srgbClr val="FF0066"/>
            </a:solidFill>
            <a:prstDash val="solid"/>
          </a:ln>
        </p:spPr>
      </p:sp>
      <p:sp>
        <p:nvSpPr>
          <p:cNvPr id="4006" name="Стрелка вниз 4005">
            <a:extLst>
              <a:ext uri="{FF2B5EF4-FFF2-40B4-BE49-F238E27FC236}">
                <a16:creationId xmlns:a16="http://schemas.microsoft.com/office/drawing/2014/main" id="{0EC24750-DF3E-403C-8C68-27CCC62F2878}"/>
              </a:ext>
            </a:extLst>
          </p:cNvPr>
          <p:cNvSpPr>
            <a:spLocks noGrp="1"/>
          </p:cNvSpPr>
          <p:nvPr/>
        </p:nvSpPr>
        <p:spPr>
          <a:xfrm>
            <a:off x="2057400" y="2600325"/>
            <a:ext cx="190500" cy="238125"/>
          </a:xfrm>
          <a:prstGeom prst="downArrow">
            <a:avLst/>
          </a:prstGeom>
          <a:solidFill>
            <a:srgbClr val="FF0066"/>
          </a:solidFill>
          <a:ln w="0">
            <a:solidFill>
              <a:srgbClr val="FF0066"/>
            </a:solidFill>
            <a:prstDash val="solid"/>
          </a:ln>
        </p:spPr>
      </p:sp>
      <p:sp>
        <p:nvSpPr>
          <p:cNvPr id="4007" name="Стрелка вниз 4006">
            <a:extLst>
              <a:ext uri="{FF2B5EF4-FFF2-40B4-BE49-F238E27FC236}">
                <a16:creationId xmlns:a16="http://schemas.microsoft.com/office/drawing/2014/main" id="{1ECF341B-59F6-4552-BA78-57B50D150AC9}"/>
              </a:ext>
            </a:extLst>
          </p:cNvPr>
          <p:cNvSpPr>
            <a:spLocks noGrp="1"/>
          </p:cNvSpPr>
          <p:nvPr/>
        </p:nvSpPr>
        <p:spPr>
          <a:xfrm>
            <a:off x="6000750" y="2600325"/>
            <a:ext cx="190500" cy="238125"/>
          </a:xfrm>
          <a:prstGeom prst="downArrow">
            <a:avLst/>
          </a:prstGeom>
          <a:solidFill>
            <a:srgbClr val="FF0066"/>
          </a:solidFill>
          <a:ln w="0">
            <a:solidFill>
              <a:srgbClr val="FF0066"/>
            </a:solidFill>
            <a:prstDash val="solid"/>
          </a:ln>
        </p:spPr>
      </p:sp>
      <p:sp>
        <p:nvSpPr>
          <p:cNvPr id="4008" name="Стрелка вниз 4007">
            <a:extLst>
              <a:ext uri="{FF2B5EF4-FFF2-40B4-BE49-F238E27FC236}">
                <a16:creationId xmlns:a16="http://schemas.microsoft.com/office/drawing/2014/main" id="{20E32A67-7944-4334-BD10-7B61D88A0A54}"/>
              </a:ext>
            </a:extLst>
          </p:cNvPr>
          <p:cNvSpPr>
            <a:spLocks noGrp="1"/>
          </p:cNvSpPr>
          <p:nvPr/>
        </p:nvSpPr>
        <p:spPr>
          <a:xfrm>
            <a:off x="9944100" y="2600325"/>
            <a:ext cx="190500" cy="238125"/>
          </a:xfrm>
          <a:prstGeom prst="downArrow">
            <a:avLst/>
          </a:prstGeom>
          <a:solidFill>
            <a:srgbClr val="FF0066"/>
          </a:solidFill>
          <a:ln w="0">
            <a:solidFill>
              <a:srgbClr val="FF0066"/>
            </a:solidFill>
            <a:prstDash val="solid"/>
          </a:ln>
        </p:spPr>
      </p:sp>
      <p:sp>
        <p:nvSpPr>
          <p:cNvPr id="4009" name="Скругленный прямоугольник 4008">
            <a:extLst>
              <a:ext uri="{FF2B5EF4-FFF2-40B4-BE49-F238E27FC236}">
                <a16:creationId xmlns:a16="http://schemas.microsoft.com/office/drawing/2014/main" id="{92C6AD31-E82D-48DA-BDCB-AD86CE329324}"/>
              </a:ext>
            </a:extLst>
          </p:cNvPr>
          <p:cNvSpPr>
            <a:spLocks noGrp="1"/>
          </p:cNvSpPr>
          <p:nvPr/>
        </p:nvSpPr>
        <p:spPr>
          <a:xfrm>
            <a:off x="342900" y="2857500"/>
            <a:ext cx="3619500" cy="2133600"/>
          </a:xfrm>
          <a:prstGeom prst="roundRect">
            <a:avLst>
              <a:gd name="adj" fmla="val 6250"/>
            </a:avLst>
          </a:prstGeom>
          <a:solidFill>
            <a:srgbClr val="FFFFFF"/>
          </a:solidFill>
          <a:ln w="9525">
            <a:solidFill>
              <a:srgbClr val="FFFFFF"/>
            </a:solidFill>
            <a:prstDash val="solid"/>
          </a:ln>
        </p:spPr>
      </p:sp>
      <p:sp>
        <p:nvSpPr>
          <p:cNvPr id="4010" name="Прямоугольник 4009">
            <a:extLst>
              <a:ext uri="{FF2B5EF4-FFF2-40B4-BE49-F238E27FC236}">
                <a16:creationId xmlns:a16="http://schemas.microsoft.com/office/drawing/2014/main" id="{8E3D9339-C388-4C6E-B94E-003C8250BE85}"/>
              </a:ext>
            </a:extLst>
          </p:cNvPr>
          <p:cNvSpPr>
            <a:spLocks noGrp="1"/>
          </p:cNvSpPr>
          <p:nvPr/>
        </p:nvSpPr>
        <p:spPr>
          <a:xfrm>
            <a:off x="533400" y="2981325"/>
            <a:ext cx="3238500" cy="333375"/>
          </a:xfrm>
          <a:prstGeom prst="rect">
            <a:avLst/>
          </a:prstGeom>
          <a:noFill/>
          <a:ln w="0">
            <a:noFill/>
            <a:prstDash val="solid"/>
          </a:ln>
        </p:spPr>
        <p:txBody>
          <a:bodyPr lIns="0" tIns="0" rIns="0" bIns="0"/>
          <a:lstStyle>
            <a:defPPr>
              <a:defRPr sz="1875" b="1">
                <a:solidFill>
                  <a:srgbClr val="4C156F"/>
                </a:solidFill>
                <a:latin typeface="Montserrat"/>
                <a:ea typeface="Montserrat"/>
                <a:cs typeface="Montserrat"/>
              </a:defRPr>
            </a:defPPr>
            <a:lvl1pPr>
              <a:defRPr sz="1875" b="1">
                <a:solidFill>
                  <a:srgbClr val="4C156F"/>
                </a:solidFill>
                <a:latin typeface="Montserrat"/>
                <a:ea typeface="Montserrat"/>
                <a:cs typeface="Montserrat"/>
              </a:defRPr>
            </a:lvl1pPr>
            <a:lvl2pPr>
              <a:defRPr sz="1875" b="1">
                <a:solidFill>
                  <a:srgbClr val="4C156F"/>
                </a:solidFill>
                <a:latin typeface="Montserrat"/>
                <a:ea typeface="Montserrat"/>
                <a:cs typeface="Montserrat"/>
              </a:defRPr>
            </a:lvl2pPr>
            <a:lvl3pPr>
              <a:defRPr sz="1875" b="1">
                <a:solidFill>
                  <a:srgbClr val="4C156F"/>
                </a:solidFill>
                <a:latin typeface="Montserrat"/>
                <a:ea typeface="Montserrat"/>
                <a:cs typeface="Montserrat"/>
              </a:defRPr>
            </a:lvl3pPr>
            <a:lvl4pPr>
              <a:defRPr sz="1875" b="1">
                <a:solidFill>
                  <a:srgbClr val="4C156F"/>
                </a:solidFill>
                <a:latin typeface="Montserrat"/>
                <a:ea typeface="Montserrat"/>
                <a:cs typeface="Montserrat"/>
              </a:defRPr>
            </a:lvl4pPr>
            <a:lvl5pPr>
              <a:defRPr sz="1875" b="1">
                <a:solidFill>
                  <a:srgbClr val="4C156F"/>
                </a:solidFill>
                <a:latin typeface="Montserrat"/>
                <a:ea typeface="Montserrat"/>
                <a:cs typeface="Montserrat"/>
              </a:defRPr>
            </a:lvl5pPr>
            <a:lvl6pPr>
              <a:defRPr sz="1875" b="1">
                <a:solidFill>
                  <a:srgbClr val="4C156F"/>
                </a:solidFill>
                <a:latin typeface="Montserrat"/>
                <a:ea typeface="Montserrat"/>
                <a:cs typeface="Montserrat"/>
              </a:defRPr>
            </a:lvl6pPr>
            <a:lvl7pPr>
              <a:defRPr sz="1875" b="1">
                <a:solidFill>
                  <a:srgbClr val="4C156F"/>
                </a:solidFill>
                <a:latin typeface="Montserrat"/>
                <a:ea typeface="Montserrat"/>
                <a:cs typeface="Montserrat"/>
              </a:defRPr>
            </a:lvl7pPr>
            <a:lvl8pPr>
              <a:defRPr sz="1875" b="1">
                <a:solidFill>
                  <a:srgbClr val="4C156F"/>
                </a:solidFill>
                <a:latin typeface="Montserrat"/>
                <a:ea typeface="Montserrat"/>
                <a:cs typeface="Montserrat"/>
              </a:defRPr>
            </a:lvl8pPr>
            <a:lvl9pPr>
              <a:defRPr sz="1875" b="1">
                <a:solidFill>
                  <a:srgbClr val="4C156F"/>
                </a:solidFill>
                <a:latin typeface="Montserrat"/>
                <a:ea typeface="Montserrat"/>
                <a:cs typeface="Montserrat"/>
              </a:defRPr>
            </a:lvl9pPr>
          </a:lstStyle>
          <a:p>
            <a:pPr>
              <a:defRPr sz="1875" b="1">
                <a:solidFill>
                  <a:srgbClr val="4C156F"/>
                </a:solidFill>
                <a:latin typeface="Montserrat"/>
                <a:ea typeface="Montserrat"/>
                <a:cs typeface="Montserrat"/>
              </a:defRPr>
            </a:pPr>
            <a:r>
              <a:rPr sz="1875" b="1">
                <a:solidFill>
                  <a:srgbClr val="4C156F"/>
                </a:solidFill>
                <a:latin typeface="Montserrat"/>
                <a:ea typeface="Montserrat"/>
                <a:cs typeface="Montserrat"/>
              </a:rPr>
              <a:t>Укладка</a:t>
            </a:r>
          </a:p>
        </p:txBody>
      </p:sp>
      <p:sp>
        <p:nvSpPr>
          <p:cNvPr id="4011" name="Прямоугольник 4010">
            <a:extLst>
              <a:ext uri="{FF2B5EF4-FFF2-40B4-BE49-F238E27FC236}">
                <a16:creationId xmlns:a16="http://schemas.microsoft.com/office/drawing/2014/main" id="{542C7E04-774F-44C5-BFF6-6E683F8C3966}"/>
              </a:ext>
            </a:extLst>
          </p:cNvPr>
          <p:cNvSpPr>
            <a:spLocks noGrp="1"/>
          </p:cNvSpPr>
          <p:nvPr/>
        </p:nvSpPr>
        <p:spPr>
          <a:xfrm>
            <a:off x="533400" y="3390900"/>
            <a:ext cx="3238500" cy="600075"/>
          </a:xfrm>
          <a:prstGeom prst="rect">
            <a:avLst/>
          </a:prstGeom>
          <a:noFill/>
          <a:ln w="0">
            <a:noFill/>
            <a:prstDash val="solid"/>
          </a:ln>
        </p:spPr>
        <p:txBody>
          <a:bodyPr lIns="0" tIns="0" rIns="0" bIns="0"/>
          <a:lstStyle>
            <a:defPPr>
              <a:defRPr sz="1350" b="0">
                <a:solidFill>
                  <a:srgbClr val="4C156F"/>
                </a:solidFill>
                <a:latin typeface="Montserrat"/>
                <a:ea typeface="Montserrat"/>
                <a:cs typeface="Montserrat"/>
              </a:defRPr>
            </a:defPPr>
            <a:lvl1pPr>
              <a:defRPr sz="1350" b="0">
                <a:solidFill>
                  <a:srgbClr val="4C156F"/>
                </a:solidFill>
                <a:latin typeface="Montserrat"/>
                <a:ea typeface="Montserrat"/>
                <a:cs typeface="Montserrat"/>
              </a:defRPr>
            </a:lvl1pPr>
            <a:lvl2pPr>
              <a:defRPr sz="1350" b="0">
                <a:solidFill>
                  <a:srgbClr val="4C156F"/>
                </a:solidFill>
                <a:latin typeface="Montserrat"/>
                <a:ea typeface="Montserrat"/>
                <a:cs typeface="Montserrat"/>
              </a:defRPr>
            </a:lvl2pPr>
            <a:lvl3pPr>
              <a:defRPr sz="1350" b="0">
                <a:solidFill>
                  <a:srgbClr val="4C156F"/>
                </a:solidFill>
                <a:latin typeface="Montserrat"/>
                <a:ea typeface="Montserrat"/>
                <a:cs typeface="Montserrat"/>
              </a:defRPr>
            </a:lvl3pPr>
            <a:lvl4pPr>
              <a:defRPr sz="1350" b="0">
                <a:solidFill>
                  <a:srgbClr val="4C156F"/>
                </a:solidFill>
                <a:latin typeface="Montserrat"/>
                <a:ea typeface="Montserrat"/>
                <a:cs typeface="Montserrat"/>
              </a:defRPr>
            </a:lvl4pPr>
            <a:lvl5pPr>
              <a:defRPr sz="1350" b="0">
                <a:solidFill>
                  <a:srgbClr val="4C156F"/>
                </a:solidFill>
                <a:latin typeface="Montserrat"/>
                <a:ea typeface="Montserrat"/>
                <a:cs typeface="Montserrat"/>
              </a:defRPr>
            </a:lvl5pPr>
            <a:lvl6pPr>
              <a:defRPr sz="1350" b="0">
                <a:solidFill>
                  <a:srgbClr val="4C156F"/>
                </a:solidFill>
                <a:latin typeface="Montserrat"/>
                <a:ea typeface="Montserrat"/>
                <a:cs typeface="Montserrat"/>
              </a:defRPr>
            </a:lvl6pPr>
            <a:lvl7pPr>
              <a:defRPr sz="1350" b="0">
                <a:solidFill>
                  <a:srgbClr val="4C156F"/>
                </a:solidFill>
                <a:latin typeface="Montserrat"/>
                <a:ea typeface="Montserrat"/>
                <a:cs typeface="Montserrat"/>
              </a:defRPr>
            </a:lvl7pPr>
            <a:lvl8pPr>
              <a:defRPr sz="1350" b="0">
                <a:solidFill>
                  <a:srgbClr val="4C156F"/>
                </a:solidFill>
                <a:latin typeface="Montserrat"/>
                <a:ea typeface="Montserrat"/>
                <a:cs typeface="Montserrat"/>
              </a:defRPr>
            </a:lvl8pPr>
            <a:lvl9pPr>
              <a:defRPr sz="1350" b="0">
                <a:solidFill>
                  <a:srgbClr val="4C156F"/>
                </a:solidFill>
                <a:latin typeface="Montserrat"/>
                <a:ea typeface="Montserrat"/>
                <a:cs typeface="Montserrat"/>
              </a:defRPr>
            </a:lvl9pPr>
          </a:lstStyle>
          <a:p>
            <a:pPr>
              <a:defRPr sz="1350" b="0">
                <a:solidFill>
                  <a:srgbClr val="4C156F"/>
                </a:solidFill>
                <a:latin typeface="Montserrat"/>
                <a:ea typeface="Montserrat"/>
                <a:cs typeface="Montserrat"/>
              </a:defRPr>
            </a:pPr>
            <a:r>
              <a:rPr sz="1350" b="0">
                <a:solidFill>
                  <a:srgbClr val="4C156F"/>
                </a:solidFill>
                <a:latin typeface="Montserrat"/>
                <a:ea typeface="Montserrat"/>
                <a:cs typeface="Montserrat"/>
              </a:rPr>
              <a:t>Кость в нижних боковых зонах</a:t>
            </a:r>
          </a:p>
          <a:p>
            <a:pPr>
              <a:defRPr sz="1350" b="0">
                <a:solidFill>
                  <a:srgbClr val="4C156F"/>
                </a:solidFill>
                <a:latin typeface="Montserrat"/>
                <a:ea typeface="Montserrat"/>
                <a:cs typeface="Montserrat"/>
              </a:defRPr>
            </a:pPr>
            <a:r>
              <a:rPr sz="1350" b="0">
                <a:solidFill>
                  <a:srgbClr val="4C156F"/>
                </a:solidFill>
                <a:latin typeface="Montserrat"/>
                <a:ea typeface="Montserrat"/>
                <a:cs typeface="Montserrat"/>
              </a:rPr>
              <a:t>+ модель вида снимка</a:t>
            </a:r>
          </a:p>
        </p:txBody>
      </p:sp>
      <p:sp>
        <p:nvSpPr>
          <p:cNvPr id="4012" name="Прямая соединительная линия 4011">
            <a:extLst>
              <a:ext uri="{FF2B5EF4-FFF2-40B4-BE49-F238E27FC236}">
                <a16:creationId xmlns:a16="http://schemas.microsoft.com/office/drawing/2014/main" id="{7A651114-4898-4C35-8C1E-087370CD9B20}"/>
              </a:ext>
            </a:extLst>
          </p:cNvPr>
          <p:cNvSpPr>
            <a:spLocks noGrp="1"/>
          </p:cNvSpPr>
          <p:nvPr/>
        </p:nvSpPr>
        <p:spPr>
          <a:xfrm>
            <a:off x="533400" y="4076700"/>
            <a:ext cx="3238500" cy="0"/>
          </a:xfrm>
          <a:prstGeom prst="line">
            <a:avLst/>
          </a:prstGeom>
          <a:noFill/>
          <a:ln w="28575">
            <a:solidFill>
              <a:srgbClr val="FF0066"/>
            </a:solidFill>
            <a:prstDash val="solid"/>
          </a:ln>
        </p:spPr>
      </p:sp>
      <p:sp>
        <p:nvSpPr>
          <p:cNvPr id="4013" name="Прямоугольник 4012">
            <a:extLst>
              <a:ext uri="{FF2B5EF4-FFF2-40B4-BE49-F238E27FC236}">
                <a16:creationId xmlns:a16="http://schemas.microsoft.com/office/drawing/2014/main" id="{29D0D44B-BFD5-4DD9-A550-9794CC38D08C}"/>
              </a:ext>
            </a:extLst>
          </p:cNvPr>
          <p:cNvSpPr>
            <a:spLocks noGrp="1"/>
          </p:cNvSpPr>
          <p:nvPr/>
        </p:nvSpPr>
        <p:spPr>
          <a:xfrm>
            <a:off x="533400" y="4210050"/>
            <a:ext cx="3238500" cy="495300"/>
          </a:xfrm>
          <a:prstGeom prst="rect">
            <a:avLst/>
          </a:prstGeom>
          <a:noFill/>
          <a:ln w="0">
            <a:noFill/>
            <a:prstDash val="solid"/>
          </a:ln>
        </p:spPr>
        <p:txBody>
          <a:bodyPr lIns="0" tIns="0" rIns="0" bIns="0"/>
          <a:lstStyle>
            <a:defPPr>
              <a:defRPr sz="1350" b="1">
                <a:solidFill>
                  <a:srgbClr val="4C156F"/>
                </a:solidFill>
                <a:latin typeface="Montserrat"/>
                <a:ea typeface="Montserrat"/>
                <a:cs typeface="Montserrat"/>
              </a:defRPr>
            </a:defPPr>
            <a:lvl1pPr>
              <a:defRPr sz="1350" b="1">
                <a:solidFill>
                  <a:srgbClr val="4C156F"/>
                </a:solidFill>
                <a:latin typeface="Montserrat"/>
                <a:ea typeface="Montserrat"/>
                <a:cs typeface="Montserrat"/>
              </a:defRPr>
            </a:lvl1pPr>
            <a:lvl2pPr>
              <a:defRPr sz="1350" b="1">
                <a:solidFill>
                  <a:srgbClr val="4C156F"/>
                </a:solidFill>
                <a:latin typeface="Montserrat"/>
                <a:ea typeface="Montserrat"/>
                <a:cs typeface="Montserrat"/>
              </a:defRPr>
            </a:lvl2pPr>
            <a:lvl3pPr>
              <a:defRPr sz="1350" b="1">
                <a:solidFill>
                  <a:srgbClr val="4C156F"/>
                </a:solidFill>
                <a:latin typeface="Montserrat"/>
                <a:ea typeface="Montserrat"/>
                <a:cs typeface="Montserrat"/>
              </a:defRPr>
            </a:lvl3pPr>
            <a:lvl4pPr>
              <a:defRPr sz="1350" b="1">
                <a:solidFill>
                  <a:srgbClr val="4C156F"/>
                </a:solidFill>
                <a:latin typeface="Montserrat"/>
                <a:ea typeface="Montserrat"/>
                <a:cs typeface="Montserrat"/>
              </a:defRPr>
            </a:lvl4pPr>
            <a:lvl5pPr>
              <a:defRPr sz="1350" b="1">
                <a:solidFill>
                  <a:srgbClr val="4C156F"/>
                </a:solidFill>
                <a:latin typeface="Montserrat"/>
                <a:ea typeface="Montserrat"/>
                <a:cs typeface="Montserrat"/>
              </a:defRPr>
            </a:lvl5pPr>
            <a:lvl6pPr>
              <a:defRPr sz="1350" b="1">
                <a:solidFill>
                  <a:srgbClr val="4C156F"/>
                </a:solidFill>
                <a:latin typeface="Montserrat"/>
                <a:ea typeface="Montserrat"/>
                <a:cs typeface="Montserrat"/>
              </a:defRPr>
            </a:lvl6pPr>
            <a:lvl7pPr>
              <a:defRPr sz="1350" b="1">
                <a:solidFill>
                  <a:srgbClr val="4C156F"/>
                </a:solidFill>
                <a:latin typeface="Montserrat"/>
                <a:ea typeface="Montserrat"/>
                <a:cs typeface="Montserrat"/>
              </a:defRPr>
            </a:lvl7pPr>
            <a:lvl8pPr>
              <a:defRPr sz="1350" b="1">
                <a:solidFill>
                  <a:srgbClr val="4C156F"/>
                </a:solidFill>
                <a:latin typeface="Montserrat"/>
                <a:ea typeface="Montserrat"/>
                <a:cs typeface="Montserrat"/>
              </a:defRPr>
            </a:lvl8pPr>
            <a:lvl9pPr>
              <a:defRPr sz="1350" b="1">
                <a:solidFill>
                  <a:srgbClr val="4C156F"/>
                </a:solidFill>
                <a:latin typeface="Montserrat"/>
                <a:ea typeface="Montserrat"/>
                <a:cs typeface="Montserrat"/>
              </a:defRPr>
            </a:lvl9pPr>
          </a:lstStyle>
          <a:p>
            <a:pPr>
              <a:defRPr sz="1350" b="1">
                <a:solidFill>
                  <a:srgbClr val="4C156F"/>
                </a:solidFill>
                <a:latin typeface="Montserrat"/>
                <a:ea typeface="Montserrat"/>
                <a:cs typeface="Montserrat"/>
              </a:defRPr>
            </a:pPr>
            <a:r>
              <a:rPr sz="1350" b="1">
                <a:solidFill>
                  <a:srgbClr val="4C156F"/>
                </a:solidFill>
                <a:latin typeface="Montserrat"/>
                <a:ea typeface="Montserrat"/>
                <a:cs typeface="Montserrat"/>
              </a:rPr>
              <a:t>Гребни не попали в кадр</a:t>
            </a:r>
          </a:p>
          <a:p>
            <a:pPr>
              <a:defRPr sz="1350" b="1">
                <a:solidFill>
                  <a:srgbClr val="4C156F"/>
                </a:solidFill>
                <a:latin typeface="Montserrat"/>
                <a:ea typeface="Montserrat"/>
                <a:cs typeface="Montserrat"/>
              </a:defRPr>
            </a:pPr>
            <a:r>
              <a:rPr sz="1350" b="1">
                <a:solidFill>
                  <a:srgbClr val="4C156F"/>
                </a:solidFill>
                <a:latin typeface="Montserrat"/>
                <a:ea typeface="Montserrat"/>
                <a:cs typeface="Montserrat"/>
              </a:rPr>
              <a:t>spine_position</a:t>
            </a:r>
          </a:p>
        </p:txBody>
      </p:sp>
      <p:sp>
        <p:nvSpPr>
          <p:cNvPr id="4014" name="Прямоугольник 4013">
            <a:extLst>
              <a:ext uri="{FF2B5EF4-FFF2-40B4-BE49-F238E27FC236}">
                <a16:creationId xmlns:a16="http://schemas.microsoft.com/office/drawing/2014/main" id="{400EF339-50A4-41BE-9495-26254330CA5F}"/>
              </a:ext>
            </a:extLst>
          </p:cNvPr>
          <p:cNvSpPr>
            <a:spLocks noGrp="1"/>
          </p:cNvSpPr>
          <p:nvPr/>
        </p:nvSpPr>
        <p:spPr>
          <a:xfrm>
            <a:off x="533400" y="4762500"/>
            <a:ext cx="3238500" cy="209550"/>
          </a:xfrm>
          <a:prstGeom prst="rect">
            <a:avLst/>
          </a:prstGeom>
          <a:noFill/>
          <a:ln w="0">
            <a:noFill/>
            <a:prstDash val="solid"/>
          </a:ln>
        </p:spPr>
        <p:txBody>
          <a:bodyPr lIns="0" tIns="0" rIns="0" bIns="0"/>
          <a:lstStyle>
            <a:defPPr>
              <a:defRPr sz="1050" b="1">
                <a:solidFill>
                  <a:srgbClr val="FF0066"/>
                </a:solidFill>
                <a:latin typeface="Montserrat"/>
                <a:ea typeface="Montserrat"/>
                <a:cs typeface="Montserrat"/>
              </a:defRPr>
            </a:defPPr>
            <a:lvl1pPr>
              <a:defRPr sz="1050" b="1">
                <a:solidFill>
                  <a:srgbClr val="FF0066"/>
                </a:solidFill>
                <a:latin typeface="Montserrat"/>
                <a:ea typeface="Montserrat"/>
                <a:cs typeface="Montserrat"/>
              </a:defRPr>
            </a:lvl1pPr>
            <a:lvl2pPr>
              <a:defRPr sz="1050" b="1">
                <a:solidFill>
                  <a:srgbClr val="FF0066"/>
                </a:solidFill>
                <a:latin typeface="Montserrat"/>
                <a:ea typeface="Montserrat"/>
                <a:cs typeface="Montserrat"/>
              </a:defRPr>
            </a:lvl2pPr>
            <a:lvl3pPr>
              <a:defRPr sz="1050" b="1">
                <a:solidFill>
                  <a:srgbClr val="FF0066"/>
                </a:solidFill>
                <a:latin typeface="Montserrat"/>
                <a:ea typeface="Montserrat"/>
                <a:cs typeface="Montserrat"/>
              </a:defRPr>
            </a:lvl3pPr>
            <a:lvl4pPr>
              <a:defRPr sz="1050" b="1">
                <a:solidFill>
                  <a:srgbClr val="FF0066"/>
                </a:solidFill>
                <a:latin typeface="Montserrat"/>
                <a:ea typeface="Montserrat"/>
                <a:cs typeface="Montserrat"/>
              </a:defRPr>
            </a:lvl4pPr>
            <a:lvl5pPr>
              <a:defRPr sz="1050" b="1">
                <a:solidFill>
                  <a:srgbClr val="FF0066"/>
                </a:solidFill>
                <a:latin typeface="Montserrat"/>
                <a:ea typeface="Montserrat"/>
                <a:cs typeface="Montserrat"/>
              </a:defRPr>
            </a:lvl5pPr>
            <a:lvl6pPr>
              <a:defRPr sz="1050" b="1">
                <a:solidFill>
                  <a:srgbClr val="FF0066"/>
                </a:solidFill>
                <a:latin typeface="Montserrat"/>
                <a:ea typeface="Montserrat"/>
                <a:cs typeface="Montserrat"/>
              </a:defRPr>
            </a:lvl6pPr>
            <a:lvl7pPr>
              <a:defRPr sz="1050" b="1">
                <a:solidFill>
                  <a:srgbClr val="FF0066"/>
                </a:solidFill>
                <a:latin typeface="Montserrat"/>
                <a:ea typeface="Montserrat"/>
                <a:cs typeface="Montserrat"/>
              </a:defRPr>
            </a:lvl7pPr>
            <a:lvl8pPr>
              <a:defRPr sz="1050" b="1">
                <a:solidFill>
                  <a:srgbClr val="FF0066"/>
                </a:solidFill>
                <a:latin typeface="Montserrat"/>
                <a:ea typeface="Montserrat"/>
                <a:cs typeface="Montserrat"/>
              </a:defRPr>
            </a:lvl8pPr>
            <a:lvl9pPr>
              <a:defRPr sz="1050" b="1">
                <a:solidFill>
                  <a:srgbClr val="FF0066"/>
                </a:solidFill>
                <a:latin typeface="Montserrat"/>
                <a:ea typeface="Montserrat"/>
                <a:cs typeface="Montserrat"/>
              </a:defRPr>
            </a:lvl9pPr>
          </a:lstStyle>
          <a:p>
            <a:pPr>
              <a:defRPr sz="1050" b="1">
                <a:solidFill>
                  <a:srgbClr val="FF0066"/>
                </a:solidFill>
                <a:latin typeface="Montserrat"/>
                <a:ea typeface="Montserrat"/>
                <a:cs typeface="Montserrat"/>
              </a:defRPr>
            </a:pPr>
            <a:r>
              <a:rPr sz="1050" b="1" dirty="0" err="1">
                <a:solidFill>
                  <a:srgbClr val="FF0066"/>
                </a:solidFill>
                <a:latin typeface="Montserrat"/>
                <a:ea typeface="Montserrat"/>
                <a:cs typeface="Montserrat"/>
              </a:rPr>
              <a:t>Верх</a:t>
            </a:r>
            <a:r>
              <a:rPr sz="1050" b="1" dirty="0">
                <a:solidFill>
                  <a:srgbClr val="FF0066"/>
                </a:solidFill>
                <a:latin typeface="Montserrat"/>
                <a:ea typeface="Montserrat"/>
                <a:cs typeface="Montserrat"/>
              </a:rPr>
              <a:t> </a:t>
            </a:r>
            <a:r>
              <a:rPr sz="1050" b="1" dirty="0" err="1">
                <a:solidFill>
                  <a:srgbClr val="FF0066"/>
                </a:solidFill>
                <a:latin typeface="Montserrat"/>
                <a:ea typeface="Montserrat"/>
                <a:cs typeface="Montserrat"/>
              </a:rPr>
              <a:t>кадра</a:t>
            </a:r>
            <a:r>
              <a:rPr sz="1050" b="1" dirty="0">
                <a:solidFill>
                  <a:srgbClr val="FF0066"/>
                </a:solidFill>
                <a:latin typeface="Montserrat"/>
                <a:ea typeface="Montserrat"/>
                <a:cs typeface="Montserrat"/>
              </a:rPr>
              <a:t>: </a:t>
            </a:r>
            <a:r>
              <a:rPr sz="1050" b="1" dirty="0" err="1">
                <a:solidFill>
                  <a:srgbClr val="FF0066"/>
                </a:solidFill>
                <a:latin typeface="Montserrat"/>
                <a:ea typeface="Montserrat"/>
                <a:cs typeface="Montserrat"/>
              </a:rPr>
              <a:t>отдельная</a:t>
            </a:r>
            <a:r>
              <a:rPr sz="1050" b="1" dirty="0">
                <a:solidFill>
                  <a:srgbClr val="FF0066"/>
                </a:solidFill>
                <a:latin typeface="Montserrat"/>
                <a:ea typeface="Montserrat"/>
                <a:cs typeface="Montserrat"/>
              </a:rPr>
              <a:t> </a:t>
            </a:r>
            <a:r>
              <a:rPr sz="1050" b="1" dirty="0" err="1">
                <a:solidFill>
                  <a:srgbClr val="FF0066"/>
                </a:solidFill>
                <a:latin typeface="Montserrat"/>
                <a:ea typeface="Montserrat"/>
                <a:cs typeface="Montserrat"/>
              </a:rPr>
              <a:t>проверка</a:t>
            </a:r>
            <a:r>
              <a:rPr sz="1050" b="1" dirty="0">
                <a:solidFill>
                  <a:srgbClr val="FF0066"/>
                </a:solidFill>
                <a:latin typeface="Montserrat"/>
                <a:ea typeface="Montserrat"/>
                <a:cs typeface="Montserrat"/>
              </a:rPr>
              <a:t> Th12</a:t>
            </a:r>
          </a:p>
        </p:txBody>
      </p:sp>
      <p:sp>
        <p:nvSpPr>
          <p:cNvPr id="4015" name="Скругленный прямоугольник 4014">
            <a:extLst>
              <a:ext uri="{FF2B5EF4-FFF2-40B4-BE49-F238E27FC236}">
                <a16:creationId xmlns:a16="http://schemas.microsoft.com/office/drawing/2014/main" id="{F21F632F-B10F-4834-9BB4-111FD06CF873}"/>
              </a:ext>
            </a:extLst>
          </p:cNvPr>
          <p:cNvSpPr>
            <a:spLocks noGrp="1"/>
          </p:cNvSpPr>
          <p:nvPr/>
        </p:nvSpPr>
        <p:spPr>
          <a:xfrm>
            <a:off x="4286250" y="2857500"/>
            <a:ext cx="3619500" cy="2133600"/>
          </a:xfrm>
          <a:prstGeom prst="roundRect">
            <a:avLst>
              <a:gd name="adj" fmla="val 6250"/>
            </a:avLst>
          </a:prstGeom>
          <a:solidFill>
            <a:srgbClr val="FFFFFF"/>
          </a:solidFill>
          <a:ln w="9525">
            <a:solidFill>
              <a:srgbClr val="FFFFFF"/>
            </a:solidFill>
            <a:prstDash val="solid"/>
          </a:ln>
        </p:spPr>
      </p:sp>
      <p:sp>
        <p:nvSpPr>
          <p:cNvPr id="4016" name="Прямоугольник 4015">
            <a:extLst>
              <a:ext uri="{FF2B5EF4-FFF2-40B4-BE49-F238E27FC236}">
                <a16:creationId xmlns:a16="http://schemas.microsoft.com/office/drawing/2014/main" id="{58498867-C73B-4884-A07B-327793C7003D}"/>
              </a:ext>
            </a:extLst>
          </p:cNvPr>
          <p:cNvSpPr>
            <a:spLocks noGrp="1"/>
          </p:cNvSpPr>
          <p:nvPr/>
        </p:nvSpPr>
        <p:spPr>
          <a:xfrm>
            <a:off x="4476750" y="2981325"/>
            <a:ext cx="3238500" cy="333375"/>
          </a:xfrm>
          <a:prstGeom prst="rect">
            <a:avLst/>
          </a:prstGeom>
          <a:noFill/>
          <a:ln w="0">
            <a:noFill/>
            <a:prstDash val="solid"/>
          </a:ln>
        </p:spPr>
        <p:txBody>
          <a:bodyPr lIns="0" tIns="0" rIns="0" bIns="0"/>
          <a:lstStyle>
            <a:defPPr>
              <a:defRPr sz="1875" b="1">
                <a:solidFill>
                  <a:srgbClr val="4C156F"/>
                </a:solidFill>
                <a:latin typeface="Montserrat"/>
                <a:ea typeface="Montserrat"/>
                <a:cs typeface="Montserrat"/>
              </a:defRPr>
            </a:defPPr>
            <a:lvl1pPr>
              <a:defRPr sz="1875" b="1">
                <a:solidFill>
                  <a:srgbClr val="4C156F"/>
                </a:solidFill>
                <a:latin typeface="Montserrat"/>
                <a:ea typeface="Montserrat"/>
                <a:cs typeface="Montserrat"/>
              </a:defRPr>
            </a:lvl1pPr>
            <a:lvl2pPr>
              <a:defRPr sz="1875" b="1">
                <a:solidFill>
                  <a:srgbClr val="4C156F"/>
                </a:solidFill>
                <a:latin typeface="Montserrat"/>
                <a:ea typeface="Montserrat"/>
                <a:cs typeface="Montserrat"/>
              </a:defRPr>
            </a:lvl2pPr>
            <a:lvl3pPr>
              <a:defRPr sz="1875" b="1">
                <a:solidFill>
                  <a:srgbClr val="4C156F"/>
                </a:solidFill>
                <a:latin typeface="Montserrat"/>
                <a:ea typeface="Montserrat"/>
                <a:cs typeface="Montserrat"/>
              </a:defRPr>
            </a:lvl3pPr>
            <a:lvl4pPr>
              <a:defRPr sz="1875" b="1">
                <a:solidFill>
                  <a:srgbClr val="4C156F"/>
                </a:solidFill>
                <a:latin typeface="Montserrat"/>
                <a:ea typeface="Montserrat"/>
                <a:cs typeface="Montserrat"/>
              </a:defRPr>
            </a:lvl4pPr>
            <a:lvl5pPr>
              <a:defRPr sz="1875" b="1">
                <a:solidFill>
                  <a:srgbClr val="4C156F"/>
                </a:solidFill>
                <a:latin typeface="Montserrat"/>
                <a:ea typeface="Montserrat"/>
                <a:cs typeface="Montserrat"/>
              </a:defRPr>
            </a:lvl5pPr>
            <a:lvl6pPr>
              <a:defRPr sz="1875" b="1">
                <a:solidFill>
                  <a:srgbClr val="4C156F"/>
                </a:solidFill>
                <a:latin typeface="Montserrat"/>
                <a:ea typeface="Montserrat"/>
                <a:cs typeface="Montserrat"/>
              </a:defRPr>
            </a:lvl6pPr>
            <a:lvl7pPr>
              <a:defRPr sz="1875" b="1">
                <a:solidFill>
                  <a:srgbClr val="4C156F"/>
                </a:solidFill>
                <a:latin typeface="Montserrat"/>
                <a:ea typeface="Montserrat"/>
                <a:cs typeface="Montserrat"/>
              </a:defRPr>
            </a:lvl7pPr>
            <a:lvl8pPr>
              <a:defRPr sz="1875" b="1">
                <a:solidFill>
                  <a:srgbClr val="4C156F"/>
                </a:solidFill>
                <a:latin typeface="Montserrat"/>
                <a:ea typeface="Montserrat"/>
                <a:cs typeface="Montserrat"/>
              </a:defRPr>
            </a:lvl8pPr>
            <a:lvl9pPr>
              <a:defRPr sz="1875" b="1">
                <a:solidFill>
                  <a:srgbClr val="4C156F"/>
                </a:solidFill>
                <a:latin typeface="Montserrat"/>
                <a:ea typeface="Montserrat"/>
                <a:cs typeface="Montserrat"/>
              </a:defRPr>
            </a:lvl9pPr>
          </a:lstStyle>
          <a:p>
            <a:pPr>
              <a:defRPr sz="1875" b="1">
                <a:solidFill>
                  <a:srgbClr val="4C156F"/>
                </a:solidFill>
                <a:latin typeface="Montserrat"/>
                <a:ea typeface="Montserrat"/>
                <a:cs typeface="Montserrat"/>
              </a:defRPr>
            </a:pPr>
            <a:r>
              <a:rPr sz="1875" b="1">
                <a:solidFill>
                  <a:srgbClr val="4C156F"/>
                </a:solidFill>
                <a:latin typeface="Montserrat"/>
                <a:ea typeface="Montserrat"/>
                <a:cs typeface="Montserrat"/>
              </a:rPr>
              <a:t>Ось</a:t>
            </a:r>
          </a:p>
        </p:txBody>
      </p:sp>
      <p:sp>
        <p:nvSpPr>
          <p:cNvPr id="4017" name="Прямоугольник 4016">
            <a:extLst>
              <a:ext uri="{FF2B5EF4-FFF2-40B4-BE49-F238E27FC236}">
                <a16:creationId xmlns:a16="http://schemas.microsoft.com/office/drawing/2014/main" id="{CFE5B75A-9C69-454D-BEDD-A6E6DCF17491}"/>
              </a:ext>
            </a:extLst>
          </p:cNvPr>
          <p:cNvSpPr>
            <a:spLocks noGrp="1"/>
          </p:cNvSpPr>
          <p:nvPr/>
        </p:nvSpPr>
        <p:spPr>
          <a:xfrm>
            <a:off x="4476750" y="3390900"/>
            <a:ext cx="3238500" cy="600075"/>
          </a:xfrm>
          <a:prstGeom prst="rect">
            <a:avLst/>
          </a:prstGeom>
          <a:noFill/>
          <a:ln w="0">
            <a:noFill/>
            <a:prstDash val="solid"/>
          </a:ln>
        </p:spPr>
        <p:txBody>
          <a:bodyPr lIns="0" tIns="0" rIns="0" bIns="0"/>
          <a:lstStyle>
            <a:defPPr>
              <a:defRPr sz="1350" b="0">
                <a:solidFill>
                  <a:srgbClr val="4C156F"/>
                </a:solidFill>
                <a:latin typeface="Montserrat"/>
                <a:ea typeface="Montserrat"/>
                <a:cs typeface="Montserrat"/>
              </a:defRPr>
            </a:defPPr>
            <a:lvl1pPr>
              <a:defRPr sz="1350" b="0">
                <a:solidFill>
                  <a:srgbClr val="4C156F"/>
                </a:solidFill>
                <a:latin typeface="Montserrat"/>
                <a:ea typeface="Montserrat"/>
                <a:cs typeface="Montserrat"/>
              </a:defRPr>
            </a:lvl1pPr>
            <a:lvl2pPr>
              <a:defRPr sz="1350" b="0">
                <a:solidFill>
                  <a:srgbClr val="4C156F"/>
                </a:solidFill>
                <a:latin typeface="Montserrat"/>
                <a:ea typeface="Montserrat"/>
                <a:cs typeface="Montserrat"/>
              </a:defRPr>
            </a:lvl2pPr>
            <a:lvl3pPr>
              <a:defRPr sz="1350" b="0">
                <a:solidFill>
                  <a:srgbClr val="4C156F"/>
                </a:solidFill>
                <a:latin typeface="Montserrat"/>
                <a:ea typeface="Montserrat"/>
                <a:cs typeface="Montserrat"/>
              </a:defRPr>
            </a:lvl3pPr>
            <a:lvl4pPr>
              <a:defRPr sz="1350" b="0">
                <a:solidFill>
                  <a:srgbClr val="4C156F"/>
                </a:solidFill>
                <a:latin typeface="Montserrat"/>
                <a:ea typeface="Montserrat"/>
                <a:cs typeface="Montserrat"/>
              </a:defRPr>
            </a:lvl4pPr>
            <a:lvl5pPr>
              <a:defRPr sz="1350" b="0">
                <a:solidFill>
                  <a:srgbClr val="4C156F"/>
                </a:solidFill>
                <a:latin typeface="Montserrat"/>
                <a:ea typeface="Montserrat"/>
                <a:cs typeface="Montserrat"/>
              </a:defRPr>
            </a:lvl5pPr>
            <a:lvl6pPr>
              <a:defRPr sz="1350" b="0">
                <a:solidFill>
                  <a:srgbClr val="4C156F"/>
                </a:solidFill>
                <a:latin typeface="Montserrat"/>
                <a:ea typeface="Montserrat"/>
                <a:cs typeface="Montserrat"/>
              </a:defRPr>
            </a:lvl6pPr>
            <a:lvl7pPr>
              <a:defRPr sz="1350" b="0">
                <a:solidFill>
                  <a:srgbClr val="4C156F"/>
                </a:solidFill>
                <a:latin typeface="Montserrat"/>
                <a:ea typeface="Montserrat"/>
                <a:cs typeface="Montserrat"/>
              </a:defRPr>
            </a:lvl7pPr>
            <a:lvl8pPr>
              <a:defRPr sz="1350" b="0">
                <a:solidFill>
                  <a:srgbClr val="4C156F"/>
                </a:solidFill>
                <a:latin typeface="Montserrat"/>
                <a:ea typeface="Montserrat"/>
                <a:cs typeface="Montserrat"/>
              </a:defRPr>
            </a:lvl8pPr>
            <a:lvl9pPr>
              <a:defRPr sz="1350" b="0">
                <a:solidFill>
                  <a:srgbClr val="4C156F"/>
                </a:solidFill>
                <a:latin typeface="Montserrat"/>
                <a:ea typeface="Montserrat"/>
                <a:cs typeface="Montserrat"/>
              </a:defRPr>
            </a:lvl9pPr>
          </a:lstStyle>
          <a:p>
            <a:pPr>
              <a:defRPr sz="1350" b="0">
                <a:solidFill>
                  <a:srgbClr val="4C156F"/>
                </a:solidFill>
                <a:latin typeface="Montserrat"/>
                <a:ea typeface="Montserrat"/>
                <a:cs typeface="Montserrat"/>
              </a:defRPr>
            </a:pPr>
            <a:r>
              <a:rPr sz="1350" b="0">
                <a:solidFill>
                  <a:srgbClr val="4C156F"/>
                </a:solidFill>
                <a:latin typeface="Montserrat"/>
                <a:ea typeface="Montserrat"/>
                <a:cs typeface="Montserrat"/>
              </a:rPr>
              <a:t>Линия через центры позвонков</a:t>
            </a:r>
          </a:p>
          <a:p>
            <a:pPr>
              <a:defRPr sz="1350" b="0">
                <a:solidFill>
                  <a:srgbClr val="4C156F"/>
                </a:solidFill>
                <a:latin typeface="Montserrat"/>
                <a:ea typeface="Montserrat"/>
                <a:cs typeface="Montserrat"/>
              </a:defRPr>
            </a:pPr>
            <a:r>
              <a:rPr sz="1350" b="0">
                <a:solidFill>
                  <a:srgbClr val="4C156F"/>
                </a:solidFill>
                <a:latin typeface="Montserrat"/>
                <a:ea typeface="Montserrat"/>
                <a:cs typeface="Montserrat"/>
              </a:rPr>
              <a:t>+ контроль по краям колонны</a:t>
            </a:r>
          </a:p>
        </p:txBody>
      </p:sp>
      <p:sp>
        <p:nvSpPr>
          <p:cNvPr id="4018" name="Прямая соединительная линия 4017">
            <a:extLst>
              <a:ext uri="{FF2B5EF4-FFF2-40B4-BE49-F238E27FC236}">
                <a16:creationId xmlns:a16="http://schemas.microsoft.com/office/drawing/2014/main" id="{9BE3E760-79CE-4D73-89CC-8D112EE52A11}"/>
              </a:ext>
            </a:extLst>
          </p:cNvPr>
          <p:cNvSpPr>
            <a:spLocks noGrp="1"/>
          </p:cNvSpPr>
          <p:nvPr/>
        </p:nvSpPr>
        <p:spPr>
          <a:xfrm>
            <a:off x="4476750" y="4076700"/>
            <a:ext cx="3238500" cy="0"/>
          </a:xfrm>
          <a:prstGeom prst="line">
            <a:avLst/>
          </a:prstGeom>
          <a:noFill/>
          <a:ln w="28575">
            <a:solidFill>
              <a:srgbClr val="FF0066"/>
            </a:solidFill>
            <a:prstDash val="solid"/>
          </a:ln>
        </p:spPr>
      </p:sp>
      <p:sp>
        <p:nvSpPr>
          <p:cNvPr id="4019" name="Прямоугольник 4018">
            <a:extLst>
              <a:ext uri="{FF2B5EF4-FFF2-40B4-BE49-F238E27FC236}">
                <a16:creationId xmlns:a16="http://schemas.microsoft.com/office/drawing/2014/main" id="{DA2817C6-8F1B-4D52-8B24-00ECA5174B7E}"/>
              </a:ext>
            </a:extLst>
          </p:cNvPr>
          <p:cNvSpPr>
            <a:spLocks noGrp="1"/>
          </p:cNvSpPr>
          <p:nvPr/>
        </p:nvSpPr>
        <p:spPr>
          <a:xfrm>
            <a:off x="4476750" y="4210050"/>
            <a:ext cx="3238500" cy="495300"/>
          </a:xfrm>
          <a:prstGeom prst="rect">
            <a:avLst/>
          </a:prstGeom>
          <a:noFill/>
          <a:ln w="0">
            <a:noFill/>
            <a:prstDash val="solid"/>
          </a:ln>
        </p:spPr>
        <p:txBody>
          <a:bodyPr lIns="0" tIns="0" rIns="0" bIns="0"/>
          <a:lstStyle>
            <a:defPPr>
              <a:defRPr sz="1350" b="1">
                <a:solidFill>
                  <a:srgbClr val="4C156F"/>
                </a:solidFill>
                <a:latin typeface="Montserrat"/>
                <a:ea typeface="Montserrat"/>
                <a:cs typeface="Montserrat"/>
              </a:defRPr>
            </a:defPPr>
            <a:lvl1pPr>
              <a:defRPr sz="1350" b="1">
                <a:solidFill>
                  <a:srgbClr val="4C156F"/>
                </a:solidFill>
                <a:latin typeface="Montserrat"/>
                <a:ea typeface="Montserrat"/>
                <a:cs typeface="Montserrat"/>
              </a:defRPr>
            </a:lvl1pPr>
            <a:lvl2pPr>
              <a:defRPr sz="1350" b="1">
                <a:solidFill>
                  <a:srgbClr val="4C156F"/>
                </a:solidFill>
                <a:latin typeface="Montserrat"/>
                <a:ea typeface="Montserrat"/>
                <a:cs typeface="Montserrat"/>
              </a:defRPr>
            </a:lvl2pPr>
            <a:lvl3pPr>
              <a:defRPr sz="1350" b="1">
                <a:solidFill>
                  <a:srgbClr val="4C156F"/>
                </a:solidFill>
                <a:latin typeface="Montserrat"/>
                <a:ea typeface="Montserrat"/>
                <a:cs typeface="Montserrat"/>
              </a:defRPr>
            </a:lvl3pPr>
            <a:lvl4pPr>
              <a:defRPr sz="1350" b="1">
                <a:solidFill>
                  <a:srgbClr val="4C156F"/>
                </a:solidFill>
                <a:latin typeface="Montserrat"/>
                <a:ea typeface="Montserrat"/>
                <a:cs typeface="Montserrat"/>
              </a:defRPr>
            </a:lvl4pPr>
            <a:lvl5pPr>
              <a:defRPr sz="1350" b="1">
                <a:solidFill>
                  <a:srgbClr val="4C156F"/>
                </a:solidFill>
                <a:latin typeface="Montserrat"/>
                <a:ea typeface="Montserrat"/>
                <a:cs typeface="Montserrat"/>
              </a:defRPr>
            </a:lvl5pPr>
            <a:lvl6pPr>
              <a:defRPr sz="1350" b="1">
                <a:solidFill>
                  <a:srgbClr val="4C156F"/>
                </a:solidFill>
                <a:latin typeface="Montserrat"/>
                <a:ea typeface="Montserrat"/>
                <a:cs typeface="Montserrat"/>
              </a:defRPr>
            </a:lvl6pPr>
            <a:lvl7pPr>
              <a:defRPr sz="1350" b="1">
                <a:solidFill>
                  <a:srgbClr val="4C156F"/>
                </a:solidFill>
                <a:latin typeface="Montserrat"/>
                <a:ea typeface="Montserrat"/>
                <a:cs typeface="Montserrat"/>
              </a:defRPr>
            </a:lvl7pPr>
            <a:lvl8pPr>
              <a:defRPr sz="1350" b="1">
                <a:solidFill>
                  <a:srgbClr val="4C156F"/>
                </a:solidFill>
                <a:latin typeface="Montserrat"/>
                <a:ea typeface="Montserrat"/>
                <a:cs typeface="Montserrat"/>
              </a:defRPr>
            </a:lvl8pPr>
            <a:lvl9pPr>
              <a:defRPr sz="1350" b="1">
                <a:solidFill>
                  <a:srgbClr val="4C156F"/>
                </a:solidFill>
                <a:latin typeface="Montserrat"/>
                <a:ea typeface="Montserrat"/>
                <a:cs typeface="Montserrat"/>
              </a:defRPr>
            </a:lvl9pPr>
          </a:lstStyle>
          <a:p>
            <a:pPr>
              <a:defRPr sz="1350" b="1">
                <a:solidFill>
                  <a:srgbClr val="4C156F"/>
                </a:solidFill>
                <a:latin typeface="Montserrat"/>
                <a:ea typeface="Montserrat"/>
                <a:cs typeface="Montserrat"/>
              </a:defRPr>
            </a:pPr>
            <a:r>
              <a:rPr sz="1350" b="1">
                <a:solidFill>
                  <a:srgbClr val="4C156F"/>
                </a:solidFill>
                <a:latin typeface="Montserrat"/>
                <a:ea typeface="Montserrat"/>
                <a:cs typeface="Montserrat"/>
              </a:rPr>
              <a:t>Наклон &gt;5°; разница углов ≤2°</a:t>
            </a:r>
          </a:p>
          <a:p>
            <a:pPr>
              <a:defRPr sz="1350" b="1">
                <a:solidFill>
                  <a:srgbClr val="4C156F"/>
                </a:solidFill>
                <a:latin typeface="Montserrat"/>
                <a:ea typeface="Montserrat"/>
                <a:cs typeface="Montserrat"/>
              </a:defRPr>
            </a:pPr>
            <a:r>
              <a:rPr sz="1350" b="1">
                <a:solidFill>
                  <a:srgbClr val="4C156F"/>
                </a:solidFill>
                <a:latin typeface="Montserrat"/>
                <a:ea typeface="Montserrat"/>
                <a:cs typeface="Montserrat"/>
              </a:rPr>
              <a:t>spine_axis</a:t>
            </a:r>
          </a:p>
        </p:txBody>
      </p:sp>
      <p:sp>
        <p:nvSpPr>
          <p:cNvPr id="4020" name="Прямоугольник 4019">
            <a:extLst>
              <a:ext uri="{FF2B5EF4-FFF2-40B4-BE49-F238E27FC236}">
                <a16:creationId xmlns:a16="http://schemas.microsoft.com/office/drawing/2014/main" id="{F8138300-038B-44D4-AB56-9249614773B7}"/>
              </a:ext>
            </a:extLst>
          </p:cNvPr>
          <p:cNvSpPr>
            <a:spLocks noGrp="1"/>
          </p:cNvSpPr>
          <p:nvPr/>
        </p:nvSpPr>
        <p:spPr>
          <a:xfrm>
            <a:off x="4476750" y="4762500"/>
            <a:ext cx="3238500" cy="209550"/>
          </a:xfrm>
          <a:prstGeom prst="rect">
            <a:avLst/>
          </a:prstGeom>
          <a:noFill/>
          <a:ln w="0">
            <a:noFill/>
            <a:prstDash val="solid"/>
          </a:ln>
        </p:spPr>
        <p:txBody>
          <a:bodyPr lIns="0" tIns="0" rIns="0" bIns="0"/>
          <a:lstStyle>
            <a:defPPr>
              <a:defRPr sz="1050" b="1">
                <a:solidFill>
                  <a:srgbClr val="FF0066"/>
                </a:solidFill>
                <a:latin typeface="Montserrat"/>
                <a:ea typeface="Montserrat"/>
                <a:cs typeface="Montserrat"/>
              </a:defRPr>
            </a:defPPr>
            <a:lvl1pPr>
              <a:defRPr sz="1050" b="1">
                <a:solidFill>
                  <a:srgbClr val="FF0066"/>
                </a:solidFill>
                <a:latin typeface="Montserrat"/>
                <a:ea typeface="Montserrat"/>
                <a:cs typeface="Montserrat"/>
              </a:defRPr>
            </a:lvl1pPr>
            <a:lvl2pPr>
              <a:defRPr sz="1050" b="1">
                <a:solidFill>
                  <a:srgbClr val="FF0066"/>
                </a:solidFill>
                <a:latin typeface="Montserrat"/>
                <a:ea typeface="Montserrat"/>
                <a:cs typeface="Montserrat"/>
              </a:defRPr>
            </a:lvl2pPr>
            <a:lvl3pPr>
              <a:defRPr sz="1050" b="1">
                <a:solidFill>
                  <a:srgbClr val="FF0066"/>
                </a:solidFill>
                <a:latin typeface="Montserrat"/>
                <a:ea typeface="Montserrat"/>
                <a:cs typeface="Montserrat"/>
              </a:defRPr>
            </a:lvl3pPr>
            <a:lvl4pPr>
              <a:defRPr sz="1050" b="1">
                <a:solidFill>
                  <a:srgbClr val="FF0066"/>
                </a:solidFill>
                <a:latin typeface="Montserrat"/>
                <a:ea typeface="Montserrat"/>
                <a:cs typeface="Montserrat"/>
              </a:defRPr>
            </a:lvl4pPr>
            <a:lvl5pPr>
              <a:defRPr sz="1050" b="1">
                <a:solidFill>
                  <a:srgbClr val="FF0066"/>
                </a:solidFill>
                <a:latin typeface="Montserrat"/>
                <a:ea typeface="Montserrat"/>
                <a:cs typeface="Montserrat"/>
              </a:defRPr>
            </a:lvl5pPr>
            <a:lvl6pPr>
              <a:defRPr sz="1050" b="1">
                <a:solidFill>
                  <a:srgbClr val="FF0066"/>
                </a:solidFill>
                <a:latin typeface="Montserrat"/>
                <a:ea typeface="Montserrat"/>
                <a:cs typeface="Montserrat"/>
              </a:defRPr>
            </a:lvl6pPr>
            <a:lvl7pPr>
              <a:defRPr sz="1050" b="1">
                <a:solidFill>
                  <a:srgbClr val="FF0066"/>
                </a:solidFill>
                <a:latin typeface="Montserrat"/>
                <a:ea typeface="Montserrat"/>
                <a:cs typeface="Montserrat"/>
              </a:defRPr>
            </a:lvl7pPr>
            <a:lvl8pPr>
              <a:defRPr sz="1050" b="1">
                <a:solidFill>
                  <a:srgbClr val="FF0066"/>
                </a:solidFill>
                <a:latin typeface="Montserrat"/>
                <a:ea typeface="Montserrat"/>
                <a:cs typeface="Montserrat"/>
              </a:defRPr>
            </a:lvl8pPr>
            <a:lvl9pPr>
              <a:defRPr sz="1050" b="1">
                <a:solidFill>
                  <a:srgbClr val="FF0066"/>
                </a:solidFill>
                <a:latin typeface="Montserrat"/>
                <a:ea typeface="Montserrat"/>
                <a:cs typeface="Montserrat"/>
              </a:defRPr>
            </a:lvl9pPr>
          </a:lstStyle>
          <a:p>
            <a:pPr>
              <a:defRPr sz="1050" b="1">
                <a:solidFill>
                  <a:srgbClr val="FF0066"/>
                </a:solidFill>
                <a:latin typeface="Montserrat"/>
                <a:ea typeface="Montserrat"/>
                <a:cs typeface="Montserrat"/>
              </a:defRPr>
            </a:pPr>
            <a:r>
              <a:rPr sz="1050" b="1" dirty="0" err="1">
                <a:solidFill>
                  <a:srgbClr val="FF0066"/>
                </a:solidFill>
                <a:latin typeface="Montserrat"/>
                <a:ea typeface="Montserrat"/>
                <a:cs typeface="Montserrat"/>
              </a:rPr>
              <a:t>Изгиб</a:t>
            </a:r>
            <a:r>
              <a:rPr sz="1050" b="1" dirty="0">
                <a:solidFill>
                  <a:srgbClr val="FF0066"/>
                </a:solidFill>
                <a:latin typeface="Montserrat"/>
                <a:ea typeface="Montserrat"/>
                <a:cs typeface="Montserrat"/>
              </a:rPr>
              <a:t> / </a:t>
            </a:r>
            <a:r>
              <a:rPr sz="1050" b="1" dirty="0" err="1">
                <a:solidFill>
                  <a:srgbClr val="FF0066"/>
                </a:solidFill>
                <a:latin typeface="Montserrat"/>
                <a:ea typeface="Montserrat"/>
                <a:cs typeface="Montserrat"/>
              </a:rPr>
              <a:t>спорный</a:t>
            </a:r>
            <a:r>
              <a:rPr sz="1050" b="1" dirty="0">
                <a:solidFill>
                  <a:srgbClr val="FF0066"/>
                </a:solidFill>
                <a:latin typeface="Montserrat"/>
                <a:ea typeface="Montserrat"/>
                <a:cs typeface="Montserrat"/>
              </a:rPr>
              <a:t> </a:t>
            </a:r>
            <a:r>
              <a:rPr sz="1050" b="1" dirty="0" err="1">
                <a:solidFill>
                  <a:srgbClr val="FF0066"/>
                </a:solidFill>
                <a:latin typeface="Montserrat"/>
                <a:ea typeface="Montserrat"/>
                <a:cs typeface="Montserrat"/>
              </a:rPr>
              <a:t>угол</a:t>
            </a:r>
            <a:r>
              <a:rPr sz="1050" b="1" dirty="0">
                <a:solidFill>
                  <a:srgbClr val="FF0066"/>
                </a:solidFill>
                <a:latin typeface="Montserrat"/>
                <a:ea typeface="Montserrat"/>
                <a:cs typeface="Montserrat"/>
              </a:rPr>
              <a:t>: проверка¹</a:t>
            </a:r>
          </a:p>
        </p:txBody>
      </p:sp>
      <p:sp>
        <p:nvSpPr>
          <p:cNvPr id="4021" name="Скругленный прямоугольник 4020">
            <a:extLst>
              <a:ext uri="{FF2B5EF4-FFF2-40B4-BE49-F238E27FC236}">
                <a16:creationId xmlns:a16="http://schemas.microsoft.com/office/drawing/2014/main" id="{5CD50EE7-608A-4D53-8EB0-4306934E0FFF}"/>
              </a:ext>
            </a:extLst>
          </p:cNvPr>
          <p:cNvSpPr>
            <a:spLocks noGrp="1"/>
          </p:cNvSpPr>
          <p:nvPr/>
        </p:nvSpPr>
        <p:spPr>
          <a:xfrm>
            <a:off x="8229600" y="2857500"/>
            <a:ext cx="3619500" cy="2133600"/>
          </a:xfrm>
          <a:prstGeom prst="roundRect">
            <a:avLst>
              <a:gd name="adj" fmla="val 6250"/>
            </a:avLst>
          </a:prstGeom>
          <a:solidFill>
            <a:srgbClr val="FFFFFF"/>
          </a:solidFill>
          <a:ln w="9525">
            <a:solidFill>
              <a:srgbClr val="FFFFFF"/>
            </a:solidFill>
            <a:prstDash val="solid"/>
          </a:ln>
        </p:spPr>
      </p:sp>
      <p:sp>
        <p:nvSpPr>
          <p:cNvPr id="4022" name="Прямоугольник 4021">
            <a:extLst>
              <a:ext uri="{FF2B5EF4-FFF2-40B4-BE49-F238E27FC236}">
                <a16:creationId xmlns:a16="http://schemas.microsoft.com/office/drawing/2014/main" id="{DED9BA7C-B4EE-40BA-9375-DD99F3C0B2F9}"/>
              </a:ext>
            </a:extLst>
          </p:cNvPr>
          <p:cNvSpPr>
            <a:spLocks noGrp="1"/>
          </p:cNvSpPr>
          <p:nvPr/>
        </p:nvSpPr>
        <p:spPr>
          <a:xfrm>
            <a:off x="8420100" y="2981325"/>
            <a:ext cx="3238500" cy="333375"/>
          </a:xfrm>
          <a:prstGeom prst="rect">
            <a:avLst/>
          </a:prstGeom>
          <a:noFill/>
          <a:ln w="0">
            <a:noFill/>
            <a:prstDash val="solid"/>
          </a:ln>
        </p:spPr>
        <p:txBody>
          <a:bodyPr lIns="0" tIns="0" rIns="0" bIns="0"/>
          <a:lstStyle>
            <a:defPPr>
              <a:defRPr sz="1875" b="1">
                <a:solidFill>
                  <a:srgbClr val="4C156F"/>
                </a:solidFill>
                <a:latin typeface="Montserrat"/>
                <a:ea typeface="Montserrat"/>
                <a:cs typeface="Montserrat"/>
              </a:defRPr>
            </a:defPPr>
            <a:lvl1pPr>
              <a:defRPr sz="1875" b="1">
                <a:solidFill>
                  <a:srgbClr val="4C156F"/>
                </a:solidFill>
                <a:latin typeface="Montserrat"/>
                <a:ea typeface="Montserrat"/>
                <a:cs typeface="Montserrat"/>
              </a:defRPr>
            </a:lvl1pPr>
            <a:lvl2pPr>
              <a:defRPr sz="1875" b="1">
                <a:solidFill>
                  <a:srgbClr val="4C156F"/>
                </a:solidFill>
                <a:latin typeface="Montserrat"/>
                <a:ea typeface="Montserrat"/>
                <a:cs typeface="Montserrat"/>
              </a:defRPr>
            </a:lvl2pPr>
            <a:lvl3pPr>
              <a:defRPr sz="1875" b="1">
                <a:solidFill>
                  <a:srgbClr val="4C156F"/>
                </a:solidFill>
                <a:latin typeface="Montserrat"/>
                <a:ea typeface="Montserrat"/>
                <a:cs typeface="Montserrat"/>
              </a:defRPr>
            </a:lvl3pPr>
            <a:lvl4pPr>
              <a:defRPr sz="1875" b="1">
                <a:solidFill>
                  <a:srgbClr val="4C156F"/>
                </a:solidFill>
                <a:latin typeface="Montserrat"/>
                <a:ea typeface="Montserrat"/>
                <a:cs typeface="Montserrat"/>
              </a:defRPr>
            </a:lvl4pPr>
            <a:lvl5pPr>
              <a:defRPr sz="1875" b="1">
                <a:solidFill>
                  <a:srgbClr val="4C156F"/>
                </a:solidFill>
                <a:latin typeface="Montserrat"/>
                <a:ea typeface="Montserrat"/>
                <a:cs typeface="Montserrat"/>
              </a:defRPr>
            </a:lvl5pPr>
            <a:lvl6pPr>
              <a:defRPr sz="1875" b="1">
                <a:solidFill>
                  <a:srgbClr val="4C156F"/>
                </a:solidFill>
                <a:latin typeface="Montserrat"/>
                <a:ea typeface="Montserrat"/>
                <a:cs typeface="Montserrat"/>
              </a:defRPr>
            </a:lvl6pPr>
            <a:lvl7pPr>
              <a:defRPr sz="1875" b="1">
                <a:solidFill>
                  <a:srgbClr val="4C156F"/>
                </a:solidFill>
                <a:latin typeface="Montserrat"/>
                <a:ea typeface="Montserrat"/>
                <a:cs typeface="Montserrat"/>
              </a:defRPr>
            </a:lvl7pPr>
            <a:lvl8pPr>
              <a:defRPr sz="1875" b="1">
                <a:solidFill>
                  <a:srgbClr val="4C156F"/>
                </a:solidFill>
                <a:latin typeface="Montserrat"/>
                <a:ea typeface="Montserrat"/>
                <a:cs typeface="Montserrat"/>
              </a:defRPr>
            </a:lvl8pPr>
            <a:lvl9pPr>
              <a:defRPr sz="1875" b="1">
                <a:solidFill>
                  <a:srgbClr val="4C156F"/>
                </a:solidFill>
                <a:latin typeface="Montserrat"/>
                <a:ea typeface="Montserrat"/>
                <a:cs typeface="Montserrat"/>
              </a:defRPr>
            </a:lvl9pPr>
          </a:lstStyle>
          <a:p>
            <a:pPr>
              <a:defRPr sz="1875" b="1">
                <a:solidFill>
                  <a:srgbClr val="4C156F"/>
                </a:solidFill>
                <a:latin typeface="Montserrat"/>
                <a:ea typeface="Montserrat"/>
                <a:cs typeface="Montserrat"/>
              </a:defRPr>
            </a:pPr>
            <a:r>
              <a:rPr sz="1875" b="1">
                <a:solidFill>
                  <a:srgbClr val="4C156F"/>
                </a:solidFill>
                <a:latin typeface="Montserrat"/>
                <a:ea typeface="Montserrat"/>
                <a:cs typeface="Montserrat"/>
              </a:rPr>
              <a:t>Посторонние предметы</a:t>
            </a:r>
          </a:p>
        </p:txBody>
      </p:sp>
      <p:sp>
        <p:nvSpPr>
          <p:cNvPr id="4023" name="Прямоугольник 4022">
            <a:extLst>
              <a:ext uri="{FF2B5EF4-FFF2-40B4-BE49-F238E27FC236}">
                <a16:creationId xmlns:a16="http://schemas.microsoft.com/office/drawing/2014/main" id="{6DA699E3-2E50-470E-93E4-22A97A65A25A}"/>
              </a:ext>
            </a:extLst>
          </p:cNvPr>
          <p:cNvSpPr>
            <a:spLocks noGrp="1"/>
          </p:cNvSpPr>
          <p:nvPr/>
        </p:nvSpPr>
        <p:spPr>
          <a:xfrm>
            <a:off x="8420100" y="3390900"/>
            <a:ext cx="3238500" cy="600075"/>
          </a:xfrm>
          <a:prstGeom prst="rect">
            <a:avLst/>
          </a:prstGeom>
          <a:noFill/>
          <a:ln w="0">
            <a:noFill/>
            <a:prstDash val="solid"/>
          </a:ln>
        </p:spPr>
        <p:txBody>
          <a:bodyPr lIns="0" tIns="0" rIns="0" bIns="0"/>
          <a:lstStyle>
            <a:defPPr>
              <a:defRPr sz="1350" b="0">
                <a:solidFill>
                  <a:srgbClr val="4C156F"/>
                </a:solidFill>
                <a:latin typeface="Montserrat"/>
                <a:ea typeface="Montserrat"/>
                <a:cs typeface="Montserrat"/>
              </a:defRPr>
            </a:defPPr>
            <a:lvl1pPr>
              <a:defRPr sz="1350" b="0">
                <a:solidFill>
                  <a:srgbClr val="4C156F"/>
                </a:solidFill>
                <a:latin typeface="Montserrat"/>
                <a:ea typeface="Montserrat"/>
                <a:cs typeface="Montserrat"/>
              </a:defRPr>
            </a:lvl1pPr>
            <a:lvl2pPr>
              <a:defRPr sz="1350" b="0">
                <a:solidFill>
                  <a:srgbClr val="4C156F"/>
                </a:solidFill>
                <a:latin typeface="Montserrat"/>
                <a:ea typeface="Montserrat"/>
                <a:cs typeface="Montserrat"/>
              </a:defRPr>
            </a:lvl2pPr>
            <a:lvl3pPr>
              <a:defRPr sz="1350" b="0">
                <a:solidFill>
                  <a:srgbClr val="4C156F"/>
                </a:solidFill>
                <a:latin typeface="Montserrat"/>
                <a:ea typeface="Montserrat"/>
                <a:cs typeface="Montserrat"/>
              </a:defRPr>
            </a:lvl3pPr>
            <a:lvl4pPr>
              <a:defRPr sz="1350" b="0">
                <a:solidFill>
                  <a:srgbClr val="4C156F"/>
                </a:solidFill>
                <a:latin typeface="Montserrat"/>
                <a:ea typeface="Montserrat"/>
                <a:cs typeface="Montserrat"/>
              </a:defRPr>
            </a:lvl4pPr>
            <a:lvl5pPr>
              <a:defRPr sz="1350" b="0">
                <a:solidFill>
                  <a:srgbClr val="4C156F"/>
                </a:solidFill>
                <a:latin typeface="Montserrat"/>
                <a:ea typeface="Montserrat"/>
                <a:cs typeface="Montserrat"/>
              </a:defRPr>
            </a:lvl5pPr>
            <a:lvl6pPr>
              <a:defRPr sz="1350" b="0">
                <a:solidFill>
                  <a:srgbClr val="4C156F"/>
                </a:solidFill>
                <a:latin typeface="Montserrat"/>
                <a:ea typeface="Montserrat"/>
                <a:cs typeface="Montserrat"/>
              </a:defRPr>
            </a:lvl6pPr>
            <a:lvl7pPr>
              <a:defRPr sz="1350" b="0">
                <a:solidFill>
                  <a:srgbClr val="4C156F"/>
                </a:solidFill>
                <a:latin typeface="Montserrat"/>
                <a:ea typeface="Montserrat"/>
                <a:cs typeface="Montserrat"/>
              </a:defRPr>
            </a:lvl7pPr>
            <a:lvl8pPr>
              <a:defRPr sz="1350" b="0">
                <a:solidFill>
                  <a:srgbClr val="4C156F"/>
                </a:solidFill>
                <a:latin typeface="Montserrat"/>
                <a:ea typeface="Montserrat"/>
                <a:cs typeface="Montserrat"/>
              </a:defRPr>
            </a:lvl8pPr>
            <a:lvl9pPr>
              <a:defRPr sz="1350" b="0">
                <a:solidFill>
                  <a:srgbClr val="4C156F"/>
                </a:solidFill>
                <a:latin typeface="Montserrat"/>
                <a:ea typeface="Montserrat"/>
                <a:cs typeface="Montserrat"/>
              </a:defRPr>
            </a:lvl9pPr>
          </a:lstStyle>
          <a:p>
            <a:pPr>
              <a:defRPr sz="1350" b="0">
                <a:solidFill>
                  <a:srgbClr val="4C156F"/>
                </a:solidFill>
                <a:latin typeface="Montserrat"/>
                <a:ea typeface="Montserrat"/>
                <a:cs typeface="Montserrat"/>
              </a:defRPr>
            </a:pPr>
            <a:r>
              <a:rPr sz="1350" b="0">
                <a:solidFill>
                  <a:srgbClr val="4C156F"/>
                </a:solidFill>
                <a:latin typeface="Montserrat"/>
                <a:ea typeface="Montserrat"/>
                <a:cs typeface="Montserrat"/>
              </a:rPr>
              <a:t>Top-hat: яркие тонкие структуры</a:t>
            </a:r>
          </a:p>
          <a:p>
            <a:pPr>
              <a:defRPr sz="1350" b="0">
                <a:solidFill>
                  <a:srgbClr val="4C156F"/>
                </a:solidFill>
                <a:latin typeface="Montserrat"/>
                <a:ea typeface="Montserrat"/>
                <a:cs typeface="Montserrat"/>
              </a:defRPr>
            </a:pPr>
            <a:r>
              <a:rPr sz="1350" b="0">
                <a:solidFill>
                  <a:srgbClr val="4C156F"/>
                </a:solidFill>
                <a:latin typeface="Montserrat"/>
                <a:ea typeface="Montserrat"/>
                <a:cs typeface="Montserrat"/>
              </a:rPr>
              <a:t>+ среднее 3 моделей ResNet-34</a:t>
            </a:r>
          </a:p>
        </p:txBody>
      </p:sp>
      <p:sp>
        <p:nvSpPr>
          <p:cNvPr id="4024" name="Прямая соединительная линия 4023">
            <a:extLst>
              <a:ext uri="{FF2B5EF4-FFF2-40B4-BE49-F238E27FC236}">
                <a16:creationId xmlns:a16="http://schemas.microsoft.com/office/drawing/2014/main" id="{A901C385-94F3-45A8-9898-7AE71098F94A}"/>
              </a:ext>
            </a:extLst>
          </p:cNvPr>
          <p:cNvSpPr>
            <a:spLocks noGrp="1"/>
          </p:cNvSpPr>
          <p:nvPr/>
        </p:nvSpPr>
        <p:spPr>
          <a:xfrm>
            <a:off x="8420100" y="4076700"/>
            <a:ext cx="3238500" cy="0"/>
          </a:xfrm>
          <a:prstGeom prst="line">
            <a:avLst/>
          </a:prstGeom>
          <a:noFill/>
          <a:ln w="28575">
            <a:solidFill>
              <a:srgbClr val="FF0066"/>
            </a:solidFill>
            <a:prstDash val="solid"/>
          </a:ln>
        </p:spPr>
      </p:sp>
      <p:sp>
        <p:nvSpPr>
          <p:cNvPr id="4025" name="Прямоугольник 4024">
            <a:extLst>
              <a:ext uri="{FF2B5EF4-FFF2-40B4-BE49-F238E27FC236}">
                <a16:creationId xmlns:a16="http://schemas.microsoft.com/office/drawing/2014/main" id="{3532A166-1FE6-4995-BD64-183B79C4EFC3}"/>
              </a:ext>
            </a:extLst>
          </p:cNvPr>
          <p:cNvSpPr>
            <a:spLocks noGrp="1"/>
          </p:cNvSpPr>
          <p:nvPr/>
        </p:nvSpPr>
        <p:spPr>
          <a:xfrm>
            <a:off x="8420100" y="4210050"/>
            <a:ext cx="3238500" cy="495300"/>
          </a:xfrm>
          <a:prstGeom prst="rect">
            <a:avLst/>
          </a:prstGeom>
          <a:noFill/>
          <a:ln w="0">
            <a:noFill/>
            <a:prstDash val="solid"/>
          </a:ln>
        </p:spPr>
        <p:txBody>
          <a:bodyPr lIns="0" tIns="0" rIns="0" bIns="0"/>
          <a:lstStyle>
            <a:defPPr>
              <a:defRPr sz="1350" b="1">
                <a:solidFill>
                  <a:srgbClr val="4C156F"/>
                </a:solidFill>
                <a:latin typeface="Montserrat"/>
                <a:ea typeface="Montserrat"/>
                <a:cs typeface="Montserrat"/>
              </a:defRPr>
            </a:defPPr>
            <a:lvl1pPr>
              <a:defRPr sz="1350" b="1">
                <a:solidFill>
                  <a:srgbClr val="4C156F"/>
                </a:solidFill>
                <a:latin typeface="Montserrat"/>
                <a:ea typeface="Montserrat"/>
                <a:cs typeface="Montserrat"/>
              </a:defRPr>
            </a:lvl1pPr>
            <a:lvl2pPr>
              <a:defRPr sz="1350" b="1">
                <a:solidFill>
                  <a:srgbClr val="4C156F"/>
                </a:solidFill>
                <a:latin typeface="Montserrat"/>
                <a:ea typeface="Montserrat"/>
                <a:cs typeface="Montserrat"/>
              </a:defRPr>
            </a:lvl2pPr>
            <a:lvl3pPr>
              <a:defRPr sz="1350" b="1">
                <a:solidFill>
                  <a:srgbClr val="4C156F"/>
                </a:solidFill>
                <a:latin typeface="Montserrat"/>
                <a:ea typeface="Montserrat"/>
                <a:cs typeface="Montserrat"/>
              </a:defRPr>
            </a:lvl3pPr>
            <a:lvl4pPr>
              <a:defRPr sz="1350" b="1">
                <a:solidFill>
                  <a:srgbClr val="4C156F"/>
                </a:solidFill>
                <a:latin typeface="Montserrat"/>
                <a:ea typeface="Montserrat"/>
                <a:cs typeface="Montserrat"/>
              </a:defRPr>
            </a:lvl4pPr>
            <a:lvl5pPr>
              <a:defRPr sz="1350" b="1">
                <a:solidFill>
                  <a:srgbClr val="4C156F"/>
                </a:solidFill>
                <a:latin typeface="Montserrat"/>
                <a:ea typeface="Montserrat"/>
                <a:cs typeface="Montserrat"/>
              </a:defRPr>
            </a:lvl5pPr>
            <a:lvl6pPr>
              <a:defRPr sz="1350" b="1">
                <a:solidFill>
                  <a:srgbClr val="4C156F"/>
                </a:solidFill>
                <a:latin typeface="Montserrat"/>
                <a:ea typeface="Montserrat"/>
                <a:cs typeface="Montserrat"/>
              </a:defRPr>
            </a:lvl6pPr>
            <a:lvl7pPr>
              <a:defRPr sz="1350" b="1">
                <a:solidFill>
                  <a:srgbClr val="4C156F"/>
                </a:solidFill>
                <a:latin typeface="Montserrat"/>
                <a:ea typeface="Montserrat"/>
                <a:cs typeface="Montserrat"/>
              </a:defRPr>
            </a:lvl7pPr>
            <a:lvl8pPr>
              <a:defRPr sz="1350" b="1">
                <a:solidFill>
                  <a:srgbClr val="4C156F"/>
                </a:solidFill>
                <a:latin typeface="Montserrat"/>
                <a:ea typeface="Montserrat"/>
                <a:cs typeface="Montserrat"/>
              </a:defRPr>
            </a:lvl8pPr>
            <a:lvl9pPr>
              <a:defRPr sz="1350" b="1">
                <a:solidFill>
                  <a:srgbClr val="4C156F"/>
                </a:solidFill>
                <a:latin typeface="Montserrat"/>
                <a:ea typeface="Montserrat"/>
                <a:cs typeface="Montserrat"/>
              </a:defRPr>
            </a:lvl9pPr>
          </a:lstStyle>
          <a:p>
            <a:pPr>
              <a:defRPr sz="1350" b="1">
                <a:solidFill>
                  <a:srgbClr val="4C156F"/>
                </a:solidFill>
                <a:latin typeface="Montserrat"/>
                <a:ea typeface="Montserrat"/>
                <a:cs typeface="Montserrat"/>
              </a:defRPr>
            </a:pPr>
            <a:r>
              <a:rPr sz="1350" b="1" dirty="0" err="1">
                <a:solidFill>
                  <a:srgbClr val="4C156F"/>
                </a:solidFill>
                <a:latin typeface="Montserrat"/>
                <a:ea typeface="Montserrat"/>
                <a:cs typeface="Montserrat"/>
              </a:rPr>
              <a:t>Объединённая</a:t>
            </a:r>
            <a:r>
              <a:rPr sz="1350" b="1" dirty="0">
                <a:solidFill>
                  <a:srgbClr val="4C156F"/>
                </a:solidFill>
                <a:latin typeface="Montserrat"/>
                <a:ea typeface="Montserrat"/>
                <a:cs typeface="Montserrat"/>
              </a:rPr>
              <a:t> </a:t>
            </a:r>
            <a:r>
              <a:rPr sz="1350" b="1" dirty="0" err="1">
                <a:solidFill>
                  <a:srgbClr val="4C156F"/>
                </a:solidFill>
                <a:latin typeface="Montserrat"/>
                <a:ea typeface="Montserrat"/>
                <a:cs typeface="Montserrat"/>
              </a:rPr>
              <a:t>оценка</a:t>
            </a:r>
            <a:r>
              <a:rPr sz="1350" b="1" dirty="0">
                <a:solidFill>
                  <a:srgbClr val="4C156F"/>
                </a:solidFill>
                <a:latin typeface="Montserrat"/>
                <a:ea typeface="Montserrat"/>
                <a:cs typeface="Montserrat"/>
              </a:rPr>
              <a:t> &gt; </a:t>
            </a:r>
            <a:r>
              <a:rPr sz="1350" b="1" dirty="0" err="1">
                <a:solidFill>
                  <a:srgbClr val="4C156F"/>
                </a:solidFill>
                <a:latin typeface="Montserrat"/>
                <a:ea typeface="Montserrat"/>
                <a:cs typeface="Montserrat"/>
              </a:rPr>
              <a:t>порога</a:t>
            </a:r>
            <a:endParaRPr sz="1350" b="1" dirty="0">
              <a:solidFill>
                <a:srgbClr val="4C156F"/>
              </a:solidFill>
              <a:latin typeface="Montserrat"/>
              <a:ea typeface="Montserrat"/>
              <a:cs typeface="Montserrat"/>
            </a:endParaRPr>
          </a:p>
          <a:p>
            <a:pPr>
              <a:defRPr sz="1350" b="1">
                <a:solidFill>
                  <a:srgbClr val="4C156F"/>
                </a:solidFill>
                <a:latin typeface="Montserrat"/>
                <a:ea typeface="Montserrat"/>
                <a:cs typeface="Montserrat"/>
              </a:defRPr>
            </a:pPr>
            <a:r>
              <a:rPr sz="1350" b="1" dirty="0" err="1">
                <a:solidFill>
                  <a:srgbClr val="4C156F"/>
                </a:solidFill>
                <a:latin typeface="Montserrat"/>
                <a:ea typeface="Montserrat"/>
                <a:cs typeface="Montserrat"/>
              </a:rPr>
              <a:t>spine_artifacts</a:t>
            </a:r>
            <a:endParaRPr sz="1350" b="1" dirty="0">
              <a:solidFill>
                <a:srgbClr val="4C156F"/>
              </a:solidFill>
              <a:latin typeface="Montserrat"/>
              <a:ea typeface="Montserrat"/>
              <a:cs typeface="Montserrat"/>
            </a:endParaRPr>
          </a:p>
        </p:txBody>
      </p:sp>
      <p:sp>
        <p:nvSpPr>
          <p:cNvPr id="4026" name="Прямоугольник 4025">
            <a:extLst>
              <a:ext uri="{FF2B5EF4-FFF2-40B4-BE49-F238E27FC236}">
                <a16:creationId xmlns:a16="http://schemas.microsoft.com/office/drawing/2014/main" id="{5A7046D1-6690-4230-A975-CC3601E48C1D}"/>
              </a:ext>
            </a:extLst>
          </p:cNvPr>
          <p:cNvSpPr>
            <a:spLocks noGrp="1"/>
          </p:cNvSpPr>
          <p:nvPr/>
        </p:nvSpPr>
        <p:spPr>
          <a:xfrm>
            <a:off x="8420100" y="4762500"/>
            <a:ext cx="3238500" cy="209550"/>
          </a:xfrm>
          <a:prstGeom prst="rect">
            <a:avLst/>
          </a:prstGeom>
          <a:noFill/>
          <a:ln w="0">
            <a:noFill/>
            <a:prstDash val="solid"/>
          </a:ln>
        </p:spPr>
        <p:txBody>
          <a:bodyPr lIns="0" tIns="0" rIns="0" bIns="0"/>
          <a:lstStyle>
            <a:defPPr>
              <a:defRPr sz="1050" b="1">
                <a:solidFill>
                  <a:srgbClr val="FF0066"/>
                </a:solidFill>
                <a:latin typeface="Montserrat"/>
                <a:ea typeface="Montserrat"/>
                <a:cs typeface="Montserrat"/>
              </a:defRPr>
            </a:defPPr>
            <a:lvl1pPr>
              <a:defRPr sz="1050" b="1">
                <a:solidFill>
                  <a:srgbClr val="FF0066"/>
                </a:solidFill>
                <a:latin typeface="Montserrat"/>
                <a:ea typeface="Montserrat"/>
                <a:cs typeface="Montserrat"/>
              </a:defRPr>
            </a:lvl1pPr>
            <a:lvl2pPr>
              <a:defRPr sz="1050" b="1">
                <a:solidFill>
                  <a:srgbClr val="FF0066"/>
                </a:solidFill>
                <a:latin typeface="Montserrat"/>
                <a:ea typeface="Montserrat"/>
                <a:cs typeface="Montserrat"/>
              </a:defRPr>
            </a:lvl2pPr>
            <a:lvl3pPr>
              <a:defRPr sz="1050" b="1">
                <a:solidFill>
                  <a:srgbClr val="FF0066"/>
                </a:solidFill>
                <a:latin typeface="Montserrat"/>
                <a:ea typeface="Montserrat"/>
                <a:cs typeface="Montserrat"/>
              </a:defRPr>
            </a:lvl3pPr>
            <a:lvl4pPr>
              <a:defRPr sz="1050" b="1">
                <a:solidFill>
                  <a:srgbClr val="FF0066"/>
                </a:solidFill>
                <a:latin typeface="Montserrat"/>
                <a:ea typeface="Montserrat"/>
                <a:cs typeface="Montserrat"/>
              </a:defRPr>
            </a:lvl4pPr>
            <a:lvl5pPr>
              <a:defRPr sz="1050" b="1">
                <a:solidFill>
                  <a:srgbClr val="FF0066"/>
                </a:solidFill>
                <a:latin typeface="Montserrat"/>
                <a:ea typeface="Montserrat"/>
                <a:cs typeface="Montserrat"/>
              </a:defRPr>
            </a:lvl5pPr>
            <a:lvl6pPr>
              <a:defRPr sz="1050" b="1">
                <a:solidFill>
                  <a:srgbClr val="FF0066"/>
                </a:solidFill>
                <a:latin typeface="Montserrat"/>
                <a:ea typeface="Montserrat"/>
                <a:cs typeface="Montserrat"/>
              </a:defRPr>
            </a:lvl6pPr>
            <a:lvl7pPr>
              <a:defRPr sz="1050" b="1">
                <a:solidFill>
                  <a:srgbClr val="FF0066"/>
                </a:solidFill>
                <a:latin typeface="Montserrat"/>
                <a:ea typeface="Montserrat"/>
                <a:cs typeface="Montserrat"/>
              </a:defRPr>
            </a:lvl7pPr>
            <a:lvl8pPr>
              <a:defRPr sz="1050" b="1">
                <a:solidFill>
                  <a:srgbClr val="FF0066"/>
                </a:solidFill>
                <a:latin typeface="Montserrat"/>
                <a:ea typeface="Montserrat"/>
                <a:cs typeface="Montserrat"/>
              </a:defRPr>
            </a:lvl8pPr>
            <a:lvl9pPr>
              <a:defRPr sz="1050" b="1">
                <a:solidFill>
                  <a:srgbClr val="FF0066"/>
                </a:solidFill>
                <a:latin typeface="Montserrat"/>
                <a:ea typeface="Montserrat"/>
                <a:cs typeface="Montserrat"/>
              </a:defRPr>
            </a:lvl9pPr>
          </a:lstStyle>
          <a:p>
            <a:pPr>
              <a:defRPr sz="1050" b="1">
                <a:solidFill>
                  <a:srgbClr val="FF0066"/>
                </a:solidFill>
                <a:latin typeface="Montserrat"/>
                <a:ea typeface="Montserrat"/>
                <a:cs typeface="Montserrat"/>
              </a:defRPr>
            </a:pPr>
            <a:r>
              <a:rPr sz="1050" b="1">
                <a:solidFill>
                  <a:srgbClr val="FF0066"/>
                </a:solidFill>
                <a:latin typeface="Montserrat"/>
                <a:ea typeface="Montserrat"/>
                <a:cs typeface="Montserrat"/>
              </a:rPr>
              <a:t>Без CNN: геометрия + пометка</a:t>
            </a:r>
          </a:p>
        </p:txBody>
      </p:sp>
      <p:sp>
        <p:nvSpPr>
          <p:cNvPr id="4027" name="Прямая соединительная линия 4026">
            <a:extLst>
              <a:ext uri="{FF2B5EF4-FFF2-40B4-BE49-F238E27FC236}">
                <a16:creationId xmlns:a16="http://schemas.microsoft.com/office/drawing/2014/main" id="{EB250F70-525D-4B18-AC11-E324EA922E31}"/>
              </a:ext>
            </a:extLst>
          </p:cNvPr>
          <p:cNvSpPr>
            <a:spLocks noGrp="1"/>
          </p:cNvSpPr>
          <p:nvPr/>
        </p:nvSpPr>
        <p:spPr>
          <a:xfrm>
            <a:off x="2152650" y="4991100"/>
            <a:ext cx="0" cy="209550"/>
          </a:xfrm>
          <a:prstGeom prst="line">
            <a:avLst/>
          </a:prstGeom>
          <a:noFill/>
          <a:ln w="28575">
            <a:solidFill>
              <a:srgbClr val="FF0066"/>
            </a:solidFill>
            <a:prstDash val="solid"/>
          </a:ln>
        </p:spPr>
      </p:sp>
      <p:sp>
        <p:nvSpPr>
          <p:cNvPr id="4028" name="Прямая соединительная линия 4027">
            <a:extLst>
              <a:ext uri="{FF2B5EF4-FFF2-40B4-BE49-F238E27FC236}">
                <a16:creationId xmlns:a16="http://schemas.microsoft.com/office/drawing/2014/main" id="{69664321-8C8A-4676-B793-46B162A18713}"/>
              </a:ext>
            </a:extLst>
          </p:cNvPr>
          <p:cNvSpPr>
            <a:spLocks noGrp="1"/>
          </p:cNvSpPr>
          <p:nvPr/>
        </p:nvSpPr>
        <p:spPr>
          <a:xfrm>
            <a:off x="6096000" y="4991100"/>
            <a:ext cx="0" cy="209550"/>
          </a:xfrm>
          <a:prstGeom prst="line">
            <a:avLst/>
          </a:prstGeom>
          <a:noFill/>
          <a:ln w="28575">
            <a:solidFill>
              <a:srgbClr val="FF0066"/>
            </a:solidFill>
            <a:prstDash val="solid"/>
          </a:ln>
        </p:spPr>
      </p:sp>
      <p:sp>
        <p:nvSpPr>
          <p:cNvPr id="4029" name="Прямая соединительная линия 4028">
            <a:extLst>
              <a:ext uri="{FF2B5EF4-FFF2-40B4-BE49-F238E27FC236}">
                <a16:creationId xmlns:a16="http://schemas.microsoft.com/office/drawing/2014/main" id="{F45E5CA8-E1B7-45DD-9721-F8DC3743FD46}"/>
              </a:ext>
            </a:extLst>
          </p:cNvPr>
          <p:cNvSpPr>
            <a:spLocks noGrp="1"/>
          </p:cNvSpPr>
          <p:nvPr/>
        </p:nvSpPr>
        <p:spPr>
          <a:xfrm>
            <a:off x="10039350" y="4991100"/>
            <a:ext cx="0" cy="209550"/>
          </a:xfrm>
          <a:prstGeom prst="line">
            <a:avLst/>
          </a:prstGeom>
          <a:noFill/>
          <a:ln w="28575">
            <a:solidFill>
              <a:srgbClr val="FF0066"/>
            </a:solidFill>
            <a:prstDash val="solid"/>
          </a:ln>
        </p:spPr>
      </p:sp>
      <p:sp>
        <p:nvSpPr>
          <p:cNvPr id="4030" name="Прямая соединительная линия 4029">
            <a:extLst>
              <a:ext uri="{FF2B5EF4-FFF2-40B4-BE49-F238E27FC236}">
                <a16:creationId xmlns:a16="http://schemas.microsoft.com/office/drawing/2014/main" id="{FA97FC25-CCD8-447B-97EF-000BBEC7E73E}"/>
              </a:ext>
            </a:extLst>
          </p:cNvPr>
          <p:cNvSpPr>
            <a:spLocks noGrp="1"/>
          </p:cNvSpPr>
          <p:nvPr/>
        </p:nvSpPr>
        <p:spPr>
          <a:xfrm>
            <a:off x="2152650" y="5200650"/>
            <a:ext cx="7886700" cy="0"/>
          </a:xfrm>
          <a:prstGeom prst="line">
            <a:avLst/>
          </a:prstGeom>
          <a:noFill/>
          <a:ln w="28575">
            <a:solidFill>
              <a:srgbClr val="FF0066"/>
            </a:solidFill>
            <a:prstDash val="solid"/>
          </a:ln>
        </p:spPr>
      </p:sp>
      <p:sp>
        <p:nvSpPr>
          <p:cNvPr id="4031" name="Стрелка вниз 4030">
            <a:extLst>
              <a:ext uri="{FF2B5EF4-FFF2-40B4-BE49-F238E27FC236}">
                <a16:creationId xmlns:a16="http://schemas.microsoft.com/office/drawing/2014/main" id="{715A920D-4E20-45A6-8929-8581AD028CA5}"/>
              </a:ext>
            </a:extLst>
          </p:cNvPr>
          <p:cNvSpPr>
            <a:spLocks noGrp="1"/>
          </p:cNvSpPr>
          <p:nvPr/>
        </p:nvSpPr>
        <p:spPr>
          <a:xfrm>
            <a:off x="6000750" y="5200650"/>
            <a:ext cx="190500" cy="247650"/>
          </a:xfrm>
          <a:prstGeom prst="downArrow">
            <a:avLst/>
          </a:prstGeom>
          <a:solidFill>
            <a:srgbClr val="FF0066"/>
          </a:solidFill>
          <a:ln w="0">
            <a:solidFill>
              <a:srgbClr val="FF0066"/>
            </a:solidFill>
            <a:prstDash val="solid"/>
          </a:ln>
        </p:spPr>
      </p:sp>
      <p:sp>
        <p:nvSpPr>
          <p:cNvPr id="4032" name="Скругленный прямоугольник 4031">
            <a:extLst>
              <a:ext uri="{FF2B5EF4-FFF2-40B4-BE49-F238E27FC236}">
                <a16:creationId xmlns:a16="http://schemas.microsoft.com/office/drawing/2014/main" id="{1111CDFF-66A4-4DFA-8CF4-036C70413F36}"/>
              </a:ext>
            </a:extLst>
          </p:cNvPr>
          <p:cNvSpPr>
            <a:spLocks noGrp="1"/>
          </p:cNvSpPr>
          <p:nvPr/>
        </p:nvSpPr>
        <p:spPr>
          <a:xfrm>
            <a:off x="1476375" y="5524500"/>
            <a:ext cx="9239250" cy="523875"/>
          </a:xfrm>
          <a:prstGeom prst="roundRect">
            <a:avLst>
              <a:gd name="adj" fmla="val 25455"/>
            </a:avLst>
          </a:prstGeom>
          <a:solidFill>
            <a:srgbClr val="FFFFFF"/>
          </a:solidFill>
          <a:ln w="9525">
            <a:solidFill>
              <a:srgbClr val="FFFFFF"/>
            </a:solidFill>
            <a:prstDash val="solid"/>
          </a:ln>
        </p:spPr>
      </p:sp>
      <p:sp>
        <p:nvSpPr>
          <p:cNvPr id="4033" name="Прямоугольник 4032">
            <a:extLst>
              <a:ext uri="{FF2B5EF4-FFF2-40B4-BE49-F238E27FC236}">
                <a16:creationId xmlns:a16="http://schemas.microsoft.com/office/drawing/2014/main" id="{24A62A3A-651B-42D7-A849-A66748F50250}"/>
              </a:ext>
            </a:extLst>
          </p:cNvPr>
          <p:cNvSpPr>
            <a:spLocks noGrp="1"/>
          </p:cNvSpPr>
          <p:nvPr/>
        </p:nvSpPr>
        <p:spPr>
          <a:xfrm>
            <a:off x="1676400" y="5657850"/>
            <a:ext cx="8858250" cy="333375"/>
          </a:xfrm>
          <a:prstGeom prst="rect">
            <a:avLst/>
          </a:prstGeom>
          <a:noFill/>
          <a:ln w="0">
            <a:noFill/>
            <a:prstDash val="solid"/>
          </a:ln>
        </p:spPr>
        <p:txBody>
          <a:bodyPr lIns="0" tIns="0" rIns="0" bIns="0"/>
          <a:lstStyle>
            <a:defPPr>
              <a:defRPr sz="1725" b="1">
                <a:solidFill>
                  <a:srgbClr val="4C156F"/>
                </a:solidFill>
                <a:latin typeface="Montserrat"/>
                <a:ea typeface="Montserrat"/>
                <a:cs typeface="Montserrat"/>
              </a:defRPr>
            </a:defPPr>
            <a:lvl1pPr>
              <a:defRPr sz="1725" b="1">
                <a:solidFill>
                  <a:srgbClr val="4C156F"/>
                </a:solidFill>
                <a:latin typeface="Montserrat"/>
                <a:ea typeface="Montserrat"/>
                <a:cs typeface="Montserrat"/>
              </a:defRPr>
            </a:lvl1pPr>
            <a:lvl2pPr>
              <a:defRPr sz="1725" b="1">
                <a:solidFill>
                  <a:srgbClr val="4C156F"/>
                </a:solidFill>
                <a:latin typeface="Montserrat"/>
                <a:ea typeface="Montserrat"/>
                <a:cs typeface="Montserrat"/>
              </a:defRPr>
            </a:lvl2pPr>
            <a:lvl3pPr>
              <a:defRPr sz="1725" b="1">
                <a:solidFill>
                  <a:srgbClr val="4C156F"/>
                </a:solidFill>
                <a:latin typeface="Montserrat"/>
                <a:ea typeface="Montserrat"/>
                <a:cs typeface="Montserrat"/>
              </a:defRPr>
            </a:lvl3pPr>
            <a:lvl4pPr>
              <a:defRPr sz="1725" b="1">
                <a:solidFill>
                  <a:srgbClr val="4C156F"/>
                </a:solidFill>
                <a:latin typeface="Montserrat"/>
                <a:ea typeface="Montserrat"/>
                <a:cs typeface="Montserrat"/>
              </a:defRPr>
            </a:lvl4pPr>
            <a:lvl5pPr>
              <a:defRPr sz="1725" b="1">
                <a:solidFill>
                  <a:srgbClr val="4C156F"/>
                </a:solidFill>
                <a:latin typeface="Montserrat"/>
                <a:ea typeface="Montserrat"/>
                <a:cs typeface="Montserrat"/>
              </a:defRPr>
            </a:lvl5pPr>
            <a:lvl6pPr>
              <a:defRPr sz="1725" b="1">
                <a:solidFill>
                  <a:srgbClr val="4C156F"/>
                </a:solidFill>
                <a:latin typeface="Montserrat"/>
                <a:ea typeface="Montserrat"/>
                <a:cs typeface="Montserrat"/>
              </a:defRPr>
            </a:lvl6pPr>
            <a:lvl7pPr>
              <a:defRPr sz="1725" b="1">
                <a:solidFill>
                  <a:srgbClr val="4C156F"/>
                </a:solidFill>
                <a:latin typeface="Montserrat"/>
                <a:ea typeface="Montserrat"/>
                <a:cs typeface="Montserrat"/>
              </a:defRPr>
            </a:lvl7pPr>
            <a:lvl8pPr>
              <a:defRPr sz="1725" b="1">
                <a:solidFill>
                  <a:srgbClr val="4C156F"/>
                </a:solidFill>
                <a:latin typeface="Montserrat"/>
                <a:ea typeface="Montserrat"/>
                <a:cs typeface="Montserrat"/>
              </a:defRPr>
            </a:lvl8pPr>
            <a:lvl9pPr>
              <a:defRPr sz="1725" b="1">
                <a:solidFill>
                  <a:srgbClr val="4C156F"/>
                </a:solidFill>
                <a:latin typeface="Montserrat"/>
                <a:ea typeface="Montserrat"/>
                <a:cs typeface="Montserrat"/>
              </a:defRPr>
            </a:lvl9pPr>
          </a:lstStyle>
          <a:p>
            <a:pPr>
              <a:defRPr sz="1725" b="1">
                <a:solidFill>
                  <a:srgbClr val="4C156F"/>
                </a:solidFill>
                <a:latin typeface="Montserrat"/>
                <a:ea typeface="Montserrat"/>
                <a:cs typeface="Montserrat"/>
              </a:defRPr>
            </a:pPr>
            <a:r>
              <a:rPr sz="1725" b="1">
                <a:solidFill>
                  <a:srgbClr val="4C156F"/>
                </a:solidFill>
                <a:latin typeface="Montserrat"/>
                <a:ea typeface="Montserrat"/>
                <a:cs typeface="Montserrat"/>
              </a:rPr>
              <a:t>Сработал любой критерий: класс 1 + все нарушения и измерения</a:t>
            </a:r>
          </a:p>
        </p:txBody>
      </p:sp>
      <p:sp>
        <p:nvSpPr>
          <p:cNvPr id="4034" name="Прямоугольник 4033">
            <a:extLst>
              <a:ext uri="{FF2B5EF4-FFF2-40B4-BE49-F238E27FC236}">
                <a16:creationId xmlns:a16="http://schemas.microsoft.com/office/drawing/2014/main" id="{74238246-F85B-45E7-B855-8E086B9DD2B9}"/>
              </a:ext>
            </a:extLst>
          </p:cNvPr>
          <p:cNvSpPr>
            <a:spLocks noGrp="1"/>
          </p:cNvSpPr>
          <p:nvPr/>
        </p:nvSpPr>
        <p:spPr>
          <a:xfrm>
            <a:off x="342900" y="6172200"/>
            <a:ext cx="11506200" cy="238125"/>
          </a:xfrm>
          <a:prstGeom prst="rect">
            <a:avLst/>
          </a:prstGeom>
          <a:noFill/>
          <a:ln w="0">
            <a:noFill/>
            <a:prstDash val="solid"/>
          </a:ln>
        </p:spPr>
        <p:txBody>
          <a:bodyPr lIns="0" tIns="0" rIns="0" bIns="0"/>
          <a:lstStyle>
            <a:defPPr>
              <a:defRPr sz="1200" b="0">
                <a:solidFill>
                  <a:srgbClr val="FFFFFF"/>
                </a:solidFill>
                <a:latin typeface="Montserrat"/>
                <a:ea typeface="Montserrat"/>
                <a:cs typeface="Montserrat"/>
              </a:defRPr>
            </a:defPPr>
            <a:lvl1pPr>
              <a:defRPr sz="1200" b="0">
                <a:solidFill>
                  <a:srgbClr val="FFFFFF"/>
                </a:solidFill>
                <a:latin typeface="Montserrat"/>
                <a:ea typeface="Montserrat"/>
                <a:cs typeface="Montserrat"/>
              </a:defRPr>
            </a:lvl1pPr>
            <a:lvl2pPr>
              <a:defRPr sz="1200" b="0">
                <a:solidFill>
                  <a:srgbClr val="FFFFFF"/>
                </a:solidFill>
                <a:latin typeface="Montserrat"/>
                <a:ea typeface="Montserrat"/>
                <a:cs typeface="Montserrat"/>
              </a:defRPr>
            </a:lvl2pPr>
            <a:lvl3pPr>
              <a:defRPr sz="1200" b="0">
                <a:solidFill>
                  <a:srgbClr val="FFFFFF"/>
                </a:solidFill>
                <a:latin typeface="Montserrat"/>
                <a:ea typeface="Montserrat"/>
                <a:cs typeface="Montserrat"/>
              </a:defRPr>
            </a:lvl3pPr>
            <a:lvl4pPr>
              <a:defRPr sz="1200" b="0">
                <a:solidFill>
                  <a:srgbClr val="FFFFFF"/>
                </a:solidFill>
                <a:latin typeface="Montserrat"/>
                <a:ea typeface="Montserrat"/>
                <a:cs typeface="Montserrat"/>
              </a:defRPr>
            </a:lvl4pPr>
            <a:lvl5pPr>
              <a:defRPr sz="1200" b="0">
                <a:solidFill>
                  <a:srgbClr val="FFFFFF"/>
                </a:solidFill>
                <a:latin typeface="Montserrat"/>
                <a:ea typeface="Montserrat"/>
                <a:cs typeface="Montserrat"/>
              </a:defRPr>
            </a:lvl5pPr>
            <a:lvl6pPr>
              <a:defRPr sz="1200" b="0">
                <a:solidFill>
                  <a:srgbClr val="FFFFFF"/>
                </a:solidFill>
                <a:latin typeface="Montserrat"/>
                <a:ea typeface="Montserrat"/>
                <a:cs typeface="Montserrat"/>
              </a:defRPr>
            </a:lvl6pPr>
            <a:lvl7pPr>
              <a:defRPr sz="1200" b="0">
                <a:solidFill>
                  <a:srgbClr val="FFFFFF"/>
                </a:solidFill>
                <a:latin typeface="Montserrat"/>
                <a:ea typeface="Montserrat"/>
                <a:cs typeface="Montserrat"/>
              </a:defRPr>
            </a:lvl7pPr>
            <a:lvl8pPr>
              <a:defRPr sz="1200" b="0">
                <a:solidFill>
                  <a:srgbClr val="FFFFFF"/>
                </a:solidFill>
                <a:latin typeface="Montserrat"/>
                <a:ea typeface="Montserrat"/>
                <a:cs typeface="Montserrat"/>
              </a:defRPr>
            </a:lvl8pPr>
            <a:lvl9pPr>
              <a:defRPr sz="1200" b="0">
                <a:solidFill>
                  <a:srgbClr val="FFFFFF"/>
                </a:solidFill>
                <a:latin typeface="Montserrat"/>
                <a:ea typeface="Montserrat"/>
                <a:cs typeface="Montserrat"/>
              </a:defRPr>
            </a:lvl9pPr>
          </a:lstStyle>
          <a:p>
            <a:pPr>
              <a:defRPr sz="1200" b="0">
                <a:solidFill>
                  <a:srgbClr val="FFFFFF"/>
                </a:solidFill>
                <a:latin typeface="Montserrat"/>
                <a:ea typeface="Montserrat"/>
                <a:cs typeface="Montserrat"/>
              </a:defRPr>
            </a:pPr>
            <a:r>
              <a:rPr sz="1200" b="0">
                <a:solidFill>
                  <a:srgbClr val="FFFFFF"/>
                </a:solidFill>
                <a:latin typeface="Montserrat"/>
                <a:ea typeface="Montserrat"/>
                <a:cs typeface="Montserrat"/>
              </a:rPr>
              <a:t>Th12 опционально: &lt;5% тела — нарушение, 5–50% — ручная проверка. По умолчанию выключен.</a:t>
            </a:r>
          </a:p>
        </p:txBody>
      </p:sp>
      <p:sp>
        <p:nvSpPr>
          <p:cNvPr id="4035" name="Прямоугольник 4034">
            <a:extLst>
              <a:ext uri="{FF2B5EF4-FFF2-40B4-BE49-F238E27FC236}">
                <a16:creationId xmlns:a16="http://schemas.microsoft.com/office/drawing/2014/main" id="{C3F9D75F-5843-42EB-8A28-101AD6DF2CF1}"/>
              </a:ext>
            </a:extLst>
          </p:cNvPr>
          <p:cNvSpPr>
            <a:spLocks noGrp="1"/>
          </p:cNvSpPr>
          <p:nvPr/>
        </p:nvSpPr>
        <p:spPr>
          <a:xfrm>
            <a:off x="342900" y="6419850"/>
            <a:ext cx="10858500" cy="238125"/>
          </a:xfrm>
          <a:prstGeom prst="rect">
            <a:avLst/>
          </a:prstGeom>
          <a:noFill/>
          <a:ln w="0">
            <a:noFill/>
            <a:prstDash val="solid"/>
          </a:ln>
        </p:spPr>
        <p:txBody>
          <a:bodyPr lIns="0" tIns="0" rIns="0" bIns="0"/>
          <a:lstStyle>
            <a:defPPr>
              <a:defRPr sz="1200" b="0">
                <a:solidFill>
                  <a:srgbClr val="FFFFFF"/>
                </a:solidFill>
                <a:latin typeface="Montserrat"/>
                <a:ea typeface="Montserrat"/>
                <a:cs typeface="Montserrat"/>
              </a:defRPr>
            </a:defPPr>
            <a:lvl1pPr>
              <a:defRPr sz="1200" b="0">
                <a:solidFill>
                  <a:srgbClr val="FFFFFF"/>
                </a:solidFill>
                <a:latin typeface="Montserrat"/>
                <a:ea typeface="Montserrat"/>
                <a:cs typeface="Montserrat"/>
              </a:defRPr>
            </a:lvl1pPr>
            <a:lvl2pPr>
              <a:defRPr sz="1200" b="0">
                <a:solidFill>
                  <a:srgbClr val="FFFFFF"/>
                </a:solidFill>
                <a:latin typeface="Montserrat"/>
                <a:ea typeface="Montserrat"/>
                <a:cs typeface="Montserrat"/>
              </a:defRPr>
            </a:lvl2pPr>
            <a:lvl3pPr>
              <a:defRPr sz="1200" b="0">
                <a:solidFill>
                  <a:srgbClr val="FFFFFF"/>
                </a:solidFill>
                <a:latin typeface="Montserrat"/>
                <a:ea typeface="Montserrat"/>
                <a:cs typeface="Montserrat"/>
              </a:defRPr>
            </a:lvl3pPr>
            <a:lvl4pPr>
              <a:defRPr sz="1200" b="0">
                <a:solidFill>
                  <a:srgbClr val="FFFFFF"/>
                </a:solidFill>
                <a:latin typeface="Montserrat"/>
                <a:ea typeface="Montserrat"/>
                <a:cs typeface="Montserrat"/>
              </a:defRPr>
            </a:lvl4pPr>
            <a:lvl5pPr>
              <a:defRPr sz="1200" b="0">
                <a:solidFill>
                  <a:srgbClr val="FFFFFF"/>
                </a:solidFill>
                <a:latin typeface="Montserrat"/>
                <a:ea typeface="Montserrat"/>
                <a:cs typeface="Montserrat"/>
              </a:defRPr>
            </a:lvl5pPr>
            <a:lvl6pPr>
              <a:defRPr sz="1200" b="0">
                <a:solidFill>
                  <a:srgbClr val="FFFFFF"/>
                </a:solidFill>
                <a:latin typeface="Montserrat"/>
                <a:ea typeface="Montserrat"/>
                <a:cs typeface="Montserrat"/>
              </a:defRPr>
            </a:lvl6pPr>
            <a:lvl7pPr>
              <a:defRPr sz="1200" b="0">
                <a:solidFill>
                  <a:srgbClr val="FFFFFF"/>
                </a:solidFill>
                <a:latin typeface="Montserrat"/>
                <a:ea typeface="Montserrat"/>
                <a:cs typeface="Montserrat"/>
              </a:defRPr>
            </a:lvl7pPr>
            <a:lvl8pPr>
              <a:defRPr sz="1200" b="0">
                <a:solidFill>
                  <a:srgbClr val="FFFFFF"/>
                </a:solidFill>
                <a:latin typeface="Montserrat"/>
                <a:ea typeface="Montserrat"/>
                <a:cs typeface="Montserrat"/>
              </a:defRPr>
            </a:lvl8pPr>
            <a:lvl9pPr>
              <a:defRPr sz="1200" b="0">
                <a:solidFill>
                  <a:srgbClr val="FFFFFF"/>
                </a:solidFill>
                <a:latin typeface="Montserrat"/>
                <a:ea typeface="Montserrat"/>
                <a:cs typeface="Montserrat"/>
              </a:defRPr>
            </a:lvl9pPr>
          </a:lstStyle>
          <a:p>
            <a:pPr>
              <a:defRPr sz="1200" b="0">
                <a:solidFill>
                  <a:srgbClr val="FFFFFF"/>
                </a:solidFill>
                <a:latin typeface="Montserrat"/>
                <a:ea typeface="Montserrat"/>
                <a:cs typeface="Montserrat"/>
              </a:defRPr>
            </a:pPr>
            <a:r>
              <a:rPr sz="1200" b="0">
                <a:solidFill>
                  <a:srgbClr val="FFFFFF"/>
                </a:solidFill>
                <a:latin typeface="Montserrat"/>
                <a:ea typeface="Montserrat"/>
                <a:cs typeface="Montserrat"/>
              </a:rPr>
              <a:t>¹ При изгибе или несогласии оценок вердикт по оси может подавляться; пометка сохраняется.</a:t>
            </a:r>
          </a:p>
        </p:txBody>
      </p:sp>
    </p:spTree>
    <p:extLst>
      <p:ext uri="{BB962C8B-B14F-4D97-AF65-F5344CB8AC3E}">
        <p14:creationId xmlns:p14="http://schemas.microsoft.com/office/powerpoint/2010/main" val="4191781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346075" y="324562"/>
            <a:ext cx="1810512" cy="620919"/>
          </a:xfrm>
          <a:prstGeom prst="roundRect">
            <a:avLst>
              <a:gd name="adj" fmla="val 18700"/>
            </a:avLst>
          </a:prstGeom>
          <a:solidFill>
            <a:srgbClr val="FF0053"/>
          </a:solidFill>
          <a:ln>
            <a:noFill/>
          </a:ln>
          <a:effectLst/>
        </p:spPr>
        <p:style>
          <a:lnRef idx="1">
            <a:schemeClr val="accent1"/>
          </a:lnRef>
          <a:fillRef idx="3">
            <a:schemeClr val="accent1"/>
          </a:fillRef>
          <a:effectRef idx="2">
            <a:schemeClr val="accent1"/>
          </a:effectRef>
          <a:fontRef idx="minor">
            <a:schemeClr val="lt1"/>
          </a:fontRef>
        </p:style>
        <p:txBody>
          <a:bodyPr wrap="none" lIns="274320" tIns="0" rIns="182880" bIns="0" rtlCol="0" anchor="ctr"/>
          <a:lstStyle/>
          <a:p>
            <a:pPr algn="l"/>
            <a:r>
              <a:rPr sz="2000" b="1" i="0">
                <a:solidFill>
                  <a:srgbClr val="FFFFFF"/>
                </a:solidFill>
                <a:latin typeface="Montserrat"/>
                <a:ea typeface="Montserrat"/>
                <a:cs typeface="Montserrat"/>
              </a:rPr>
              <a:t>ЛОГИКА</a:t>
            </a:r>
          </a:p>
        </p:txBody>
      </p:sp>
      <p:sp>
        <p:nvSpPr>
          <p:cNvPr id="3" name="TextBox 2"/>
          <p:cNvSpPr txBox="1"/>
          <p:nvPr/>
        </p:nvSpPr>
        <p:spPr>
          <a:xfrm>
            <a:off x="346075" y="1097280"/>
            <a:ext cx="11338560" cy="822960"/>
          </a:xfrm>
          <a:prstGeom prst="rect">
            <a:avLst/>
          </a:prstGeom>
          <a:noFill/>
        </p:spPr>
        <p:txBody>
          <a:bodyPr wrap="square" lIns="0" tIns="0" rIns="0" bIns="0" anchor="t"/>
          <a:lstStyle/>
          <a:p>
            <a:pPr algn="l">
              <a:lnSpc>
                <a:spcPct val="102000"/>
              </a:lnSpc>
              <a:spcAft>
                <a:spcPts val="0"/>
              </a:spcAft>
            </a:pPr>
            <a:r>
              <a:rPr sz="2200" b="1" i="0">
                <a:solidFill>
                  <a:srgbClr val="FFFFFF"/>
                </a:solidFill>
                <a:latin typeface="Montserrat"/>
                <a:ea typeface="Montserrat"/>
                <a:cs typeface="Montserrat"/>
              </a:rPr>
              <a:t>Проверка бедра: отступы поля и ротация</a:t>
            </a:r>
          </a:p>
        </p:txBody>
      </p:sp>
      <p:sp>
        <p:nvSpPr>
          <p:cNvPr id="902" name="Номер слайда"/>
          <p:cNvSpPr>
            <a:spLocks noGrp="1"/>
          </p:cNvSpPr>
          <p:nvPr>
            <p:ph type="sldNum" sz="quarter" idx="4"/>
          </p:nvPr>
        </p:nvSpPr>
        <p:spPr>
          <a:xfrm>
            <a:off x="11064240" y="6355080"/>
            <a:ext cx="868680" cy="365760"/>
          </a:xfrm>
        </p:spPr>
        <p:txBody>
          <a:bodyPr/>
          <a:lstStyle/>
          <a:p>
            <a:r>
              <a:rPr/>
              <a:t>4</a:t>
            </a:r>
          </a:p>
        </p:txBody>
      </p:sp>
      <p:sp>
        <p:nvSpPr>
          <p:cNvPr id="4002" name="Скругленный прямоугольник 4001">
            <a:extLst>
              <a:ext uri="{FF2B5EF4-FFF2-40B4-BE49-F238E27FC236}">
                <a16:creationId xmlns:a16="http://schemas.microsoft.com/office/drawing/2014/main" id="{97FA1C4C-52A4-499D-A371-211F87B4D6FB}"/>
              </a:ext>
            </a:extLst>
          </p:cNvPr>
          <p:cNvSpPr>
            <a:spLocks noGrp="1"/>
          </p:cNvSpPr>
          <p:nvPr/>
        </p:nvSpPr>
        <p:spPr>
          <a:xfrm>
            <a:off x="1571625" y="1714500"/>
            <a:ext cx="9048750" cy="723900"/>
          </a:xfrm>
          <a:prstGeom prst="roundRect">
            <a:avLst>
              <a:gd name="adj" fmla="val 18421"/>
            </a:avLst>
          </a:prstGeom>
          <a:solidFill>
            <a:srgbClr val="FFFFFF"/>
          </a:solidFill>
          <a:ln w="9525">
            <a:solidFill>
              <a:srgbClr val="FFFFFF"/>
            </a:solidFill>
            <a:prstDash val="solid"/>
          </a:ln>
        </p:spPr>
      </p:sp>
      <p:sp>
        <p:nvSpPr>
          <p:cNvPr id="4003" name="Прямоугольник 4002">
            <a:extLst>
              <a:ext uri="{FF2B5EF4-FFF2-40B4-BE49-F238E27FC236}">
                <a16:creationId xmlns:a16="http://schemas.microsoft.com/office/drawing/2014/main" id="{D4E98360-F1DF-4708-8B86-8B4D96CC11E4}"/>
              </a:ext>
            </a:extLst>
          </p:cNvPr>
          <p:cNvSpPr>
            <a:spLocks noGrp="1"/>
          </p:cNvSpPr>
          <p:nvPr/>
        </p:nvSpPr>
        <p:spPr>
          <a:xfrm>
            <a:off x="1800225" y="1828800"/>
            <a:ext cx="8591550" cy="333375"/>
          </a:xfrm>
          <a:prstGeom prst="rect">
            <a:avLst/>
          </a:prstGeom>
          <a:noFill/>
          <a:ln w="0">
            <a:noFill/>
            <a:prstDash val="solid"/>
          </a:ln>
        </p:spPr>
        <p:txBody>
          <a:bodyPr lIns="0" tIns="0" rIns="0" bIns="0"/>
          <a:lstStyle>
            <a:defPPr>
              <a:defRPr sz="1950" b="1">
                <a:solidFill>
                  <a:srgbClr val="4C156F"/>
                </a:solidFill>
                <a:latin typeface="Montserrat"/>
                <a:ea typeface="Montserrat"/>
                <a:cs typeface="Montserrat"/>
              </a:defRPr>
            </a:defPPr>
            <a:lvl1pPr>
              <a:defRPr sz="1950" b="1">
                <a:solidFill>
                  <a:srgbClr val="4C156F"/>
                </a:solidFill>
                <a:latin typeface="Montserrat"/>
                <a:ea typeface="Montserrat"/>
                <a:cs typeface="Montserrat"/>
              </a:defRPr>
            </a:lvl1pPr>
            <a:lvl2pPr>
              <a:defRPr sz="1950" b="1">
                <a:solidFill>
                  <a:srgbClr val="4C156F"/>
                </a:solidFill>
                <a:latin typeface="Montserrat"/>
                <a:ea typeface="Montserrat"/>
                <a:cs typeface="Montserrat"/>
              </a:defRPr>
            </a:lvl2pPr>
            <a:lvl3pPr>
              <a:defRPr sz="1950" b="1">
                <a:solidFill>
                  <a:srgbClr val="4C156F"/>
                </a:solidFill>
                <a:latin typeface="Montserrat"/>
                <a:ea typeface="Montserrat"/>
                <a:cs typeface="Montserrat"/>
              </a:defRPr>
            </a:lvl3pPr>
            <a:lvl4pPr>
              <a:defRPr sz="1950" b="1">
                <a:solidFill>
                  <a:srgbClr val="4C156F"/>
                </a:solidFill>
                <a:latin typeface="Montserrat"/>
                <a:ea typeface="Montserrat"/>
                <a:cs typeface="Montserrat"/>
              </a:defRPr>
            </a:lvl4pPr>
            <a:lvl5pPr>
              <a:defRPr sz="1950" b="1">
                <a:solidFill>
                  <a:srgbClr val="4C156F"/>
                </a:solidFill>
                <a:latin typeface="Montserrat"/>
                <a:ea typeface="Montserrat"/>
                <a:cs typeface="Montserrat"/>
              </a:defRPr>
            </a:lvl5pPr>
            <a:lvl6pPr>
              <a:defRPr sz="1950" b="1">
                <a:solidFill>
                  <a:srgbClr val="4C156F"/>
                </a:solidFill>
                <a:latin typeface="Montserrat"/>
                <a:ea typeface="Montserrat"/>
                <a:cs typeface="Montserrat"/>
              </a:defRPr>
            </a:lvl6pPr>
            <a:lvl7pPr>
              <a:defRPr sz="1950" b="1">
                <a:solidFill>
                  <a:srgbClr val="4C156F"/>
                </a:solidFill>
                <a:latin typeface="Montserrat"/>
                <a:ea typeface="Montserrat"/>
                <a:cs typeface="Montserrat"/>
              </a:defRPr>
            </a:lvl7pPr>
            <a:lvl8pPr>
              <a:defRPr sz="1950" b="1">
                <a:solidFill>
                  <a:srgbClr val="4C156F"/>
                </a:solidFill>
                <a:latin typeface="Montserrat"/>
                <a:ea typeface="Montserrat"/>
                <a:cs typeface="Montserrat"/>
              </a:defRPr>
            </a:lvl8pPr>
            <a:lvl9pPr>
              <a:defRPr sz="1950" b="1">
                <a:solidFill>
                  <a:srgbClr val="4C156F"/>
                </a:solidFill>
                <a:latin typeface="Montserrat"/>
                <a:ea typeface="Montserrat"/>
                <a:cs typeface="Montserrat"/>
              </a:defRPr>
            </a:lvl9pPr>
          </a:lstStyle>
          <a:p>
            <a:pPr>
              <a:defRPr sz="1950" b="1">
                <a:solidFill>
                  <a:srgbClr val="4C156F"/>
                </a:solidFill>
                <a:latin typeface="Montserrat"/>
                <a:ea typeface="Montserrat"/>
                <a:cs typeface="Montserrat"/>
              </a:defRPr>
            </a:pPr>
            <a:r>
              <a:rPr sz="1950" b="1">
                <a:solidFill>
                  <a:srgbClr val="4C156F"/>
                </a:solidFill>
                <a:latin typeface="Montserrat"/>
                <a:ea typeface="Montserrat"/>
                <a:cs typeface="Montserrat"/>
              </a:rPr>
              <a:t>Снимок бедра после определения стороны</a:t>
            </a:r>
          </a:p>
        </p:txBody>
      </p:sp>
      <p:sp>
        <p:nvSpPr>
          <p:cNvPr id="4004" name="Прямоугольник 4003">
            <a:extLst>
              <a:ext uri="{FF2B5EF4-FFF2-40B4-BE49-F238E27FC236}">
                <a16:creationId xmlns:a16="http://schemas.microsoft.com/office/drawing/2014/main" id="{45F2407E-9740-48D7-9C19-DF0A06DC0024}"/>
              </a:ext>
            </a:extLst>
          </p:cNvPr>
          <p:cNvSpPr>
            <a:spLocks noGrp="1"/>
          </p:cNvSpPr>
          <p:nvPr/>
        </p:nvSpPr>
        <p:spPr>
          <a:xfrm>
            <a:off x="1800225" y="2200275"/>
            <a:ext cx="8591550" cy="238125"/>
          </a:xfrm>
          <a:prstGeom prst="rect">
            <a:avLst/>
          </a:prstGeom>
          <a:noFill/>
          <a:ln w="0">
            <a:noFill/>
            <a:prstDash val="solid"/>
          </a:ln>
        </p:spPr>
        <p:txBody>
          <a:bodyPr lIns="0" tIns="0" rIns="0" bIns="0"/>
          <a:lstStyle>
            <a:defPPr>
              <a:defRPr sz="1350" b="0">
                <a:solidFill>
                  <a:srgbClr val="4C156F"/>
                </a:solidFill>
                <a:latin typeface="Montserrat"/>
                <a:ea typeface="Montserrat"/>
                <a:cs typeface="Montserrat"/>
              </a:defRPr>
            </a:defPPr>
            <a:lvl1pPr>
              <a:defRPr sz="1350" b="0">
                <a:solidFill>
                  <a:srgbClr val="4C156F"/>
                </a:solidFill>
                <a:latin typeface="Montserrat"/>
                <a:ea typeface="Montserrat"/>
                <a:cs typeface="Montserrat"/>
              </a:defRPr>
            </a:lvl1pPr>
            <a:lvl2pPr>
              <a:defRPr sz="1350" b="0">
                <a:solidFill>
                  <a:srgbClr val="4C156F"/>
                </a:solidFill>
                <a:latin typeface="Montserrat"/>
                <a:ea typeface="Montserrat"/>
                <a:cs typeface="Montserrat"/>
              </a:defRPr>
            </a:lvl2pPr>
            <a:lvl3pPr>
              <a:defRPr sz="1350" b="0">
                <a:solidFill>
                  <a:srgbClr val="4C156F"/>
                </a:solidFill>
                <a:latin typeface="Montserrat"/>
                <a:ea typeface="Montserrat"/>
                <a:cs typeface="Montserrat"/>
              </a:defRPr>
            </a:lvl3pPr>
            <a:lvl4pPr>
              <a:defRPr sz="1350" b="0">
                <a:solidFill>
                  <a:srgbClr val="4C156F"/>
                </a:solidFill>
                <a:latin typeface="Montserrat"/>
                <a:ea typeface="Montserrat"/>
                <a:cs typeface="Montserrat"/>
              </a:defRPr>
            </a:lvl4pPr>
            <a:lvl5pPr>
              <a:defRPr sz="1350" b="0">
                <a:solidFill>
                  <a:srgbClr val="4C156F"/>
                </a:solidFill>
                <a:latin typeface="Montserrat"/>
                <a:ea typeface="Montserrat"/>
                <a:cs typeface="Montserrat"/>
              </a:defRPr>
            </a:lvl5pPr>
            <a:lvl6pPr>
              <a:defRPr sz="1350" b="0">
                <a:solidFill>
                  <a:srgbClr val="4C156F"/>
                </a:solidFill>
                <a:latin typeface="Montserrat"/>
                <a:ea typeface="Montserrat"/>
                <a:cs typeface="Montserrat"/>
              </a:defRPr>
            </a:lvl6pPr>
            <a:lvl7pPr>
              <a:defRPr sz="1350" b="0">
                <a:solidFill>
                  <a:srgbClr val="4C156F"/>
                </a:solidFill>
                <a:latin typeface="Montserrat"/>
                <a:ea typeface="Montserrat"/>
                <a:cs typeface="Montserrat"/>
              </a:defRPr>
            </a:lvl7pPr>
            <a:lvl8pPr>
              <a:defRPr sz="1350" b="0">
                <a:solidFill>
                  <a:srgbClr val="4C156F"/>
                </a:solidFill>
                <a:latin typeface="Montserrat"/>
                <a:ea typeface="Montserrat"/>
                <a:cs typeface="Montserrat"/>
              </a:defRPr>
            </a:lvl8pPr>
            <a:lvl9pPr>
              <a:defRPr sz="1350" b="0">
                <a:solidFill>
                  <a:srgbClr val="4C156F"/>
                </a:solidFill>
                <a:latin typeface="Montserrat"/>
                <a:ea typeface="Montserrat"/>
                <a:cs typeface="Montserrat"/>
              </a:defRPr>
            </a:lvl9pPr>
          </a:lstStyle>
          <a:p>
            <a:pPr>
              <a:defRPr sz="1350" b="0">
                <a:solidFill>
                  <a:srgbClr val="4C156F"/>
                </a:solidFill>
                <a:latin typeface="Montserrat"/>
                <a:ea typeface="Montserrat"/>
                <a:cs typeface="Montserrat"/>
              </a:defRPr>
            </a:pPr>
            <a:r>
              <a:rPr sz="1350" b="0">
                <a:solidFill>
                  <a:srgbClr val="4C156F"/>
                </a:solidFill>
                <a:latin typeface="Montserrat"/>
                <a:ea typeface="Montserrat"/>
                <a:cs typeface="Montserrat"/>
              </a:rPr>
              <a:t>Для CNN: правое бедро отражается в левое, длинная сторона — 320 px</a:t>
            </a:r>
          </a:p>
        </p:txBody>
      </p:sp>
      <p:sp>
        <p:nvSpPr>
          <p:cNvPr id="4005" name="Прямая соединительная линия 4004">
            <a:extLst>
              <a:ext uri="{FF2B5EF4-FFF2-40B4-BE49-F238E27FC236}">
                <a16:creationId xmlns:a16="http://schemas.microsoft.com/office/drawing/2014/main" id="{354B5651-F90F-4CFA-82D9-088D0369F8BE}"/>
              </a:ext>
            </a:extLst>
          </p:cNvPr>
          <p:cNvSpPr>
            <a:spLocks noGrp="1"/>
          </p:cNvSpPr>
          <p:nvPr/>
        </p:nvSpPr>
        <p:spPr>
          <a:xfrm>
            <a:off x="6096000" y="2438400"/>
            <a:ext cx="0" cy="228600"/>
          </a:xfrm>
          <a:prstGeom prst="line">
            <a:avLst/>
          </a:prstGeom>
          <a:noFill/>
          <a:ln w="28575">
            <a:solidFill>
              <a:srgbClr val="FF0066"/>
            </a:solidFill>
            <a:prstDash val="solid"/>
          </a:ln>
        </p:spPr>
      </p:sp>
      <p:sp>
        <p:nvSpPr>
          <p:cNvPr id="4006" name="Прямая соединительная линия 4005">
            <a:extLst>
              <a:ext uri="{FF2B5EF4-FFF2-40B4-BE49-F238E27FC236}">
                <a16:creationId xmlns:a16="http://schemas.microsoft.com/office/drawing/2014/main" id="{F3FDBECC-E59C-424F-883B-D8B54FDAE76D}"/>
              </a:ext>
            </a:extLst>
          </p:cNvPr>
          <p:cNvSpPr>
            <a:spLocks noGrp="1"/>
          </p:cNvSpPr>
          <p:nvPr/>
        </p:nvSpPr>
        <p:spPr>
          <a:xfrm>
            <a:off x="3143250" y="2667000"/>
            <a:ext cx="6000750" cy="0"/>
          </a:xfrm>
          <a:prstGeom prst="line">
            <a:avLst/>
          </a:prstGeom>
          <a:noFill/>
          <a:ln w="28575">
            <a:solidFill>
              <a:srgbClr val="FF0066"/>
            </a:solidFill>
            <a:prstDash val="solid"/>
          </a:ln>
        </p:spPr>
      </p:sp>
      <p:sp>
        <p:nvSpPr>
          <p:cNvPr id="4007" name="Стрелка вниз 4006">
            <a:extLst>
              <a:ext uri="{FF2B5EF4-FFF2-40B4-BE49-F238E27FC236}">
                <a16:creationId xmlns:a16="http://schemas.microsoft.com/office/drawing/2014/main" id="{F8CF6F32-86D9-4377-8280-7E8A4BC6FC48}"/>
              </a:ext>
            </a:extLst>
          </p:cNvPr>
          <p:cNvSpPr>
            <a:spLocks noGrp="1"/>
          </p:cNvSpPr>
          <p:nvPr/>
        </p:nvSpPr>
        <p:spPr>
          <a:xfrm>
            <a:off x="3048000" y="2667000"/>
            <a:ext cx="190500" cy="238125"/>
          </a:xfrm>
          <a:prstGeom prst="downArrow">
            <a:avLst/>
          </a:prstGeom>
          <a:solidFill>
            <a:srgbClr val="FF0066"/>
          </a:solidFill>
          <a:ln w="0">
            <a:solidFill>
              <a:srgbClr val="FF0066"/>
            </a:solidFill>
            <a:prstDash val="solid"/>
          </a:ln>
        </p:spPr>
      </p:sp>
      <p:sp>
        <p:nvSpPr>
          <p:cNvPr id="4008" name="Стрелка вниз 4007">
            <a:extLst>
              <a:ext uri="{FF2B5EF4-FFF2-40B4-BE49-F238E27FC236}">
                <a16:creationId xmlns:a16="http://schemas.microsoft.com/office/drawing/2014/main" id="{EEFA7C1C-A42D-432D-8E79-368D2E755ED5}"/>
              </a:ext>
            </a:extLst>
          </p:cNvPr>
          <p:cNvSpPr>
            <a:spLocks noGrp="1"/>
          </p:cNvSpPr>
          <p:nvPr/>
        </p:nvSpPr>
        <p:spPr>
          <a:xfrm>
            <a:off x="9048750" y="2667000"/>
            <a:ext cx="190500" cy="238125"/>
          </a:xfrm>
          <a:prstGeom prst="downArrow">
            <a:avLst/>
          </a:prstGeom>
          <a:solidFill>
            <a:srgbClr val="FF0066"/>
          </a:solidFill>
          <a:ln w="0">
            <a:solidFill>
              <a:srgbClr val="FF0066"/>
            </a:solidFill>
            <a:prstDash val="solid"/>
          </a:ln>
        </p:spPr>
      </p:sp>
      <p:sp>
        <p:nvSpPr>
          <p:cNvPr id="4009" name="Скругленный прямоугольник 4008">
            <a:extLst>
              <a:ext uri="{FF2B5EF4-FFF2-40B4-BE49-F238E27FC236}">
                <a16:creationId xmlns:a16="http://schemas.microsoft.com/office/drawing/2014/main" id="{4CF92B13-BE65-4ACF-93C9-E972F6FCA29A}"/>
              </a:ext>
            </a:extLst>
          </p:cNvPr>
          <p:cNvSpPr>
            <a:spLocks noGrp="1"/>
          </p:cNvSpPr>
          <p:nvPr/>
        </p:nvSpPr>
        <p:spPr>
          <a:xfrm>
            <a:off x="342900" y="2952750"/>
            <a:ext cx="5600700" cy="2171700"/>
          </a:xfrm>
          <a:prstGeom prst="roundRect">
            <a:avLst>
              <a:gd name="adj" fmla="val 6140"/>
            </a:avLst>
          </a:prstGeom>
          <a:solidFill>
            <a:srgbClr val="FFFFFF"/>
          </a:solidFill>
          <a:ln w="9525">
            <a:solidFill>
              <a:srgbClr val="FFFFFF"/>
            </a:solidFill>
            <a:prstDash val="solid"/>
          </a:ln>
        </p:spPr>
      </p:sp>
      <p:sp>
        <p:nvSpPr>
          <p:cNvPr id="4010" name="Прямоугольник 4009">
            <a:extLst>
              <a:ext uri="{FF2B5EF4-FFF2-40B4-BE49-F238E27FC236}">
                <a16:creationId xmlns:a16="http://schemas.microsoft.com/office/drawing/2014/main" id="{0058354C-AFFC-41CE-9A29-4D6FAED0CF3C}"/>
              </a:ext>
            </a:extLst>
          </p:cNvPr>
          <p:cNvSpPr>
            <a:spLocks noGrp="1"/>
          </p:cNvSpPr>
          <p:nvPr/>
        </p:nvSpPr>
        <p:spPr>
          <a:xfrm>
            <a:off x="552450" y="3067050"/>
            <a:ext cx="5181600" cy="333375"/>
          </a:xfrm>
          <a:prstGeom prst="rect">
            <a:avLst/>
          </a:prstGeom>
          <a:noFill/>
          <a:ln w="0">
            <a:noFill/>
            <a:prstDash val="solid"/>
          </a:ln>
        </p:spPr>
        <p:txBody>
          <a:bodyPr lIns="0" tIns="0" rIns="0" bIns="0"/>
          <a:lstStyle>
            <a:defPPr>
              <a:defRPr sz="1875" b="1">
                <a:solidFill>
                  <a:srgbClr val="4C156F"/>
                </a:solidFill>
                <a:latin typeface="Montserrat"/>
                <a:ea typeface="Montserrat"/>
                <a:cs typeface="Montserrat"/>
              </a:defRPr>
            </a:defPPr>
            <a:lvl1pPr>
              <a:defRPr sz="1875" b="1">
                <a:solidFill>
                  <a:srgbClr val="4C156F"/>
                </a:solidFill>
                <a:latin typeface="Montserrat"/>
                <a:ea typeface="Montserrat"/>
                <a:cs typeface="Montserrat"/>
              </a:defRPr>
            </a:lvl1pPr>
            <a:lvl2pPr>
              <a:defRPr sz="1875" b="1">
                <a:solidFill>
                  <a:srgbClr val="4C156F"/>
                </a:solidFill>
                <a:latin typeface="Montserrat"/>
                <a:ea typeface="Montserrat"/>
                <a:cs typeface="Montserrat"/>
              </a:defRPr>
            </a:lvl2pPr>
            <a:lvl3pPr>
              <a:defRPr sz="1875" b="1">
                <a:solidFill>
                  <a:srgbClr val="4C156F"/>
                </a:solidFill>
                <a:latin typeface="Montserrat"/>
                <a:ea typeface="Montserrat"/>
                <a:cs typeface="Montserrat"/>
              </a:defRPr>
            </a:lvl3pPr>
            <a:lvl4pPr>
              <a:defRPr sz="1875" b="1">
                <a:solidFill>
                  <a:srgbClr val="4C156F"/>
                </a:solidFill>
                <a:latin typeface="Montserrat"/>
                <a:ea typeface="Montserrat"/>
                <a:cs typeface="Montserrat"/>
              </a:defRPr>
            </a:lvl4pPr>
            <a:lvl5pPr>
              <a:defRPr sz="1875" b="1">
                <a:solidFill>
                  <a:srgbClr val="4C156F"/>
                </a:solidFill>
                <a:latin typeface="Montserrat"/>
                <a:ea typeface="Montserrat"/>
                <a:cs typeface="Montserrat"/>
              </a:defRPr>
            </a:lvl5pPr>
            <a:lvl6pPr>
              <a:defRPr sz="1875" b="1">
                <a:solidFill>
                  <a:srgbClr val="4C156F"/>
                </a:solidFill>
                <a:latin typeface="Montserrat"/>
                <a:ea typeface="Montserrat"/>
                <a:cs typeface="Montserrat"/>
              </a:defRPr>
            </a:lvl6pPr>
            <a:lvl7pPr>
              <a:defRPr sz="1875" b="1">
                <a:solidFill>
                  <a:srgbClr val="4C156F"/>
                </a:solidFill>
                <a:latin typeface="Montserrat"/>
                <a:ea typeface="Montserrat"/>
                <a:cs typeface="Montserrat"/>
              </a:defRPr>
            </a:lvl7pPr>
            <a:lvl8pPr>
              <a:defRPr sz="1875" b="1">
                <a:solidFill>
                  <a:srgbClr val="4C156F"/>
                </a:solidFill>
                <a:latin typeface="Montserrat"/>
                <a:ea typeface="Montserrat"/>
                <a:cs typeface="Montserrat"/>
              </a:defRPr>
            </a:lvl8pPr>
            <a:lvl9pPr>
              <a:defRPr sz="1875" b="1">
                <a:solidFill>
                  <a:srgbClr val="4C156F"/>
                </a:solidFill>
                <a:latin typeface="Montserrat"/>
                <a:ea typeface="Montserrat"/>
                <a:cs typeface="Montserrat"/>
              </a:defRPr>
            </a:lvl9pPr>
          </a:lstStyle>
          <a:p>
            <a:pPr>
              <a:defRPr sz="1875" b="1">
                <a:solidFill>
                  <a:srgbClr val="4C156F"/>
                </a:solidFill>
                <a:latin typeface="Montserrat"/>
                <a:ea typeface="Montserrat"/>
                <a:cs typeface="Montserrat"/>
              </a:defRPr>
            </a:pPr>
            <a:r>
              <a:rPr sz="1875" b="1">
                <a:solidFill>
                  <a:srgbClr val="4C156F"/>
                </a:solidFill>
                <a:latin typeface="Montserrat"/>
                <a:ea typeface="Montserrat"/>
                <a:cs typeface="Montserrat"/>
              </a:rPr>
              <a:t>Отступы ROI</a:t>
            </a:r>
          </a:p>
        </p:txBody>
      </p:sp>
      <p:sp>
        <p:nvSpPr>
          <p:cNvPr id="4011" name="Прямоугольник 4010">
            <a:extLst>
              <a:ext uri="{FF2B5EF4-FFF2-40B4-BE49-F238E27FC236}">
                <a16:creationId xmlns:a16="http://schemas.microsoft.com/office/drawing/2014/main" id="{38F401AF-F2E8-4C29-B378-9F9EB9372CD5}"/>
              </a:ext>
            </a:extLst>
          </p:cNvPr>
          <p:cNvSpPr>
            <a:spLocks noGrp="1"/>
          </p:cNvSpPr>
          <p:nvPr/>
        </p:nvSpPr>
        <p:spPr>
          <a:xfrm>
            <a:off x="552450" y="3495675"/>
            <a:ext cx="5181600" cy="552450"/>
          </a:xfrm>
          <a:prstGeom prst="rect">
            <a:avLst/>
          </a:prstGeom>
          <a:noFill/>
          <a:ln w="0">
            <a:noFill/>
            <a:prstDash val="solid"/>
          </a:ln>
        </p:spPr>
        <p:txBody>
          <a:bodyPr lIns="0" tIns="0" rIns="0" bIns="0"/>
          <a:lstStyle>
            <a:defPPr>
              <a:defRPr sz="1350" b="0">
                <a:solidFill>
                  <a:srgbClr val="4C156F"/>
                </a:solidFill>
                <a:latin typeface="Montserrat"/>
                <a:ea typeface="Montserrat"/>
                <a:cs typeface="Montserrat"/>
              </a:defRPr>
            </a:defPPr>
            <a:lvl1pPr>
              <a:defRPr sz="1350" b="0">
                <a:solidFill>
                  <a:srgbClr val="4C156F"/>
                </a:solidFill>
                <a:latin typeface="Montserrat"/>
                <a:ea typeface="Montserrat"/>
                <a:cs typeface="Montserrat"/>
              </a:defRPr>
            </a:lvl1pPr>
            <a:lvl2pPr>
              <a:defRPr sz="1350" b="0">
                <a:solidFill>
                  <a:srgbClr val="4C156F"/>
                </a:solidFill>
                <a:latin typeface="Montserrat"/>
                <a:ea typeface="Montserrat"/>
                <a:cs typeface="Montserrat"/>
              </a:defRPr>
            </a:lvl2pPr>
            <a:lvl3pPr>
              <a:defRPr sz="1350" b="0">
                <a:solidFill>
                  <a:srgbClr val="4C156F"/>
                </a:solidFill>
                <a:latin typeface="Montserrat"/>
                <a:ea typeface="Montserrat"/>
                <a:cs typeface="Montserrat"/>
              </a:defRPr>
            </a:lvl3pPr>
            <a:lvl4pPr>
              <a:defRPr sz="1350" b="0">
                <a:solidFill>
                  <a:srgbClr val="4C156F"/>
                </a:solidFill>
                <a:latin typeface="Montserrat"/>
                <a:ea typeface="Montserrat"/>
                <a:cs typeface="Montserrat"/>
              </a:defRPr>
            </a:lvl4pPr>
            <a:lvl5pPr>
              <a:defRPr sz="1350" b="0">
                <a:solidFill>
                  <a:srgbClr val="4C156F"/>
                </a:solidFill>
                <a:latin typeface="Montserrat"/>
                <a:ea typeface="Montserrat"/>
                <a:cs typeface="Montserrat"/>
              </a:defRPr>
            </a:lvl5pPr>
            <a:lvl6pPr>
              <a:defRPr sz="1350" b="0">
                <a:solidFill>
                  <a:srgbClr val="4C156F"/>
                </a:solidFill>
                <a:latin typeface="Montserrat"/>
                <a:ea typeface="Montserrat"/>
                <a:cs typeface="Montserrat"/>
              </a:defRPr>
            </a:lvl6pPr>
            <a:lvl7pPr>
              <a:defRPr sz="1350" b="0">
                <a:solidFill>
                  <a:srgbClr val="4C156F"/>
                </a:solidFill>
                <a:latin typeface="Montserrat"/>
                <a:ea typeface="Montserrat"/>
                <a:cs typeface="Montserrat"/>
              </a:defRPr>
            </a:lvl7pPr>
            <a:lvl8pPr>
              <a:defRPr sz="1350" b="0">
                <a:solidFill>
                  <a:srgbClr val="4C156F"/>
                </a:solidFill>
                <a:latin typeface="Montserrat"/>
                <a:ea typeface="Montserrat"/>
                <a:cs typeface="Montserrat"/>
              </a:defRPr>
            </a:lvl8pPr>
            <a:lvl9pPr>
              <a:defRPr sz="1350" b="0">
                <a:solidFill>
                  <a:srgbClr val="4C156F"/>
                </a:solidFill>
                <a:latin typeface="Montserrat"/>
                <a:ea typeface="Montserrat"/>
                <a:cs typeface="Montserrat"/>
              </a:defRPr>
            </a:lvl9pPr>
          </a:lstStyle>
          <a:p>
            <a:pPr>
              <a:defRPr sz="1350" b="0">
                <a:solidFill>
                  <a:srgbClr val="4C156F"/>
                </a:solidFill>
                <a:latin typeface="Montserrat"/>
                <a:ea typeface="Montserrat"/>
                <a:cs typeface="Montserrat"/>
              </a:defRPr>
            </a:pPr>
            <a:r>
              <a:rPr sz="1350" b="0">
                <a:solidFill>
                  <a:srgbClr val="4C156F"/>
                </a:solidFill>
                <a:latin typeface="Montserrat"/>
                <a:ea typeface="Montserrat"/>
                <a:cs typeface="Montserrat"/>
              </a:rPr>
              <a:t>Большой вертел, седалищная кость, наружный контур</a:t>
            </a:r>
          </a:p>
          <a:p>
            <a:pPr>
              <a:defRPr sz="1350" b="0">
                <a:solidFill>
                  <a:srgbClr val="4C156F"/>
                </a:solidFill>
                <a:latin typeface="Montserrat"/>
                <a:ea typeface="Montserrat"/>
                <a:cs typeface="Montserrat"/>
              </a:defRPr>
            </a:pPr>
            <a:r>
              <a:rPr sz="1350" b="0">
                <a:solidFill>
                  <a:srgbClr val="4C156F"/>
                </a:solidFill>
                <a:latin typeface="Montserrat"/>
                <a:ea typeface="Montserrat"/>
                <a:cs typeface="Montserrat"/>
              </a:rPr>
              <a:t>Измерение расстояний до границ поля в миллиметрах</a:t>
            </a:r>
          </a:p>
        </p:txBody>
      </p:sp>
      <p:sp>
        <p:nvSpPr>
          <p:cNvPr id="4012" name="Прямая соединительная линия 4011">
            <a:extLst>
              <a:ext uri="{FF2B5EF4-FFF2-40B4-BE49-F238E27FC236}">
                <a16:creationId xmlns:a16="http://schemas.microsoft.com/office/drawing/2014/main" id="{4C36A7F5-5426-43ED-ADC5-FF88A54F8135}"/>
              </a:ext>
            </a:extLst>
          </p:cNvPr>
          <p:cNvSpPr>
            <a:spLocks noGrp="1"/>
          </p:cNvSpPr>
          <p:nvPr/>
        </p:nvSpPr>
        <p:spPr>
          <a:xfrm>
            <a:off x="552450" y="4162425"/>
            <a:ext cx="5181600" cy="0"/>
          </a:xfrm>
          <a:prstGeom prst="line">
            <a:avLst/>
          </a:prstGeom>
          <a:noFill/>
          <a:ln w="28575">
            <a:solidFill>
              <a:srgbClr val="FF0066"/>
            </a:solidFill>
            <a:prstDash val="solid"/>
          </a:ln>
        </p:spPr>
      </p:sp>
      <p:sp>
        <p:nvSpPr>
          <p:cNvPr id="4013" name="Прямоугольник 4012">
            <a:extLst>
              <a:ext uri="{FF2B5EF4-FFF2-40B4-BE49-F238E27FC236}">
                <a16:creationId xmlns:a16="http://schemas.microsoft.com/office/drawing/2014/main" id="{E12FB2B4-EE35-44B8-AFEB-B81D1D13C5DF}"/>
              </a:ext>
            </a:extLst>
          </p:cNvPr>
          <p:cNvSpPr>
            <a:spLocks noGrp="1"/>
          </p:cNvSpPr>
          <p:nvPr/>
        </p:nvSpPr>
        <p:spPr>
          <a:xfrm>
            <a:off x="552450" y="4305300"/>
            <a:ext cx="5181600" cy="523875"/>
          </a:xfrm>
          <a:prstGeom prst="rect">
            <a:avLst/>
          </a:prstGeom>
          <a:noFill/>
          <a:ln w="0">
            <a:noFill/>
            <a:prstDash val="solid"/>
          </a:ln>
        </p:spPr>
        <p:txBody>
          <a:bodyPr lIns="0" tIns="0" rIns="0" bIns="0"/>
          <a:lstStyle>
            <a:defPPr>
              <a:defRPr sz="1500" b="1">
                <a:solidFill>
                  <a:srgbClr val="4C156F"/>
                </a:solidFill>
                <a:latin typeface="Montserrat"/>
                <a:ea typeface="Montserrat"/>
                <a:cs typeface="Montserrat"/>
              </a:defRPr>
            </a:defPPr>
            <a:lvl1pPr>
              <a:defRPr sz="1500" b="1">
                <a:solidFill>
                  <a:srgbClr val="4C156F"/>
                </a:solidFill>
                <a:latin typeface="Montserrat"/>
                <a:ea typeface="Montserrat"/>
                <a:cs typeface="Montserrat"/>
              </a:defRPr>
            </a:lvl1pPr>
            <a:lvl2pPr>
              <a:defRPr sz="1500" b="1">
                <a:solidFill>
                  <a:srgbClr val="4C156F"/>
                </a:solidFill>
                <a:latin typeface="Montserrat"/>
                <a:ea typeface="Montserrat"/>
                <a:cs typeface="Montserrat"/>
              </a:defRPr>
            </a:lvl2pPr>
            <a:lvl3pPr>
              <a:defRPr sz="1500" b="1">
                <a:solidFill>
                  <a:srgbClr val="4C156F"/>
                </a:solidFill>
                <a:latin typeface="Montserrat"/>
                <a:ea typeface="Montserrat"/>
                <a:cs typeface="Montserrat"/>
              </a:defRPr>
            </a:lvl3pPr>
            <a:lvl4pPr>
              <a:defRPr sz="1500" b="1">
                <a:solidFill>
                  <a:srgbClr val="4C156F"/>
                </a:solidFill>
                <a:latin typeface="Montserrat"/>
                <a:ea typeface="Montserrat"/>
                <a:cs typeface="Montserrat"/>
              </a:defRPr>
            </a:lvl4pPr>
            <a:lvl5pPr>
              <a:defRPr sz="1500" b="1">
                <a:solidFill>
                  <a:srgbClr val="4C156F"/>
                </a:solidFill>
                <a:latin typeface="Montserrat"/>
                <a:ea typeface="Montserrat"/>
                <a:cs typeface="Montserrat"/>
              </a:defRPr>
            </a:lvl5pPr>
            <a:lvl6pPr>
              <a:defRPr sz="1500" b="1">
                <a:solidFill>
                  <a:srgbClr val="4C156F"/>
                </a:solidFill>
                <a:latin typeface="Montserrat"/>
                <a:ea typeface="Montserrat"/>
                <a:cs typeface="Montserrat"/>
              </a:defRPr>
            </a:lvl6pPr>
            <a:lvl7pPr>
              <a:defRPr sz="1500" b="1">
                <a:solidFill>
                  <a:srgbClr val="4C156F"/>
                </a:solidFill>
                <a:latin typeface="Montserrat"/>
                <a:ea typeface="Montserrat"/>
                <a:cs typeface="Montserrat"/>
              </a:defRPr>
            </a:lvl7pPr>
            <a:lvl8pPr>
              <a:defRPr sz="1500" b="1">
                <a:solidFill>
                  <a:srgbClr val="4C156F"/>
                </a:solidFill>
                <a:latin typeface="Montserrat"/>
                <a:ea typeface="Montserrat"/>
                <a:cs typeface="Montserrat"/>
              </a:defRPr>
            </a:lvl8pPr>
            <a:lvl9pPr>
              <a:defRPr sz="1500" b="1">
                <a:solidFill>
                  <a:srgbClr val="4C156F"/>
                </a:solidFill>
                <a:latin typeface="Montserrat"/>
                <a:ea typeface="Montserrat"/>
                <a:cs typeface="Montserrat"/>
              </a:defRPr>
            </a:lvl9pPr>
          </a:lstStyle>
          <a:p>
            <a:pPr>
              <a:defRPr sz="1500" b="1">
                <a:solidFill>
                  <a:srgbClr val="4C156F"/>
                </a:solidFill>
                <a:latin typeface="Montserrat"/>
                <a:ea typeface="Montserrat"/>
                <a:cs typeface="Montserrat"/>
              </a:defRPr>
            </a:pPr>
            <a:r>
              <a:rPr sz="1500" b="1">
                <a:solidFill>
                  <a:srgbClr val="4C156F"/>
                </a:solidFill>
                <a:latin typeface="Montserrat"/>
                <a:ea typeface="Montserrat"/>
                <a:cs typeface="Montserrat"/>
              </a:rPr>
              <a:t>Сверху &lt;3 см / снизу &lt;3 см / сбоку &lt;2 см</a:t>
            </a:r>
          </a:p>
          <a:p>
            <a:pPr>
              <a:defRPr sz="1500" b="1">
                <a:solidFill>
                  <a:srgbClr val="4C156F"/>
                </a:solidFill>
                <a:latin typeface="Montserrat"/>
                <a:ea typeface="Montserrat"/>
                <a:cs typeface="Montserrat"/>
              </a:defRPr>
            </a:pPr>
            <a:r>
              <a:rPr sz="1500" b="1">
                <a:solidFill>
                  <a:srgbClr val="4C156F"/>
                </a:solidFill>
                <a:latin typeface="Montserrat"/>
                <a:ea typeface="Montserrat"/>
                <a:cs typeface="Montserrat"/>
              </a:rPr>
              <a:t>Любое условие → hip_roi</a:t>
            </a:r>
          </a:p>
        </p:txBody>
      </p:sp>
      <p:sp>
        <p:nvSpPr>
          <p:cNvPr id="4014" name="Прямоугольник 4013">
            <a:extLst>
              <a:ext uri="{FF2B5EF4-FFF2-40B4-BE49-F238E27FC236}">
                <a16:creationId xmlns:a16="http://schemas.microsoft.com/office/drawing/2014/main" id="{A9246AA9-CCFE-4B7E-AFC1-FE9484AAE517}"/>
              </a:ext>
            </a:extLst>
          </p:cNvPr>
          <p:cNvSpPr>
            <a:spLocks noGrp="1"/>
          </p:cNvSpPr>
          <p:nvPr/>
        </p:nvSpPr>
        <p:spPr>
          <a:xfrm>
            <a:off x="552450" y="4876800"/>
            <a:ext cx="5181600" cy="238125"/>
          </a:xfrm>
          <a:prstGeom prst="rect">
            <a:avLst/>
          </a:prstGeom>
          <a:noFill/>
          <a:ln w="0">
            <a:noFill/>
            <a:prstDash val="solid"/>
          </a:ln>
        </p:spPr>
        <p:txBody>
          <a:bodyPr lIns="0" tIns="0" rIns="0" bIns="0"/>
          <a:lstStyle>
            <a:defPPr>
              <a:defRPr sz="1125" b="1">
                <a:solidFill>
                  <a:srgbClr val="FF0066"/>
                </a:solidFill>
                <a:latin typeface="Montserrat"/>
                <a:ea typeface="Montserrat"/>
                <a:cs typeface="Montserrat"/>
              </a:defRPr>
            </a:defPPr>
            <a:lvl1pPr>
              <a:defRPr sz="1125" b="1">
                <a:solidFill>
                  <a:srgbClr val="FF0066"/>
                </a:solidFill>
                <a:latin typeface="Montserrat"/>
                <a:ea typeface="Montserrat"/>
                <a:cs typeface="Montserrat"/>
              </a:defRPr>
            </a:lvl1pPr>
            <a:lvl2pPr>
              <a:defRPr sz="1125" b="1">
                <a:solidFill>
                  <a:srgbClr val="FF0066"/>
                </a:solidFill>
                <a:latin typeface="Montserrat"/>
                <a:ea typeface="Montserrat"/>
                <a:cs typeface="Montserrat"/>
              </a:defRPr>
            </a:lvl2pPr>
            <a:lvl3pPr>
              <a:defRPr sz="1125" b="1">
                <a:solidFill>
                  <a:srgbClr val="FF0066"/>
                </a:solidFill>
                <a:latin typeface="Montserrat"/>
                <a:ea typeface="Montserrat"/>
                <a:cs typeface="Montserrat"/>
              </a:defRPr>
            </a:lvl3pPr>
            <a:lvl4pPr>
              <a:defRPr sz="1125" b="1">
                <a:solidFill>
                  <a:srgbClr val="FF0066"/>
                </a:solidFill>
                <a:latin typeface="Montserrat"/>
                <a:ea typeface="Montserrat"/>
                <a:cs typeface="Montserrat"/>
              </a:defRPr>
            </a:lvl4pPr>
            <a:lvl5pPr>
              <a:defRPr sz="1125" b="1">
                <a:solidFill>
                  <a:srgbClr val="FF0066"/>
                </a:solidFill>
                <a:latin typeface="Montserrat"/>
                <a:ea typeface="Montserrat"/>
                <a:cs typeface="Montserrat"/>
              </a:defRPr>
            </a:lvl5pPr>
            <a:lvl6pPr>
              <a:defRPr sz="1125" b="1">
                <a:solidFill>
                  <a:srgbClr val="FF0066"/>
                </a:solidFill>
                <a:latin typeface="Montserrat"/>
                <a:ea typeface="Montserrat"/>
                <a:cs typeface="Montserrat"/>
              </a:defRPr>
            </a:lvl6pPr>
            <a:lvl7pPr>
              <a:defRPr sz="1125" b="1">
                <a:solidFill>
                  <a:srgbClr val="FF0066"/>
                </a:solidFill>
                <a:latin typeface="Montserrat"/>
                <a:ea typeface="Montserrat"/>
                <a:cs typeface="Montserrat"/>
              </a:defRPr>
            </a:lvl7pPr>
            <a:lvl8pPr>
              <a:defRPr sz="1125" b="1">
                <a:solidFill>
                  <a:srgbClr val="FF0066"/>
                </a:solidFill>
                <a:latin typeface="Montserrat"/>
                <a:ea typeface="Montserrat"/>
                <a:cs typeface="Montserrat"/>
              </a:defRPr>
            </a:lvl8pPr>
            <a:lvl9pPr>
              <a:defRPr sz="1125" b="1">
                <a:solidFill>
                  <a:srgbClr val="FF0066"/>
                </a:solidFill>
                <a:latin typeface="Montserrat"/>
                <a:ea typeface="Montserrat"/>
                <a:cs typeface="Montserrat"/>
              </a:defRPr>
            </a:lvl9pPr>
          </a:lstStyle>
          <a:p>
            <a:pPr>
              <a:defRPr sz="1125" b="1">
                <a:solidFill>
                  <a:srgbClr val="FF0066"/>
                </a:solidFill>
                <a:latin typeface="Montserrat"/>
                <a:ea typeface="Montserrat"/>
                <a:cs typeface="Montserrat"/>
              </a:defRPr>
            </a:pPr>
            <a:r>
              <a:rPr sz="1125" b="1" dirty="0" err="1">
                <a:solidFill>
                  <a:srgbClr val="FF0066"/>
                </a:solidFill>
                <a:latin typeface="Montserrat"/>
                <a:ea typeface="Montserrat"/>
                <a:cs typeface="Montserrat"/>
              </a:rPr>
              <a:t>Не</a:t>
            </a:r>
            <a:r>
              <a:rPr sz="1125" b="1" dirty="0">
                <a:solidFill>
                  <a:srgbClr val="FF0066"/>
                </a:solidFill>
                <a:latin typeface="Montserrat"/>
                <a:ea typeface="Montserrat"/>
                <a:cs typeface="Montserrat"/>
              </a:rPr>
              <a:t> </a:t>
            </a:r>
            <a:r>
              <a:rPr sz="1125" b="1" dirty="0" err="1">
                <a:solidFill>
                  <a:srgbClr val="FF0066"/>
                </a:solidFill>
                <a:latin typeface="Montserrat"/>
                <a:ea typeface="Montserrat"/>
                <a:cs typeface="Montserrat"/>
              </a:rPr>
              <a:t>найдена</a:t>
            </a:r>
            <a:r>
              <a:rPr sz="1125" b="1" dirty="0">
                <a:solidFill>
                  <a:srgbClr val="FF0066"/>
                </a:solidFill>
                <a:latin typeface="Montserrat"/>
                <a:ea typeface="Montserrat"/>
                <a:cs typeface="Montserrat"/>
              </a:rPr>
              <a:t> </a:t>
            </a:r>
            <a:r>
              <a:rPr sz="1125" b="1" dirty="0" err="1">
                <a:solidFill>
                  <a:srgbClr val="FF0066"/>
                </a:solidFill>
                <a:latin typeface="Montserrat"/>
                <a:ea typeface="Montserrat"/>
                <a:cs typeface="Montserrat"/>
              </a:rPr>
              <a:t>седалищная</a:t>
            </a:r>
            <a:r>
              <a:rPr sz="1125" b="1" dirty="0">
                <a:solidFill>
                  <a:srgbClr val="FF0066"/>
                </a:solidFill>
                <a:latin typeface="Montserrat"/>
                <a:ea typeface="Montserrat"/>
                <a:cs typeface="Montserrat"/>
              </a:rPr>
              <a:t> </a:t>
            </a:r>
            <a:r>
              <a:rPr sz="1125" b="1" dirty="0" err="1">
                <a:solidFill>
                  <a:srgbClr val="FF0066"/>
                </a:solidFill>
                <a:latin typeface="Montserrat"/>
                <a:ea typeface="Montserrat"/>
                <a:cs typeface="Montserrat"/>
              </a:rPr>
              <a:t>кость</a:t>
            </a:r>
            <a:r>
              <a:rPr sz="1125" b="1" dirty="0">
                <a:solidFill>
                  <a:srgbClr val="FF0066"/>
                </a:solidFill>
                <a:latin typeface="Montserrat"/>
                <a:ea typeface="Montserrat"/>
                <a:cs typeface="Montserrat"/>
              </a:rPr>
              <a:t>: </a:t>
            </a:r>
            <a:r>
              <a:rPr sz="1125" b="1" dirty="0" err="1">
                <a:solidFill>
                  <a:srgbClr val="FF0066"/>
                </a:solidFill>
                <a:latin typeface="Montserrat"/>
                <a:ea typeface="Montserrat"/>
                <a:cs typeface="Montserrat"/>
              </a:rPr>
              <a:t>оценка</a:t>
            </a:r>
            <a:r>
              <a:rPr sz="1125" b="1" dirty="0">
                <a:solidFill>
                  <a:srgbClr val="FF0066"/>
                </a:solidFill>
                <a:latin typeface="Montserrat"/>
                <a:ea typeface="Montserrat"/>
                <a:cs typeface="Montserrat"/>
              </a:rPr>
              <a:t> </a:t>
            </a:r>
            <a:r>
              <a:rPr sz="1125" b="1" dirty="0" err="1">
                <a:solidFill>
                  <a:srgbClr val="FF0066"/>
                </a:solidFill>
                <a:latin typeface="Montserrat"/>
                <a:ea typeface="Montserrat"/>
                <a:cs typeface="Montserrat"/>
              </a:rPr>
              <a:t>по</a:t>
            </a:r>
            <a:r>
              <a:rPr sz="1125" b="1" dirty="0">
                <a:solidFill>
                  <a:srgbClr val="FF0066"/>
                </a:solidFill>
                <a:latin typeface="Montserrat"/>
                <a:ea typeface="Montserrat"/>
                <a:cs typeface="Montserrat"/>
              </a:rPr>
              <a:t> </a:t>
            </a:r>
            <a:r>
              <a:rPr sz="1125" b="1" dirty="0" err="1">
                <a:solidFill>
                  <a:srgbClr val="FF0066"/>
                </a:solidFill>
                <a:latin typeface="Montserrat"/>
                <a:ea typeface="Montserrat"/>
                <a:cs typeface="Montserrat"/>
              </a:rPr>
              <a:t>анатомии</a:t>
            </a:r>
            <a:r>
              <a:rPr sz="1125" b="1" dirty="0">
                <a:solidFill>
                  <a:srgbClr val="FF0066"/>
                </a:solidFill>
                <a:latin typeface="Montserrat"/>
                <a:ea typeface="Montserrat"/>
                <a:cs typeface="Montserrat"/>
              </a:rPr>
              <a:t> + </a:t>
            </a:r>
            <a:r>
              <a:rPr sz="1125" b="1" dirty="0" err="1">
                <a:solidFill>
                  <a:srgbClr val="FF0066"/>
                </a:solidFill>
                <a:latin typeface="Montserrat"/>
                <a:ea typeface="Montserrat"/>
                <a:cs typeface="Montserrat"/>
              </a:rPr>
              <a:t>флаг</a:t>
            </a:r>
            <a:endParaRPr sz="1125" b="1" dirty="0">
              <a:solidFill>
                <a:srgbClr val="FF0066"/>
              </a:solidFill>
              <a:latin typeface="Montserrat"/>
              <a:ea typeface="Montserrat"/>
              <a:cs typeface="Montserrat"/>
            </a:endParaRPr>
          </a:p>
        </p:txBody>
      </p:sp>
      <p:sp>
        <p:nvSpPr>
          <p:cNvPr id="4015" name="Скругленный прямоугольник 4014">
            <a:extLst>
              <a:ext uri="{FF2B5EF4-FFF2-40B4-BE49-F238E27FC236}">
                <a16:creationId xmlns:a16="http://schemas.microsoft.com/office/drawing/2014/main" id="{C0F64FA8-91AD-40A5-BAE1-6BF1E852D7AB}"/>
              </a:ext>
            </a:extLst>
          </p:cNvPr>
          <p:cNvSpPr>
            <a:spLocks noGrp="1"/>
          </p:cNvSpPr>
          <p:nvPr/>
        </p:nvSpPr>
        <p:spPr>
          <a:xfrm>
            <a:off x="6286500" y="2952750"/>
            <a:ext cx="5562600" cy="2171700"/>
          </a:xfrm>
          <a:prstGeom prst="roundRect">
            <a:avLst>
              <a:gd name="adj" fmla="val 6140"/>
            </a:avLst>
          </a:prstGeom>
          <a:solidFill>
            <a:srgbClr val="FFFFFF"/>
          </a:solidFill>
          <a:ln w="9525">
            <a:solidFill>
              <a:srgbClr val="FFFFFF"/>
            </a:solidFill>
            <a:prstDash val="solid"/>
          </a:ln>
        </p:spPr>
      </p:sp>
      <p:sp>
        <p:nvSpPr>
          <p:cNvPr id="4016" name="Прямоугольник 4015">
            <a:extLst>
              <a:ext uri="{FF2B5EF4-FFF2-40B4-BE49-F238E27FC236}">
                <a16:creationId xmlns:a16="http://schemas.microsoft.com/office/drawing/2014/main" id="{4AEDB276-B4EF-4F34-B56B-E867B769CF52}"/>
              </a:ext>
            </a:extLst>
          </p:cNvPr>
          <p:cNvSpPr>
            <a:spLocks noGrp="1"/>
          </p:cNvSpPr>
          <p:nvPr/>
        </p:nvSpPr>
        <p:spPr>
          <a:xfrm>
            <a:off x="6496050" y="3067050"/>
            <a:ext cx="5143500" cy="333375"/>
          </a:xfrm>
          <a:prstGeom prst="rect">
            <a:avLst/>
          </a:prstGeom>
          <a:noFill/>
          <a:ln w="0">
            <a:noFill/>
            <a:prstDash val="solid"/>
          </a:ln>
        </p:spPr>
        <p:txBody>
          <a:bodyPr lIns="0" tIns="0" rIns="0" bIns="0"/>
          <a:lstStyle>
            <a:defPPr>
              <a:defRPr sz="1875" b="1">
                <a:solidFill>
                  <a:srgbClr val="4C156F"/>
                </a:solidFill>
                <a:latin typeface="Montserrat"/>
                <a:ea typeface="Montserrat"/>
                <a:cs typeface="Montserrat"/>
              </a:defRPr>
            </a:defPPr>
            <a:lvl1pPr>
              <a:defRPr sz="1875" b="1">
                <a:solidFill>
                  <a:srgbClr val="4C156F"/>
                </a:solidFill>
                <a:latin typeface="Montserrat"/>
                <a:ea typeface="Montserrat"/>
                <a:cs typeface="Montserrat"/>
              </a:defRPr>
            </a:lvl1pPr>
            <a:lvl2pPr>
              <a:defRPr sz="1875" b="1">
                <a:solidFill>
                  <a:srgbClr val="4C156F"/>
                </a:solidFill>
                <a:latin typeface="Montserrat"/>
                <a:ea typeface="Montserrat"/>
                <a:cs typeface="Montserrat"/>
              </a:defRPr>
            </a:lvl2pPr>
            <a:lvl3pPr>
              <a:defRPr sz="1875" b="1">
                <a:solidFill>
                  <a:srgbClr val="4C156F"/>
                </a:solidFill>
                <a:latin typeface="Montserrat"/>
                <a:ea typeface="Montserrat"/>
                <a:cs typeface="Montserrat"/>
              </a:defRPr>
            </a:lvl3pPr>
            <a:lvl4pPr>
              <a:defRPr sz="1875" b="1">
                <a:solidFill>
                  <a:srgbClr val="4C156F"/>
                </a:solidFill>
                <a:latin typeface="Montserrat"/>
                <a:ea typeface="Montserrat"/>
                <a:cs typeface="Montserrat"/>
              </a:defRPr>
            </a:lvl4pPr>
            <a:lvl5pPr>
              <a:defRPr sz="1875" b="1">
                <a:solidFill>
                  <a:srgbClr val="4C156F"/>
                </a:solidFill>
                <a:latin typeface="Montserrat"/>
                <a:ea typeface="Montserrat"/>
                <a:cs typeface="Montserrat"/>
              </a:defRPr>
            </a:lvl5pPr>
            <a:lvl6pPr>
              <a:defRPr sz="1875" b="1">
                <a:solidFill>
                  <a:srgbClr val="4C156F"/>
                </a:solidFill>
                <a:latin typeface="Montserrat"/>
                <a:ea typeface="Montserrat"/>
                <a:cs typeface="Montserrat"/>
              </a:defRPr>
            </a:lvl6pPr>
            <a:lvl7pPr>
              <a:defRPr sz="1875" b="1">
                <a:solidFill>
                  <a:srgbClr val="4C156F"/>
                </a:solidFill>
                <a:latin typeface="Montserrat"/>
                <a:ea typeface="Montserrat"/>
                <a:cs typeface="Montserrat"/>
              </a:defRPr>
            </a:lvl7pPr>
            <a:lvl8pPr>
              <a:defRPr sz="1875" b="1">
                <a:solidFill>
                  <a:srgbClr val="4C156F"/>
                </a:solidFill>
                <a:latin typeface="Montserrat"/>
                <a:ea typeface="Montserrat"/>
                <a:cs typeface="Montserrat"/>
              </a:defRPr>
            </a:lvl8pPr>
            <a:lvl9pPr>
              <a:defRPr sz="1875" b="1">
                <a:solidFill>
                  <a:srgbClr val="4C156F"/>
                </a:solidFill>
                <a:latin typeface="Montserrat"/>
                <a:ea typeface="Montserrat"/>
                <a:cs typeface="Montserrat"/>
              </a:defRPr>
            </a:lvl9pPr>
          </a:lstStyle>
          <a:p>
            <a:pPr>
              <a:defRPr sz="1875" b="1">
                <a:solidFill>
                  <a:srgbClr val="4C156F"/>
                </a:solidFill>
                <a:latin typeface="Montserrat"/>
                <a:ea typeface="Montserrat"/>
                <a:cs typeface="Montserrat"/>
              </a:defRPr>
            </a:pPr>
            <a:r>
              <a:rPr sz="1875" b="1">
                <a:solidFill>
                  <a:srgbClr val="4C156F"/>
                </a:solidFill>
                <a:latin typeface="Montserrat"/>
                <a:ea typeface="Montserrat"/>
                <a:cs typeface="Montserrat"/>
              </a:rPr>
              <a:t>Ротация</a:t>
            </a:r>
          </a:p>
        </p:txBody>
      </p:sp>
      <p:sp>
        <p:nvSpPr>
          <p:cNvPr id="4017" name="Прямоугольник 4016">
            <a:extLst>
              <a:ext uri="{FF2B5EF4-FFF2-40B4-BE49-F238E27FC236}">
                <a16:creationId xmlns:a16="http://schemas.microsoft.com/office/drawing/2014/main" id="{AC222614-D6D3-43A3-B4FF-D533372D2DC1}"/>
              </a:ext>
            </a:extLst>
          </p:cNvPr>
          <p:cNvSpPr>
            <a:spLocks noGrp="1"/>
          </p:cNvSpPr>
          <p:nvPr/>
        </p:nvSpPr>
        <p:spPr>
          <a:xfrm>
            <a:off x="6496050" y="3495675"/>
            <a:ext cx="5143500" cy="552450"/>
          </a:xfrm>
          <a:prstGeom prst="rect">
            <a:avLst/>
          </a:prstGeom>
          <a:noFill/>
          <a:ln w="0">
            <a:noFill/>
            <a:prstDash val="solid"/>
          </a:ln>
        </p:spPr>
        <p:txBody>
          <a:bodyPr lIns="0" tIns="0" rIns="0" bIns="0"/>
          <a:lstStyle>
            <a:defPPr>
              <a:defRPr sz="1350" b="0">
                <a:solidFill>
                  <a:srgbClr val="4C156F"/>
                </a:solidFill>
                <a:latin typeface="Montserrat"/>
                <a:ea typeface="Montserrat"/>
                <a:cs typeface="Montserrat"/>
              </a:defRPr>
            </a:defPPr>
            <a:lvl1pPr>
              <a:defRPr sz="1350" b="0">
                <a:solidFill>
                  <a:srgbClr val="4C156F"/>
                </a:solidFill>
                <a:latin typeface="Montserrat"/>
                <a:ea typeface="Montserrat"/>
                <a:cs typeface="Montserrat"/>
              </a:defRPr>
            </a:lvl1pPr>
            <a:lvl2pPr>
              <a:defRPr sz="1350" b="0">
                <a:solidFill>
                  <a:srgbClr val="4C156F"/>
                </a:solidFill>
                <a:latin typeface="Montserrat"/>
                <a:ea typeface="Montserrat"/>
                <a:cs typeface="Montserrat"/>
              </a:defRPr>
            </a:lvl2pPr>
            <a:lvl3pPr>
              <a:defRPr sz="1350" b="0">
                <a:solidFill>
                  <a:srgbClr val="4C156F"/>
                </a:solidFill>
                <a:latin typeface="Montserrat"/>
                <a:ea typeface="Montserrat"/>
                <a:cs typeface="Montserrat"/>
              </a:defRPr>
            </a:lvl3pPr>
            <a:lvl4pPr>
              <a:defRPr sz="1350" b="0">
                <a:solidFill>
                  <a:srgbClr val="4C156F"/>
                </a:solidFill>
                <a:latin typeface="Montserrat"/>
                <a:ea typeface="Montserrat"/>
                <a:cs typeface="Montserrat"/>
              </a:defRPr>
            </a:lvl4pPr>
            <a:lvl5pPr>
              <a:defRPr sz="1350" b="0">
                <a:solidFill>
                  <a:srgbClr val="4C156F"/>
                </a:solidFill>
                <a:latin typeface="Montserrat"/>
                <a:ea typeface="Montserrat"/>
                <a:cs typeface="Montserrat"/>
              </a:defRPr>
            </a:lvl5pPr>
            <a:lvl6pPr>
              <a:defRPr sz="1350" b="0">
                <a:solidFill>
                  <a:srgbClr val="4C156F"/>
                </a:solidFill>
                <a:latin typeface="Montserrat"/>
                <a:ea typeface="Montserrat"/>
                <a:cs typeface="Montserrat"/>
              </a:defRPr>
            </a:lvl6pPr>
            <a:lvl7pPr>
              <a:defRPr sz="1350" b="0">
                <a:solidFill>
                  <a:srgbClr val="4C156F"/>
                </a:solidFill>
                <a:latin typeface="Montserrat"/>
                <a:ea typeface="Montserrat"/>
                <a:cs typeface="Montserrat"/>
              </a:defRPr>
            </a:lvl7pPr>
            <a:lvl8pPr>
              <a:defRPr sz="1350" b="0">
                <a:solidFill>
                  <a:srgbClr val="4C156F"/>
                </a:solidFill>
                <a:latin typeface="Montserrat"/>
                <a:ea typeface="Montserrat"/>
                <a:cs typeface="Montserrat"/>
              </a:defRPr>
            </a:lvl8pPr>
            <a:lvl9pPr>
              <a:defRPr sz="1350" b="0">
                <a:solidFill>
                  <a:srgbClr val="4C156F"/>
                </a:solidFill>
                <a:latin typeface="Montserrat"/>
                <a:ea typeface="Montserrat"/>
                <a:cs typeface="Montserrat"/>
              </a:defRPr>
            </a:lvl9pPr>
          </a:lstStyle>
          <a:p>
            <a:pPr>
              <a:defRPr sz="1350" b="0">
                <a:solidFill>
                  <a:srgbClr val="4C156F"/>
                </a:solidFill>
                <a:latin typeface="Montserrat"/>
                <a:ea typeface="Montserrat"/>
                <a:cs typeface="Montserrat"/>
              </a:defRPr>
            </a:pPr>
            <a:r>
              <a:rPr sz="1350" b="0">
                <a:solidFill>
                  <a:srgbClr val="4C156F"/>
                </a:solidFill>
                <a:latin typeface="Montserrat"/>
                <a:ea typeface="Montserrat"/>
                <a:cs typeface="Montserrat"/>
              </a:rPr>
              <a:t>Площадь выступа малого вертела: ориентир 96–272 мм²</a:t>
            </a:r>
          </a:p>
          <a:p>
            <a:pPr>
              <a:defRPr sz="1350" b="0">
                <a:solidFill>
                  <a:srgbClr val="4C156F"/>
                </a:solidFill>
                <a:latin typeface="Montserrat"/>
                <a:ea typeface="Montserrat"/>
                <a:cs typeface="Montserrat"/>
              </a:defRPr>
            </a:pPr>
            <a:r>
              <a:rPr sz="1350" b="0">
                <a:solidFill>
                  <a:srgbClr val="4C156F"/>
                </a:solidFill>
                <a:latin typeface="Montserrat"/>
                <a:ea typeface="Montserrat"/>
                <a:cs typeface="Montserrat"/>
              </a:rPr>
              <a:t>+ среднее трёх ResNet-34 → объединённая оценка</a:t>
            </a:r>
          </a:p>
        </p:txBody>
      </p:sp>
      <p:sp>
        <p:nvSpPr>
          <p:cNvPr id="4018" name="Прямая соединительная линия 4017">
            <a:extLst>
              <a:ext uri="{FF2B5EF4-FFF2-40B4-BE49-F238E27FC236}">
                <a16:creationId xmlns:a16="http://schemas.microsoft.com/office/drawing/2014/main" id="{AF3C9E9C-7974-4878-80D2-088B694B2495}"/>
              </a:ext>
            </a:extLst>
          </p:cNvPr>
          <p:cNvSpPr>
            <a:spLocks noGrp="1"/>
          </p:cNvSpPr>
          <p:nvPr/>
        </p:nvSpPr>
        <p:spPr>
          <a:xfrm>
            <a:off x="6496050" y="4162425"/>
            <a:ext cx="5143500" cy="0"/>
          </a:xfrm>
          <a:prstGeom prst="line">
            <a:avLst/>
          </a:prstGeom>
          <a:noFill/>
          <a:ln w="28575">
            <a:solidFill>
              <a:srgbClr val="FF0066"/>
            </a:solidFill>
            <a:prstDash val="solid"/>
          </a:ln>
        </p:spPr>
      </p:sp>
      <p:sp>
        <p:nvSpPr>
          <p:cNvPr id="4019" name="Прямоугольник 4018">
            <a:extLst>
              <a:ext uri="{FF2B5EF4-FFF2-40B4-BE49-F238E27FC236}">
                <a16:creationId xmlns:a16="http://schemas.microsoft.com/office/drawing/2014/main" id="{B732EFF0-6251-44A5-ACF1-377B9164F9BE}"/>
              </a:ext>
            </a:extLst>
          </p:cNvPr>
          <p:cNvSpPr>
            <a:spLocks noGrp="1"/>
          </p:cNvSpPr>
          <p:nvPr/>
        </p:nvSpPr>
        <p:spPr>
          <a:xfrm>
            <a:off x="6496050" y="4305300"/>
            <a:ext cx="5143500" cy="523875"/>
          </a:xfrm>
          <a:prstGeom prst="rect">
            <a:avLst/>
          </a:prstGeom>
          <a:noFill/>
          <a:ln w="0">
            <a:noFill/>
            <a:prstDash val="solid"/>
          </a:ln>
        </p:spPr>
        <p:txBody>
          <a:bodyPr lIns="0" tIns="0" rIns="0" bIns="0"/>
          <a:lstStyle>
            <a:defPPr>
              <a:defRPr sz="1500" b="1">
                <a:solidFill>
                  <a:srgbClr val="4C156F"/>
                </a:solidFill>
                <a:latin typeface="Montserrat"/>
                <a:ea typeface="Montserrat"/>
                <a:cs typeface="Montserrat"/>
              </a:defRPr>
            </a:defPPr>
            <a:lvl1pPr>
              <a:defRPr sz="1500" b="1">
                <a:solidFill>
                  <a:srgbClr val="4C156F"/>
                </a:solidFill>
                <a:latin typeface="Montserrat"/>
                <a:ea typeface="Montserrat"/>
                <a:cs typeface="Montserrat"/>
              </a:defRPr>
            </a:lvl1pPr>
            <a:lvl2pPr>
              <a:defRPr sz="1500" b="1">
                <a:solidFill>
                  <a:srgbClr val="4C156F"/>
                </a:solidFill>
                <a:latin typeface="Montserrat"/>
                <a:ea typeface="Montserrat"/>
                <a:cs typeface="Montserrat"/>
              </a:defRPr>
            </a:lvl2pPr>
            <a:lvl3pPr>
              <a:defRPr sz="1500" b="1">
                <a:solidFill>
                  <a:srgbClr val="4C156F"/>
                </a:solidFill>
                <a:latin typeface="Montserrat"/>
                <a:ea typeface="Montserrat"/>
                <a:cs typeface="Montserrat"/>
              </a:defRPr>
            </a:lvl3pPr>
            <a:lvl4pPr>
              <a:defRPr sz="1500" b="1">
                <a:solidFill>
                  <a:srgbClr val="4C156F"/>
                </a:solidFill>
                <a:latin typeface="Montserrat"/>
                <a:ea typeface="Montserrat"/>
                <a:cs typeface="Montserrat"/>
              </a:defRPr>
            </a:lvl4pPr>
            <a:lvl5pPr>
              <a:defRPr sz="1500" b="1">
                <a:solidFill>
                  <a:srgbClr val="4C156F"/>
                </a:solidFill>
                <a:latin typeface="Montserrat"/>
                <a:ea typeface="Montserrat"/>
                <a:cs typeface="Montserrat"/>
              </a:defRPr>
            </a:lvl5pPr>
            <a:lvl6pPr>
              <a:defRPr sz="1500" b="1">
                <a:solidFill>
                  <a:srgbClr val="4C156F"/>
                </a:solidFill>
                <a:latin typeface="Montserrat"/>
                <a:ea typeface="Montserrat"/>
                <a:cs typeface="Montserrat"/>
              </a:defRPr>
            </a:lvl6pPr>
            <a:lvl7pPr>
              <a:defRPr sz="1500" b="1">
                <a:solidFill>
                  <a:srgbClr val="4C156F"/>
                </a:solidFill>
                <a:latin typeface="Montserrat"/>
                <a:ea typeface="Montserrat"/>
                <a:cs typeface="Montserrat"/>
              </a:defRPr>
            </a:lvl7pPr>
            <a:lvl8pPr>
              <a:defRPr sz="1500" b="1">
                <a:solidFill>
                  <a:srgbClr val="4C156F"/>
                </a:solidFill>
                <a:latin typeface="Montserrat"/>
                <a:ea typeface="Montserrat"/>
                <a:cs typeface="Montserrat"/>
              </a:defRPr>
            </a:lvl8pPr>
            <a:lvl9pPr>
              <a:defRPr sz="1500" b="1">
                <a:solidFill>
                  <a:srgbClr val="4C156F"/>
                </a:solidFill>
                <a:latin typeface="Montserrat"/>
                <a:ea typeface="Montserrat"/>
                <a:cs typeface="Montserrat"/>
              </a:defRPr>
            </a:lvl9pPr>
          </a:lstStyle>
          <a:p>
            <a:pPr>
              <a:defRPr sz="1500" b="1">
                <a:solidFill>
                  <a:srgbClr val="4C156F"/>
                </a:solidFill>
                <a:latin typeface="Montserrat"/>
                <a:ea typeface="Montserrat"/>
                <a:cs typeface="Montserrat"/>
              </a:defRPr>
            </a:pPr>
            <a:r>
              <a:rPr sz="1500" b="1">
                <a:solidFill>
                  <a:srgbClr val="4C156F"/>
                </a:solidFill>
                <a:latin typeface="Montserrat"/>
                <a:ea typeface="Montserrat"/>
                <a:cs typeface="Montserrat"/>
              </a:rPr>
              <a:t>Объединённая оценка выше порога</a:t>
            </a:r>
          </a:p>
          <a:p>
            <a:pPr>
              <a:defRPr sz="1500" b="1">
                <a:solidFill>
                  <a:srgbClr val="4C156F"/>
                </a:solidFill>
                <a:latin typeface="Montserrat"/>
                <a:ea typeface="Montserrat"/>
                <a:cs typeface="Montserrat"/>
              </a:defRPr>
            </a:pPr>
            <a:r>
              <a:rPr sz="1500" b="1">
                <a:solidFill>
                  <a:srgbClr val="4C156F"/>
                </a:solidFill>
                <a:latin typeface="Montserrat"/>
                <a:ea typeface="Montserrat"/>
                <a:cs typeface="Montserrat"/>
              </a:rPr>
              <a:t>hip_rotation</a:t>
            </a:r>
          </a:p>
        </p:txBody>
      </p:sp>
      <p:sp>
        <p:nvSpPr>
          <p:cNvPr id="4020" name="Прямоугольник 4019">
            <a:extLst>
              <a:ext uri="{FF2B5EF4-FFF2-40B4-BE49-F238E27FC236}">
                <a16:creationId xmlns:a16="http://schemas.microsoft.com/office/drawing/2014/main" id="{59E8D1A3-CBE2-4D6E-B515-2B74D05AE6D1}"/>
              </a:ext>
            </a:extLst>
          </p:cNvPr>
          <p:cNvSpPr>
            <a:spLocks noGrp="1"/>
          </p:cNvSpPr>
          <p:nvPr/>
        </p:nvSpPr>
        <p:spPr>
          <a:xfrm>
            <a:off x="6496050" y="4876800"/>
            <a:ext cx="5143500" cy="238125"/>
          </a:xfrm>
          <a:prstGeom prst="rect">
            <a:avLst/>
          </a:prstGeom>
          <a:noFill/>
          <a:ln w="0">
            <a:noFill/>
            <a:prstDash val="solid"/>
          </a:ln>
        </p:spPr>
        <p:txBody>
          <a:bodyPr lIns="0" tIns="0" rIns="0" bIns="0"/>
          <a:lstStyle>
            <a:defPPr>
              <a:defRPr sz="1125" b="1">
                <a:solidFill>
                  <a:srgbClr val="FF0066"/>
                </a:solidFill>
                <a:latin typeface="Montserrat"/>
                <a:ea typeface="Montserrat"/>
                <a:cs typeface="Montserrat"/>
              </a:defRPr>
            </a:defPPr>
            <a:lvl1pPr>
              <a:defRPr sz="1125" b="1">
                <a:solidFill>
                  <a:srgbClr val="FF0066"/>
                </a:solidFill>
                <a:latin typeface="Montserrat"/>
                <a:ea typeface="Montserrat"/>
                <a:cs typeface="Montserrat"/>
              </a:defRPr>
            </a:lvl1pPr>
            <a:lvl2pPr>
              <a:defRPr sz="1125" b="1">
                <a:solidFill>
                  <a:srgbClr val="FF0066"/>
                </a:solidFill>
                <a:latin typeface="Montserrat"/>
                <a:ea typeface="Montserrat"/>
                <a:cs typeface="Montserrat"/>
              </a:defRPr>
            </a:lvl2pPr>
            <a:lvl3pPr>
              <a:defRPr sz="1125" b="1">
                <a:solidFill>
                  <a:srgbClr val="FF0066"/>
                </a:solidFill>
                <a:latin typeface="Montserrat"/>
                <a:ea typeface="Montserrat"/>
                <a:cs typeface="Montserrat"/>
              </a:defRPr>
            </a:lvl3pPr>
            <a:lvl4pPr>
              <a:defRPr sz="1125" b="1">
                <a:solidFill>
                  <a:srgbClr val="FF0066"/>
                </a:solidFill>
                <a:latin typeface="Montserrat"/>
                <a:ea typeface="Montserrat"/>
                <a:cs typeface="Montserrat"/>
              </a:defRPr>
            </a:lvl4pPr>
            <a:lvl5pPr>
              <a:defRPr sz="1125" b="1">
                <a:solidFill>
                  <a:srgbClr val="FF0066"/>
                </a:solidFill>
                <a:latin typeface="Montserrat"/>
                <a:ea typeface="Montserrat"/>
                <a:cs typeface="Montserrat"/>
              </a:defRPr>
            </a:lvl5pPr>
            <a:lvl6pPr>
              <a:defRPr sz="1125" b="1">
                <a:solidFill>
                  <a:srgbClr val="FF0066"/>
                </a:solidFill>
                <a:latin typeface="Montserrat"/>
                <a:ea typeface="Montserrat"/>
                <a:cs typeface="Montserrat"/>
              </a:defRPr>
            </a:lvl6pPr>
            <a:lvl7pPr>
              <a:defRPr sz="1125" b="1">
                <a:solidFill>
                  <a:srgbClr val="FF0066"/>
                </a:solidFill>
                <a:latin typeface="Montserrat"/>
                <a:ea typeface="Montserrat"/>
                <a:cs typeface="Montserrat"/>
              </a:defRPr>
            </a:lvl7pPr>
            <a:lvl8pPr>
              <a:defRPr sz="1125" b="1">
                <a:solidFill>
                  <a:srgbClr val="FF0066"/>
                </a:solidFill>
                <a:latin typeface="Montserrat"/>
                <a:ea typeface="Montserrat"/>
                <a:cs typeface="Montserrat"/>
              </a:defRPr>
            </a:lvl8pPr>
            <a:lvl9pPr>
              <a:defRPr sz="1125" b="1">
                <a:solidFill>
                  <a:srgbClr val="FF0066"/>
                </a:solidFill>
                <a:latin typeface="Montserrat"/>
                <a:ea typeface="Montserrat"/>
                <a:cs typeface="Montserrat"/>
              </a:defRPr>
            </a:lvl9pPr>
          </a:lstStyle>
          <a:p>
            <a:pPr>
              <a:defRPr sz="1125" b="1">
                <a:solidFill>
                  <a:srgbClr val="FF0066"/>
                </a:solidFill>
                <a:latin typeface="Montserrat"/>
                <a:ea typeface="Montserrat"/>
                <a:cs typeface="Montserrat"/>
              </a:defRPr>
            </a:pPr>
            <a:r>
              <a:rPr sz="1125" b="1">
                <a:solidFill>
                  <a:srgbClr val="FF0066"/>
                </a:solidFill>
                <a:latin typeface="Montserrat"/>
                <a:ea typeface="Montserrat"/>
                <a:cs typeface="Montserrat"/>
              </a:rPr>
              <a:t>CNN и геометрия расходятся: пометка специалисту</a:t>
            </a:r>
          </a:p>
        </p:txBody>
      </p:sp>
      <p:sp>
        <p:nvSpPr>
          <p:cNvPr id="4021" name="Прямая соединительная линия 4020">
            <a:extLst>
              <a:ext uri="{FF2B5EF4-FFF2-40B4-BE49-F238E27FC236}">
                <a16:creationId xmlns:a16="http://schemas.microsoft.com/office/drawing/2014/main" id="{F4FE26A8-63BA-4E8F-91A8-1E8EFE46DFA9}"/>
              </a:ext>
            </a:extLst>
          </p:cNvPr>
          <p:cNvSpPr>
            <a:spLocks noGrp="1"/>
          </p:cNvSpPr>
          <p:nvPr/>
        </p:nvSpPr>
        <p:spPr>
          <a:xfrm>
            <a:off x="3143250" y="5124450"/>
            <a:ext cx="0" cy="219075"/>
          </a:xfrm>
          <a:prstGeom prst="line">
            <a:avLst/>
          </a:prstGeom>
          <a:noFill/>
          <a:ln w="28575">
            <a:solidFill>
              <a:srgbClr val="FF0066"/>
            </a:solidFill>
            <a:prstDash val="solid"/>
          </a:ln>
        </p:spPr>
      </p:sp>
      <p:sp>
        <p:nvSpPr>
          <p:cNvPr id="4022" name="Прямая соединительная линия 4021">
            <a:extLst>
              <a:ext uri="{FF2B5EF4-FFF2-40B4-BE49-F238E27FC236}">
                <a16:creationId xmlns:a16="http://schemas.microsoft.com/office/drawing/2014/main" id="{A2E794D8-5E4E-4275-B306-5F342B586E9F}"/>
              </a:ext>
            </a:extLst>
          </p:cNvPr>
          <p:cNvSpPr>
            <a:spLocks noGrp="1"/>
          </p:cNvSpPr>
          <p:nvPr/>
        </p:nvSpPr>
        <p:spPr>
          <a:xfrm>
            <a:off x="9144000" y="5124450"/>
            <a:ext cx="0" cy="219075"/>
          </a:xfrm>
          <a:prstGeom prst="line">
            <a:avLst/>
          </a:prstGeom>
          <a:noFill/>
          <a:ln w="28575">
            <a:solidFill>
              <a:srgbClr val="FF0066"/>
            </a:solidFill>
            <a:prstDash val="solid"/>
          </a:ln>
        </p:spPr>
      </p:sp>
      <p:sp>
        <p:nvSpPr>
          <p:cNvPr id="4023" name="Прямая соединительная линия 4022">
            <a:extLst>
              <a:ext uri="{FF2B5EF4-FFF2-40B4-BE49-F238E27FC236}">
                <a16:creationId xmlns:a16="http://schemas.microsoft.com/office/drawing/2014/main" id="{D8873F84-0F1F-400C-96ED-D1A37082390E}"/>
              </a:ext>
            </a:extLst>
          </p:cNvPr>
          <p:cNvSpPr>
            <a:spLocks noGrp="1"/>
          </p:cNvSpPr>
          <p:nvPr/>
        </p:nvSpPr>
        <p:spPr>
          <a:xfrm>
            <a:off x="3143250" y="5343525"/>
            <a:ext cx="6000750" cy="0"/>
          </a:xfrm>
          <a:prstGeom prst="line">
            <a:avLst/>
          </a:prstGeom>
          <a:noFill/>
          <a:ln w="28575">
            <a:solidFill>
              <a:srgbClr val="FF0066"/>
            </a:solidFill>
            <a:prstDash val="solid"/>
          </a:ln>
        </p:spPr>
      </p:sp>
      <p:sp>
        <p:nvSpPr>
          <p:cNvPr id="4024" name="Стрелка вниз 4023">
            <a:extLst>
              <a:ext uri="{FF2B5EF4-FFF2-40B4-BE49-F238E27FC236}">
                <a16:creationId xmlns:a16="http://schemas.microsoft.com/office/drawing/2014/main" id="{2225FD9F-077E-400A-AA7A-0563AC4D5115}"/>
              </a:ext>
            </a:extLst>
          </p:cNvPr>
          <p:cNvSpPr>
            <a:spLocks noGrp="1"/>
          </p:cNvSpPr>
          <p:nvPr/>
        </p:nvSpPr>
        <p:spPr>
          <a:xfrm>
            <a:off x="6000750" y="5343525"/>
            <a:ext cx="190500" cy="219075"/>
          </a:xfrm>
          <a:prstGeom prst="downArrow">
            <a:avLst/>
          </a:prstGeom>
          <a:solidFill>
            <a:srgbClr val="FF0066"/>
          </a:solidFill>
          <a:ln w="0">
            <a:solidFill>
              <a:srgbClr val="FF0066"/>
            </a:solidFill>
            <a:prstDash val="solid"/>
          </a:ln>
        </p:spPr>
      </p:sp>
      <p:sp>
        <p:nvSpPr>
          <p:cNvPr id="4025" name="Скругленный прямоугольник 4024">
            <a:extLst>
              <a:ext uri="{FF2B5EF4-FFF2-40B4-BE49-F238E27FC236}">
                <a16:creationId xmlns:a16="http://schemas.microsoft.com/office/drawing/2014/main" id="{CF258F7A-176A-45F5-A1A0-AAA95C19448F}"/>
              </a:ext>
            </a:extLst>
          </p:cNvPr>
          <p:cNvSpPr>
            <a:spLocks noGrp="1"/>
          </p:cNvSpPr>
          <p:nvPr/>
        </p:nvSpPr>
        <p:spPr>
          <a:xfrm>
            <a:off x="1476375" y="5619750"/>
            <a:ext cx="9239250" cy="523875"/>
          </a:xfrm>
          <a:prstGeom prst="roundRect">
            <a:avLst>
              <a:gd name="adj" fmla="val 25455"/>
            </a:avLst>
          </a:prstGeom>
          <a:solidFill>
            <a:srgbClr val="FFFFFF"/>
          </a:solidFill>
          <a:ln w="9525">
            <a:solidFill>
              <a:srgbClr val="FFFFFF"/>
            </a:solidFill>
            <a:prstDash val="solid"/>
          </a:ln>
        </p:spPr>
      </p:sp>
      <p:sp>
        <p:nvSpPr>
          <p:cNvPr id="4026" name="Прямоугольник 4025">
            <a:extLst>
              <a:ext uri="{FF2B5EF4-FFF2-40B4-BE49-F238E27FC236}">
                <a16:creationId xmlns:a16="http://schemas.microsoft.com/office/drawing/2014/main" id="{F737E149-E164-4BA6-B298-AE5BCB9D8F50}"/>
              </a:ext>
            </a:extLst>
          </p:cNvPr>
          <p:cNvSpPr>
            <a:spLocks noGrp="1"/>
          </p:cNvSpPr>
          <p:nvPr/>
        </p:nvSpPr>
        <p:spPr>
          <a:xfrm>
            <a:off x="1676400" y="5753100"/>
            <a:ext cx="8858250" cy="333375"/>
          </a:xfrm>
          <a:prstGeom prst="rect">
            <a:avLst/>
          </a:prstGeom>
          <a:noFill/>
          <a:ln w="0">
            <a:noFill/>
            <a:prstDash val="solid"/>
          </a:ln>
        </p:spPr>
        <p:txBody>
          <a:bodyPr lIns="0" tIns="0" rIns="0" bIns="0"/>
          <a:lstStyle>
            <a:defPPr>
              <a:defRPr sz="1575" b="1">
                <a:solidFill>
                  <a:srgbClr val="4C156F"/>
                </a:solidFill>
                <a:latin typeface="Montserrat"/>
                <a:ea typeface="Montserrat"/>
                <a:cs typeface="Montserrat"/>
              </a:defRPr>
            </a:defPPr>
            <a:lvl1pPr>
              <a:defRPr sz="1575" b="1">
                <a:solidFill>
                  <a:srgbClr val="4C156F"/>
                </a:solidFill>
                <a:latin typeface="Montserrat"/>
                <a:ea typeface="Montserrat"/>
                <a:cs typeface="Montserrat"/>
              </a:defRPr>
            </a:lvl1pPr>
            <a:lvl2pPr>
              <a:defRPr sz="1575" b="1">
                <a:solidFill>
                  <a:srgbClr val="4C156F"/>
                </a:solidFill>
                <a:latin typeface="Montserrat"/>
                <a:ea typeface="Montserrat"/>
                <a:cs typeface="Montserrat"/>
              </a:defRPr>
            </a:lvl2pPr>
            <a:lvl3pPr>
              <a:defRPr sz="1575" b="1">
                <a:solidFill>
                  <a:srgbClr val="4C156F"/>
                </a:solidFill>
                <a:latin typeface="Montserrat"/>
                <a:ea typeface="Montserrat"/>
                <a:cs typeface="Montserrat"/>
              </a:defRPr>
            </a:lvl3pPr>
            <a:lvl4pPr>
              <a:defRPr sz="1575" b="1">
                <a:solidFill>
                  <a:srgbClr val="4C156F"/>
                </a:solidFill>
                <a:latin typeface="Montserrat"/>
                <a:ea typeface="Montserrat"/>
                <a:cs typeface="Montserrat"/>
              </a:defRPr>
            </a:lvl4pPr>
            <a:lvl5pPr>
              <a:defRPr sz="1575" b="1">
                <a:solidFill>
                  <a:srgbClr val="4C156F"/>
                </a:solidFill>
                <a:latin typeface="Montserrat"/>
                <a:ea typeface="Montserrat"/>
                <a:cs typeface="Montserrat"/>
              </a:defRPr>
            </a:lvl5pPr>
            <a:lvl6pPr>
              <a:defRPr sz="1575" b="1">
                <a:solidFill>
                  <a:srgbClr val="4C156F"/>
                </a:solidFill>
                <a:latin typeface="Montserrat"/>
                <a:ea typeface="Montserrat"/>
                <a:cs typeface="Montserrat"/>
              </a:defRPr>
            </a:lvl6pPr>
            <a:lvl7pPr>
              <a:defRPr sz="1575" b="1">
                <a:solidFill>
                  <a:srgbClr val="4C156F"/>
                </a:solidFill>
                <a:latin typeface="Montserrat"/>
                <a:ea typeface="Montserrat"/>
                <a:cs typeface="Montserrat"/>
              </a:defRPr>
            </a:lvl7pPr>
            <a:lvl8pPr>
              <a:defRPr sz="1575" b="1">
                <a:solidFill>
                  <a:srgbClr val="4C156F"/>
                </a:solidFill>
                <a:latin typeface="Montserrat"/>
                <a:ea typeface="Montserrat"/>
                <a:cs typeface="Montserrat"/>
              </a:defRPr>
            </a:lvl8pPr>
            <a:lvl9pPr>
              <a:defRPr sz="1575" b="1">
                <a:solidFill>
                  <a:srgbClr val="4C156F"/>
                </a:solidFill>
                <a:latin typeface="Montserrat"/>
                <a:ea typeface="Montserrat"/>
                <a:cs typeface="Montserrat"/>
              </a:defRPr>
            </a:lvl9pPr>
          </a:lstStyle>
          <a:p>
            <a:pPr>
              <a:defRPr sz="1575" b="1">
                <a:solidFill>
                  <a:srgbClr val="4C156F"/>
                </a:solidFill>
                <a:latin typeface="Montserrat"/>
                <a:ea typeface="Montserrat"/>
                <a:cs typeface="Montserrat"/>
              </a:defRPr>
            </a:pPr>
            <a:r>
              <a:rPr sz="1575" b="1">
                <a:solidFill>
                  <a:srgbClr val="4C156F"/>
                </a:solidFill>
                <a:latin typeface="Montserrat"/>
                <a:ea typeface="Montserrat"/>
                <a:cs typeface="Montserrat"/>
              </a:rPr>
              <a:t>ROI или ротация нарушены: класс 1; сохраняются оба кода, если нужно</a:t>
            </a:r>
          </a:p>
        </p:txBody>
      </p:sp>
      <p:sp>
        <p:nvSpPr>
          <p:cNvPr id="4027" name="Прямоугольник 4026">
            <a:extLst>
              <a:ext uri="{FF2B5EF4-FFF2-40B4-BE49-F238E27FC236}">
                <a16:creationId xmlns:a16="http://schemas.microsoft.com/office/drawing/2014/main" id="{627AA5B5-88F3-43B6-9CBE-3A7CA6185DFC}"/>
              </a:ext>
            </a:extLst>
          </p:cNvPr>
          <p:cNvSpPr>
            <a:spLocks noGrp="1"/>
          </p:cNvSpPr>
          <p:nvPr/>
        </p:nvSpPr>
        <p:spPr>
          <a:xfrm>
            <a:off x="342900" y="6286500"/>
            <a:ext cx="11001375" cy="285750"/>
          </a:xfrm>
          <a:prstGeom prst="rect">
            <a:avLst/>
          </a:prstGeom>
          <a:noFill/>
          <a:ln w="0">
            <a:noFill/>
            <a:prstDash val="solid"/>
          </a:ln>
        </p:spPr>
        <p:txBody>
          <a:bodyPr lIns="0" tIns="0" rIns="0" bIns="0"/>
          <a:lstStyle>
            <a:defPPr>
              <a:defRPr sz="1200" b="0">
                <a:solidFill>
                  <a:srgbClr val="FFFFFF"/>
                </a:solidFill>
                <a:latin typeface="Montserrat"/>
                <a:ea typeface="Montserrat"/>
                <a:cs typeface="Montserrat"/>
              </a:defRPr>
            </a:defPPr>
            <a:lvl1pPr>
              <a:defRPr sz="1200" b="0">
                <a:solidFill>
                  <a:srgbClr val="FFFFFF"/>
                </a:solidFill>
                <a:latin typeface="Montserrat"/>
                <a:ea typeface="Montserrat"/>
                <a:cs typeface="Montserrat"/>
              </a:defRPr>
            </a:lvl1pPr>
            <a:lvl2pPr>
              <a:defRPr sz="1200" b="0">
                <a:solidFill>
                  <a:srgbClr val="FFFFFF"/>
                </a:solidFill>
                <a:latin typeface="Montserrat"/>
                <a:ea typeface="Montserrat"/>
                <a:cs typeface="Montserrat"/>
              </a:defRPr>
            </a:lvl2pPr>
            <a:lvl3pPr>
              <a:defRPr sz="1200" b="0">
                <a:solidFill>
                  <a:srgbClr val="FFFFFF"/>
                </a:solidFill>
                <a:latin typeface="Montserrat"/>
                <a:ea typeface="Montserrat"/>
                <a:cs typeface="Montserrat"/>
              </a:defRPr>
            </a:lvl3pPr>
            <a:lvl4pPr>
              <a:defRPr sz="1200" b="0">
                <a:solidFill>
                  <a:srgbClr val="FFFFFF"/>
                </a:solidFill>
                <a:latin typeface="Montserrat"/>
                <a:ea typeface="Montserrat"/>
                <a:cs typeface="Montserrat"/>
              </a:defRPr>
            </a:lvl4pPr>
            <a:lvl5pPr>
              <a:defRPr sz="1200" b="0">
                <a:solidFill>
                  <a:srgbClr val="FFFFFF"/>
                </a:solidFill>
                <a:latin typeface="Montserrat"/>
                <a:ea typeface="Montserrat"/>
                <a:cs typeface="Montserrat"/>
              </a:defRPr>
            </a:lvl5pPr>
            <a:lvl6pPr>
              <a:defRPr sz="1200" b="0">
                <a:solidFill>
                  <a:srgbClr val="FFFFFF"/>
                </a:solidFill>
                <a:latin typeface="Montserrat"/>
                <a:ea typeface="Montserrat"/>
                <a:cs typeface="Montserrat"/>
              </a:defRPr>
            </a:lvl6pPr>
            <a:lvl7pPr>
              <a:defRPr sz="1200" b="0">
                <a:solidFill>
                  <a:srgbClr val="FFFFFF"/>
                </a:solidFill>
                <a:latin typeface="Montserrat"/>
                <a:ea typeface="Montserrat"/>
                <a:cs typeface="Montserrat"/>
              </a:defRPr>
            </a:lvl7pPr>
            <a:lvl8pPr>
              <a:defRPr sz="1200" b="0">
                <a:solidFill>
                  <a:srgbClr val="FFFFFF"/>
                </a:solidFill>
                <a:latin typeface="Montserrat"/>
                <a:ea typeface="Montserrat"/>
                <a:cs typeface="Montserrat"/>
              </a:defRPr>
            </a:lvl8pPr>
            <a:lvl9pPr>
              <a:defRPr sz="1200" b="0">
                <a:solidFill>
                  <a:srgbClr val="FFFFFF"/>
                </a:solidFill>
                <a:latin typeface="Montserrat"/>
                <a:ea typeface="Montserrat"/>
                <a:cs typeface="Montserrat"/>
              </a:defRPr>
            </a:lvl9pPr>
          </a:lstStyle>
          <a:p>
            <a:pPr>
              <a:defRPr sz="1200" b="0">
                <a:solidFill>
                  <a:srgbClr val="FFFFFF"/>
                </a:solidFill>
                <a:latin typeface="Montserrat"/>
                <a:ea typeface="Montserrat"/>
                <a:cs typeface="Montserrat"/>
              </a:defRPr>
            </a:pPr>
            <a:r>
              <a:rPr sz="1200" b="0">
                <a:solidFill>
                  <a:srgbClr val="FFFFFF"/>
                </a:solidFill>
                <a:latin typeface="Montserrat"/>
                <a:ea typeface="Montserrat"/>
                <a:cs typeface="Montserrat"/>
              </a:rPr>
              <a:t>Масштаб в документации: 0,607 мм/пиксель для бедра. На другом аппарате его нужно проверить.</a:t>
            </a:r>
          </a:p>
        </p:txBody>
      </p:sp>
    </p:spTree>
    <p:extLst>
      <p:ext uri="{BB962C8B-B14F-4D97-AF65-F5344CB8AC3E}">
        <p14:creationId xmlns:p14="http://schemas.microsoft.com/office/powerpoint/2010/main" val="4191781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Box 2"/>
          <p:cNvSpPr txBox="1"/>
          <p:nvPr/>
        </p:nvSpPr>
        <p:spPr>
          <a:xfrm>
            <a:off x="346075" y="1097280"/>
            <a:ext cx="11338560" cy="822960"/>
          </a:xfrm>
          <a:prstGeom prst="rect">
            <a:avLst/>
          </a:prstGeom>
          <a:noFill/>
        </p:spPr>
        <p:txBody>
          <a:bodyPr wrap="square" lIns="0" tIns="0" rIns="0" bIns="0" anchor="t"/>
          <a:lstStyle/>
          <a:p>
            <a:pPr algn="l">
              <a:lnSpc>
                <a:spcPct val="102000"/>
              </a:lnSpc>
              <a:spcAft>
                <a:spcPts val="0"/>
              </a:spcAft>
            </a:pPr>
            <a:r>
              <a:rPr sz="2200" b="1" i="0">
                <a:solidFill>
                  <a:srgbClr val="FFFFFF"/>
                </a:solidFill>
                <a:latin typeface="Montserrat"/>
                <a:ea typeface="Montserrat"/>
                <a:cs typeface="Montserrat"/>
              </a:rPr>
              <a:t>252 снимка, по каждому критерию всего 6–36 нарушений</a:t>
            </a:r>
          </a:p>
        </p:txBody>
      </p:sp>
      <p:sp>
        <p:nvSpPr>
          <p:cNvPr id="902" name="Номер слайда"/>
          <p:cNvSpPr>
            <a:spLocks noGrp="1"/>
          </p:cNvSpPr>
          <p:nvPr>
            <p:ph type="sldNum" sz="quarter" idx="4"/>
          </p:nvPr>
        </p:nvSpPr>
        <p:spPr>
          <a:xfrm>
            <a:off x="11064240" y="6355080"/>
            <a:ext cx="868680" cy="365760"/>
          </a:xfrm>
        </p:spPr>
        <p:txBody>
          <a:bodyPr/>
          <a:lstStyle/>
          <a:p>
            <a:r>
              <a:rPr/>
              <a:t>5</a:t>
            </a:r>
          </a:p>
        </p:txBody>
      </p:sp>
      <p:sp>
        <p:nvSpPr>
          <p:cNvPr id="903" name="Rounded Rectangle 902"/>
          <p:cNvSpPr/>
          <p:nvPr/>
        </p:nvSpPr>
        <p:spPr>
          <a:xfrm>
            <a:off x="346075" y="1828800"/>
            <a:ext cx="5577840" cy="43891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4" name="TextBox 903"/>
          <p:cNvSpPr txBox="1"/>
          <p:nvPr/>
        </p:nvSpPr>
        <p:spPr>
          <a:xfrm>
            <a:off x="620395" y="2057400"/>
            <a:ext cx="1645920" cy="566928"/>
          </a:xfrm>
          <a:prstGeom prst="rect">
            <a:avLst/>
          </a:prstGeom>
          <a:noFill/>
        </p:spPr>
        <p:txBody>
          <a:bodyPr wrap="square" lIns="0" tIns="0" rIns="0" bIns="0" anchor="t"/>
          <a:lstStyle/>
          <a:p>
            <a:pPr algn="l">
              <a:lnSpc>
                <a:spcPct val="110000"/>
              </a:lnSpc>
              <a:spcAft>
                <a:spcPts val="0"/>
              </a:spcAft>
            </a:pPr>
            <a:r>
              <a:rPr sz="3200" b="1" i="0">
                <a:solidFill>
                  <a:srgbClr val="FF0053"/>
                </a:solidFill>
                <a:latin typeface="Montserrat"/>
                <a:ea typeface="Montserrat"/>
                <a:cs typeface="Montserrat"/>
              </a:rPr>
              <a:t>100</a:t>
            </a:r>
          </a:p>
        </p:txBody>
      </p:sp>
      <p:sp>
        <p:nvSpPr>
          <p:cNvPr id="905" name="TextBox 904"/>
          <p:cNvSpPr txBox="1"/>
          <p:nvPr/>
        </p:nvSpPr>
        <p:spPr>
          <a:xfrm>
            <a:off x="620395" y="2545080"/>
            <a:ext cx="1645920" cy="548640"/>
          </a:xfrm>
          <a:prstGeom prst="rect">
            <a:avLst/>
          </a:prstGeom>
          <a:noFill/>
        </p:spPr>
        <p:txBody>
          <a:bodyPr wrap="square" lIns="0" tIns="0" rIns="0" bIns="0" anchor="t"/>
          <a:lstStyle/>
          <a:p>
            <a:pPr algn="l">
              <a:lnSpc>
                <a:spcPct val="105000"/>
              </a:lnSpc>
              <a:spcAft>
                <a:spcPts val="0"/>
              </a:spcAft>
            </a:pPr>
            <a:r>
              <a:rPr sz="1150" b="0" i="0">
                <a:solidFill>
                  <a:srgbClr val="4A4458"/>
                </a:solidFill>
                <a:latin typeface="Montserrat"/>
                <a:ea typeface="Montserrat"/>
                <a:cs typeface="Montserrat"/>
              </a:rPr>
              <a:t>исследований</a:t>
            </a:r>
          </a:p>
        </p:txBody>
      </p:sp>
      <p:sp>
        <p:nvSpPr>
          <p:cNvPr id="906" name="TextBox 905"/>
          <p:cNvSpPr txBox="1"/>
          <p:nvPr/>
        </p:nvSpPr>
        <p:spPr>
          <a:xfrm>
            <a:off x="2357755" y="2057400"/>
            <a:ext cx="1645920" cy="566928"/>
          </a:xfrm>
          <a:prstGeom prst="rect">
            <a:avLst/>
          </a:prstGeom>
          <a:noFill/>
        </p:spPr>
        <p:txBody>
          <a:bodyPr wrap="square" lIns="0" tIns="0" rIns="0" bIns="0" anchor="t"/>
          <a:lstStyle/>
          <a:p>
            <a:pPr algn="l">
              <a:lnSpc>
                <a:spcPct val="110000"/>
              </a:lnSpc>
              <a:spcAft>
                <a:spcPts val="0"/>
              </a:spcAft>
            </a:pPr>
            <a:r>
              <a:rPr sz="3200" b="1" i="0">
                <a:solidFill>
                  <a:srgbClr val="FF0053"/>
                </a:solidFill>
                <a:latin typeface="Montserrat"/>
                <a:ea typeface="Montserrat"/>
                <a:cs typeface="Montserrat"/>
              </a:rPr>
              <a:t>499</a:t>
            </a:r>
          </a:p>
        </p:txBody>
      </p:sp>
      <p:sp>
        <p:nvSpPr>
          <p:cNvPr id="907" name="TextBox 906"/>
          <p:cNvSpPr txBox="1"/>
          <p:nvPr/>
        </p:nvSpPr>
        <p:spPr>
          <a:xfrm>
            <a:off x="2357755" y="2545080"/>
            <a:ext cx="1645920" cy="548640"/>
          </a:xfrm>
          <a:prstGeom prst="rect">
            <a:avLst/>
          </a:prstGeom>
          <a:noFill/>
        </p:spPr>
        <p:txBody>
          <a:bodyPr wrap="square" lIns="0" tIns="0" rIns="0" bIns="0" anchor="t"/>
          <a:lstStyle/>
          <a:p>
            <a:pPr algn="l">
              <a:lnSpc>
                <a:spcPct val="105000"/>
              </a:lnSpc>
              <a:spcAft>
                <a:spcPts val="0"/>
              </a:spcAft>
            </a:pPr>
            <a:r>
              <a:rPr sz="1150" b="0" i="0">
                <a:solidFill>
                  <a:srgbClr val="4A4458"/>
                </a:solidFill>
                <a:latin typeface="Montserrat"/>
                <a:ea typeface="Montserrat"/>
                <a:cs typeface="Montserrat"/>
              </a:rPr>
              <a:t>DICOM-файлов</a:t>
            </a:r>
          </a:p>
        </p:txBody>
      </p:sp>
      <p:sp>
        <p:nvSpPr>
          <p:cNvPr id="908" name="TextBox 907"/>
          <p:cNvSpPr txBox="1"/>
          <p:nvPr/>
        </p:nvSpPr>
        <p:spPr>
          <a:xfrm>
            <a:off x="4095115" y="2057400"/>
            <a:ext cx="1645920" cy="566928"/>
          </a:xfrm>
          <a:prstGeom prst="rect">
            <a:avLst/>
          </a:prstGeom>
          <a:noFill/>
        </p:spPr>
        <p:txBody>
          <a:bodyPr wrap="square" lIns="0" tIns="0" rIns="0" bIns="0" anchor="t"/>
          <a:lstStyle/>
          <a:p>
            <a:pPr algn="l">
              <a:lnSpc>
                <a:spcPct val="110000"/>
              </a:lnSpc>
              <a:spcAft>
                <a:spcPts val="0"/>
              </a:spcAft>
            </a:pPr>
            <a:r>
              <a:rPr sz="3200" b="1" i="0">
                <a:solidFill>
                  <a:srgbClr val="FF0053"/>
                </a:solidFill>
                <a:latin typeface="Montserrat"/>
                <a:ea typeface="Montserrat"/>
                <a:cs typeface="Montserrat"/>
              </a:rPr>
              <a:t>252</a:t>
            </a:r>
          </a:p>
        </p:txBody>
      </p:sp>
      <p:sp>
        <p:nvSpPr>
          <p:cNvPr id="909" name="TextBox 908"/>
          <p:cNvSpPr txBox="1"/>
          <p:nvPr/>
        </p:nvSpPr>
        <p:spPr>
          <a:xfrm>
            <a:off x="4095115" y="2545080"/>
            <a:ext cx="1645920" cy="548640"/>
          </a:xfrm>
          <a:prstGeom prst="rect">
            <a:avLst/>
          </a:prstGeom>
          <a:noFill/>
        </p:spPr>
        <p:txBody>
          <a:bodyPr wrap="square" lIns="0" tIns="0" rIns="0" bIns="0" anchor="t"/>
          <a:lstStyle/>
          <a:p>
            <a:pPr algn="l">
              <a:lnSpc>
                <a:spcPct val="105000"/>
              </a:lnSpc>
              <a:spcAft>
                <a:spcPts val="0"/>
              </a:spcAft>
            </a:pPr>
            <a:r>
              <a:rPr sz="1150" b="0" i="0">
                <a:solidFill>
                  <a:srgbClr val="4A4458"/>
                </a:solidFill>
                <a:latin typeface="Montserrat"/>
                <a:ea typeface="Montserrat"/>
                <a:cs typeface="Montserrat"/>
              </a:rPr>
              <a:t>уникальных снимков</a:t>
            </a:r>
          </a:p>
        </p:txBody>
      </p:sp>
      <p:sp>
        <p:nvSpPr>
          <p:cNvPr id="911" name="Rounded Rectangle 910"/>
          <p:cNvSpPr/>
          <p:nvPr/>
        </p:nvSpPr>
        <p:spPr>
          <a:xfrm>
            <a:off x="6204344" y="1834692"/>
            <a:ext cx="5696712" cy="43891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2" name="TextBox 911"/>
          <p:cNvSpPr txBox="1"/>
          <p:nvPr/>
        </p:nvSpPr>
        <p:spPr>
          <a:xfrm>
            <a:off x="600124" y="3506097"/>
            <a:ext cx="5212080" cy="365760"/>
          </a:xfrm>
          <a:prstGeom prst="rect">
            <a:avLst/>
          </a:prstGeom>
          <a:noFill/>
        </p:spPr>
        <p:txBody>
          <a:bodyPr wrap="square" lIns="0" tIns="0" rIns="0" bIns="0" anchor="t"/>
          <a:lstStyle/>
          <a:p>
            <a:pPr algn="l">
              <a:lnSpc>
                <a:spcPct val="110000"/>
              </a:lnSpc>
              <a:spcAft>
                <a:spcPts val="0"/>
              </a:spcAft>
            </a:pPr>
            <a:r>
              <a:rPr sz="1600" b="1" i="0" dirty="0" err="1">
                <a:solidFill>
                  <a:srgbClr val="520977"/>
                </a:solidFill>
                <a:latin typeface="Montserrat"/>
                <a:ea typeface="Montserrat"/>
                <a:cs typeface="Montserrat"/>
              </a:rPr>
              <a:t>Нарушений</a:t>
            </a:r>
            <a:r>
              <a:rPr sz="1600" b="1" i="0" dirty="0">
                <a:solidFill>
                  <a:srgbClr val="520977"/>
                </a:solidFill>
                <a:latin typeface="Montserrat"/>
                <a:ea typeface="Montserrat"/>
                <a:cs typeface="Montserrat"/>
              </a:rPr>
              <a:t> </a:t>
            </a:r>
            <a:r>
              <a:rPr sz="1600" b="1" i="0" dirty="0" err="1">
                <a:solidFill>
                  <a:srgbClr val="520977"/>
                </a:solidFill>
                <a:latin typeface="Montserrat"/>
                <a:ea typeface="Montserrat"/>
                <a:cs typeface="Montserrat"/>
              </a:rPr>
              <a:t>мало</a:t>
            </a:r>
            <a:r>
              <a:rPr sz="1600" b="1" i="0" dirty="0">
                <a:solidFill>
                  <a:srgbClr val="520977"/>
                </a:solidFill>
                <a:latin typeface="Montserrat"/>
                <a:ea typeface="Montserrat"/>
                <a:cs typeface="Montserrat"/>
              </a:rPr>
              <a:t>, и </a:t>
            </a:r>
            <a:r>
              <a:rPr sz="1600" b="1" i="0" dirty="0" err="1">
                <a:solidFill>
                  <a:srgbClr val="520977"/>
                </a:solidFill>
                <a:latin typeface="Montserrat"/>
                <a:ea typeface="Montserrat"/>
                <a:cs typeface="Montserrat"/>
              </a:rPr>
              <a:t>они</a:t>
            </a:r>
            <a:r>
              <a:rPr sz="1600" b="1" i="0" dirty="0">
                <a:solidFill>
                  <a:srgbClr val="520977"/>
                </a:solidFill>
                <a:latin typeface="Montserrat"/>
                <a:ea typeface="Montserrat"/>
                <a:cs typeface="Montserrat"/>
              </a:rPr>
              <a:t> </a:t>
            </a:r>
            <a:r>
              <a:rPr sz="1600" b="1" i="0" dirty="0" err="1">
                <a:solidFill>
                  <a:srgbClr val="520977"/>
                </a:solidFill>
                <a:latin typeface="Montserrat"/>
                <a:ea typeface="Montserrat"/>
                <a:cs typeface="Montserrat"/>
              </a:rPr>
              <a:t>разные</a:t>
            </a:r>
            <a:endParaRPr sz="1600" b="1" i="0" dirty="0">
              <a:solidFill>
                <a:srgbClr val="520977"/>
              </a:solidFill>
              <a:latin typeface="Montserrat"/>
              <a:ea typeface="Montserrat"/>
              <a:cs typeface="Montserrat"/>
            </a:endParaRPr>
          </a:p>
        </p:txBody>
      </p:sp>
      <p:sp>
        <p:nvSpPr>
          <p:cNvPr id="913" name="TextBox 912"/>
          <p:cNvSpPr txBox="1"/>
          <p:nvPr/>
        </p:nvSpPr>
        <p:spPr>
          <a:xfrm>
            <a:off x="600635" y="4057426"/>
            <a:ext cx="2103120" cy="274320"/>
          </a:xfrm>
          <a:prstGeom prst="rect">
            <a:avLst/>
          </a:prstGeom>
          <a:noFill/>
        </p:spPr>
        <p:txBody>
          <a:bodyPr wrap="square" lIns="0" tIns="0" rIns="0" bIns="0" anchor="t"/>
          <a:lstStyle/>
          <a:p>
            <a:pPr algn="l">
              <a:lnSpc>
                <a:spcPct val="110000"/>
              </a:lnSpc>
              <a:spcAft>
                <a:spcPts val="0"/>
              </a:spcAft>
            </a:pPr>
            <a:r>
              <a:rPr sz="1200" b="0" i="0">
                <a:solidFill>
                  <a:srgbClr val="1C1D22"/>
                </a:solidFill>
                <a:latin typeface="Montserrat"/>
                <a:ea typeface="Montserrat"/>
                <a:cs typeface="Montserrat"/>
              </a:rPr>
              <a:t>Укладка</a:t>
            </a:r>
          </a:p>
        </p:txBody>
      </p:sp>
      <p:sp>
        <p:nvSpPr>
          <p:cNvPr id="914" name="Rounded Rectangle 913"/>
          <p:cNvSpPr/>
          <p:nvPr/>
        </p:nvSpPr>
        <p:spPr>
          <a:xfrm>
            <a:off x="2749475" y="4094002"/>
            <a:ext cx="1388059" cy="201168"/>
          </a:xfrm>
          <a:prstGeom prst="roundRect">
            <a:avLst>
              <a:gd name="adj" fmla="val 40000"/>
            </a:avLst>
          </a:prstGeom>
          <a:solidFill>
            <a:srgbClr val="FFD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5" name="Rounded Rectangle 914"/>
          <p:cNvSpPr/>
          <p:nvPr/>
        </p:nvSpPr>
        <p:spPr>
          <a:xfrm>
            <a:off x="2749475" y="4094002"/>
            <a:ext cx="84124" cy="201168"/>
          </a:xfrm>
          <a:prstGeom prst="roundRect">
            <a:avLst>
              <a:gd name="adj" fmla="val 40000"/>
            </a:avLst>
          </a:prstGeom>
          <a:solidFill>
            <a:srgbClr val="FF0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6" name="TextBox 915"/>
          <p:cNvSpPr txBox="1"/>
          <p:nvPr/>
        </p:nvSpPr>
        <p:spPr>
          <a:xfrm>
            <a:off x="4228974" y="4057426"/>
            <a:ext cx="1097280" cy="274320"/>
          </a:xfrm>
          <a:prstGeom prst="rect">
            <a:avLst/>
          </a:prstGeom>
          <a:noFill/>
        </p:spPr>
        <p:txBody>
          <a:bodyPr wrap="square" lIns="0" tIns="0" rIns="0" bIns="0" anchor="t"/>
          <a:lstStyle/>
          <a:p>
            <a:pPr algn="l">
              <a:lnSpc>
                <a:spcPct val="110000"/>
              </a:lnSpc>
              <a:spcAft>
                <a:spcPts val="0"/>
              </a:spcAft>
            </a:pPr>
            <a:r>
              <a:rPr sz="1150" b="1" i="0">
                <a:solidFill>
                  <a:srgbClr val="4A4458"/>
                </a:solidFill>
                <a:latin typeface="Montserrat"/>
                <a:ea typeface="Montserrat"/>
                <a:cs typeface="Montserrat"/>
              </a:rPr>
              <a:t>6 из 99</a:t>
            </a:r>
          </a:p>
        </p:txBody>
      </p:sp>
      <p:sp>
        <p:nvSpPr>
          <p:cNvPr id="917" name="TextBox 916"/>
          <p:cNvSpPr txBox="1"/>
          <p:nvPr/>
        </p:nvSpPr>
        <p:spPr>
          <a:xfrm>
            <a:off x="600635" y="4478050"/>
            <a:ext cx="2103120" cy="274320"/>
          </a:xfrm>
          <a:prstGeom prst="rect">
            <a:avLst/>
          </a:prstGeom>
          <a:noFill/>
        </p:spPr>
        <p:txBody>
          <a:bodyPr wrap="square" lIns="0" tIns="0" rIns="0" bIns="0" anchor="t"/>
          <a:lstStyle/>
          <a:p>
            <a:pPr algn="l">
              <a:lnSpc>
                <a:spcPct val="110000"/>
              </a:lnSpc>
              <a:spcAft>
                <a:spcPts val="0"/>
              </a:spcAft>
            </a:pPr>
            <a:r>
              <a:rPr sz="1200" b="0" i="0">
                <a:solidFill>
                  <a:srgbClr val="1C1D22"/>
                </a:solidFill>
                <a:latin typeface="Montserrat"/>
                <a:ea typeface="Montserrat"/>
                <a:cs typeface="Montserrat"/>
              </a:rPr>
              <a:t>Наклон оси &gt; 5°</a:t>
            </a:r>
          </a:p>
        </p:txBody>
      </p:sp>
      <p:sp>
        <p:nvSpPr>
          <p:cNvPr id="918" name="Rounded Rectangle 917"/>
          <p:cNvSpPr/>
          <p:nvPr/>
        </p:nvSpPr>
        <p:spPr>
          <a:xfrm>
            <a:off x="2749475" y="4514626"/>
            <a:ext cx="1388059" cy="201168"/>
          </a:xfrm>
          <a:prstGeom prst="roundRect">
            <a:avLst>
              <a:gd name="adj" fmla="val 40000"/>
            </a:avLst>
          </a:prstGeom>
          <a:solidFill>
            <a:srgbClr val="FFD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9" name="Rounded Rectangle 918"/>
          <p:cNvSpPr/>
          <p:nvPr/>
        </p:nvSpPr>
        <p:spPr>
          <a:xfrm>
            <a:off x="2749475" y="4514626"/>
            <a:ext cx="140207" cy="201168"/>
          </a:xfrm>
          <a:prstGeom prst="roundRect">
            <a:avLst>
              <a:gd name="adj" fmla="val 40000"/>
            </a:avLst>
          </a:prstGeom>
          <a:solidFill>
            <a:srgbClr val="FF0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0" name="TextBox 919"/>
          <p:cNvSpPr txBox="1"/>
          <p:nvPr/>
        </p:nvSpPr>
        <p:spPr>
          <a:xfrm>
            <a:off x="4228974" y="4478050"/>
            <a:ext cx="1097280" cy="274320"/>
          </a:xfrm>
          <a:prstGeom prst="rect">
            <a:avLst/>
          </a:prstGeom>
          <a:noFill/>
        </p:spPr>
        <p:txBody>
          <a:bodyPr wrap="square" lIns="0" tIns="0" rIns="0" bIns="0" anchor="t"/>
          <a:lstStyle/>
          <a:p>
            <a:pPr algn="l">
              <a:lnSpc>
                <a:spcPct val="110000"/>
              </a:lnSpc>
              <a:spcAft>
                <a:spcPts val="0"/>
              </a:spcAft>
            </a:pPr>
            <a:r>
              <a:rPr sz="1150" b="1" i="0">
                <a:solidFill>
                  <a:srgbClr val="4A4458"/>
                </a:solidFill>
                <a:latin typeface="Montserrat"/>
                <a:ea typeface="Montserrat"/>
                <a:cs typeface="Montserrat"/>
              </a:rPr>
              <a:t>10 из 99</a:t>
            </a:r>
          </a:p>
        </p:txBody>
      </p:sp>
      <p:sp>
        <p:nvSpPr>
          <p:cNvPr id="921" name="TextBox 920"/>
          <p:cNvSpPr txBox="1"/>
          <p:nvPr/>
        </p:nvSpPr>
        <p:spPr>
          <a:xfrm>
            <a:off x="600635" y="4898674"/>
            <a:ext cx="2103120" cy="274320"/>
          </a:xfrm>
          <a:prstGeom prst="rect">
            <a:avLst/>
          </a:prstGeom>
          <a:noFill/>
        </p:spPr>
        <p:txBody>
          <a:bodyPr wrap="square" lIns="0" tIns="0" rIns="0" bIns="0" anchor="t"/>
          <a:lstStyle/>
          <a:p>
            <a:pPr algn="l">
              <a:lnSpc>
                <a:spcPct val="110000"/>
              </a:lnSpc>
              <a:spcAft>
                <a:spcPts val="0"/>
              </a:spcAft>
            </a:pPr>
            <a:r>
              <a:rPr sz="1200" b="0" i="0">
                <a:solidFill>
                  <a:srgbClr val="1C1D22"/>
                </a:solidFill>
                <a:latin typeface="Montserrat"/>
                <a:ea typeface="Montserrat"/>
                <a:cs typeface="Montserrat"/>
              </a:rPr>
              <a:t>Посторонние предметы</a:t>
            </a:r>
          </a:p>
        </p:txBody>
      </p:sp>
      <p:sp>
        <p:nvSpPr>
          <p:cNvPr id="922" name="Rounded Rectangle 921"/>
          <p:cNvSpPr/>
          <p:nvPr/>
        </p:nvSpPr>
        <p:spPr>
          <a:xfrm>
            <a:off x="2749475" y="4935250"/>
            <a:ext cx="1388059" cy="201168"/>
          </a:xfrm>
          <a:prstGeom prst="roundRect">
            <a:avLst>
              <a:gd name="adj" fmla="val 40000"/>
            </a:avLst>
          </a:prstGeom>
          <a:solidFill>
            <a:srgbClr val="FFD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3" name="Rounded Rectangle 922"/>
          <p:cNvSpPr/>
          <p:nvPr/>
        </p:nvSpPr>
        <p:spPr>
          <a:xfrm>
            <a:off x="2749475" y="4935250"/>
            <a:ext cx="238353" cy="201168"/>
          </a:xfrm>
          <a:prstGeom prst="roundRect">
            <a:avLst>
              <a:gd name="adj" fmla="val 40000"/>
            </a:avLst>
          </a:prstGeom>
          <a:solidFill>
            <a:srgbClr val="FF0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4" name="TextBox 923"/>
          <p:cNvSpPr txBox="1"/>
          <p:nvPr/>
        </p:nvSpPr>
        <p:spPr>
          <a:xfrm>
            <a:off x="4228974" y="4898674"/>
            <a:ext cx="1097280" cy="274320"/>
          </a:xfrm>
          <a:prstGeom prst="rect">
            <a:avLst/>
          </a:prstGeom>
          <a:noFill/>
        </p:spPr>
        <p:txBody>
          <a:bodyPr wrap="square" lIns="0" tIns="0" rIns="0" bIns="0" anchor="t"/>
          <a:lstStyle/>
          <a:p>
            <a:pPr algn="l">
              <a:lnSpc>
                <a:spcPct val="110000"/>
              </a:lnSpc>
              <a:spcAft>
                <a:spcPts val="0"/>
              </a:spcAft>
            </a:pPr>
            <a:r>
              <a:rPr sz="1150" b="1" i="0">
                <a:solidFill>
                  <a:srgbClr val="4A4458"/>
                </a:solidFill>
                <a:latin typeface="Montserrat"/>
                <a:ea typeface="Montserrat"/>
                <a:cs typeface="Montserrat"/>
              </a:rPr>
              <a:t>17 из 99</a:t>
            </a:r>
          </a:p>
        </p:txBody>
      </p:sp>
      <p:sp>
        <p:nvSpPr>
          <p:cNvPr id="925" name="TextBox 924"/>
          <p:cNvSpPr txBox="1"/>
          <p:nvPr/>
        </p:nvSpPr>
        <p:spPr>
          <a:xfrm>
            <a:off x="600635" y="5319298"/>
            <a:ext cx="2103120" cy="274320"/>
          </a:xfrm>
          <a:prstGeom prst="rect">
            <a:avLst/>
          </a:prstGeom>
          <a:noFill/>
        </p:spPr>
        <p:txBody>
          <a:bodyPr wrap="square" lIns="0" tIns="0" rIns="0" bIns="0" anchor="t"/>
          <a:lstStyle/>
          <a:p>
            <a:pPr algn="l">
              <a:lnSpc>
                <a:spcPct val="110000"/>
              </a:lnSpc>
              <a:spcAft>
                <a:spcPts val="0"/>
              </a:spcAft>
            </a:pPr>
            <a:r>
              <a:rPr sz="1200" b="0" i="0">
                <a:solidFill>
                  <a:srgbClr val="1C1D22"/>
                </a:solidFill>
                <a:latin typeface="Montserrat"/>
                <a:ea typeface="Montserrat"/>
                <a:cs typeface="Montserrat"/>
              </a:rPr>
              <a:t>Ротация бедра</a:t>
            </a:r>
          </a:p>
        </p:txBody>
      </p:sp>
      <p:sp>
        <p:nvSpPr>
          <p:cNvPr id="926" name="Rounded Rectangle 925"/>
          <p:cNvSpPr/>
          <p:nvPr/>
        </p:nvSpPr>
        <p:spPr>
          <a:xfrm>
            <a:off x="2749475" y="5355874"/>
            <a:ext cx="2103120" cy="201168"/>
          </a:xfrm>
          <a:prstGeom prst="roundRect">
            <a:avLst>
              <a:gd name="adj" fmla="val 40000"/>
            </a:avLst>
          </a:prstGeom>
          <a:solidFill>
            <a:srgbClr val="FFD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7" name="Rounded Rectangle 926"/>
          <p:cNvSpPr/>
          <p:nvPr/>
        </p:nvSpPr>
        <p:spPr>
          <a:xfrm>
            <a:off x="2749475" y="5355874"/>
            <a:ext cx="504748" cy="201168"/>
          </a:xfrm>
          <a:prstGeom prst="roundRect">
            <a:avLst>
              <a:gd name="adj" fmla="val 40000"/>
            </a:avLst>
          </a:prstGeom>
          <a:solidFill>
            <a:srgbClr val="FF0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8" name="TextBox 927"/>
          <p:cNvSpPr txBox="1"/>
          <p:nvPr/>
        </p:nvSpPr>
        <p:spPr>
          <a:xfrm>
            <a:off x="4944035" y="5319298"/>
            <a:ext cx="1097280" cy="274320"/>
          </a:xfrm>
          <a:prstGeom prst="rect">
            <a:avLst/>
          </a:prstGeom>
          <a:noFill/>
        </p:spPr>
        <p:txBody>
          <a:bodyPr wrap="square" lIns="0" tIns="0" rIns="0" bIns="0" anchor="t"/>
          <a:lstStyle/>
          <a:p>
            <a:pPr algn="l">
              <a:lnSpc>
                <a:spcPct val="110000"/>
              </a:lnSpc>
              <a:spcAft>
                <a:spcPts val="0"/>
              </a:spcAft>
            </a:pPr>
            <a:r>
              <a:rPr sz="1150" b="1" i="0">
                <a:solidFill>
                  <a:srgbClr val="4A4458"/>
                </a:solidFill>
                <a:latin typeface="Montserrat"/>
                <a:ea typeface="Montserrat"/>
                <a:cs typeface="Montserrat"/>
              </a:rPr>
              <a:t>36 из 150</a:t>
            </a:r>
          </a:p>
        </p:txBody>
      </p:sp>
      <p:sp>
        <p:nvSpPr>
          <p:cNvPr id="929" name="TextBox 928"/>
          <p:cNvSpPr txBox="1"/>
          <p:nvPr/>
        </p:nvSpPr>
        <p:spPr>
          <a:xfrm>
            <a:off x="600635" y="5739922"/>
            <a:ext cx="2103120" cy="274320"/>
          </a:xfrm>
          <a:prstGeom prst="rect">
            <a:avLst/>
          </a:prstGeom>
          <a:noFill/>
        </p:spPr>
        <p:txBody>
          <a:bodyPr wrap="square" lIns="0" tIns="0" rIns="0" bIns="0" anchor="t"/>
          <a:lstStyle/>
          <a:p>
            <a:pPr algn="l">
              <a:lnSpc>
                <a:spcPct val="110000"/>
              </a:lnSpc>
              <a:spcAft>
                <a:spcPts val="0"/>
              </a:spcAft>
            </a:pPr>
            <a:r>
              <a:rPr sz="1200" b="0" i="0">
                <a:solidFill>
                  <a:srgbClr val="1C1D22"/>
                </a:solidFill>
                <a:latin typeface="Montserrat"/>
                <a:ea typeface="Montserrat"/>
                <a:cs typeface="Montserrat"/>
              </a:rPr>
              <a:t>Отступы поля</a:t>
            </a:r>
          </a:p>
        </p:txBody>
      </p:sp>
      <p:sp>
        <p:nvSpPr>
          <p:cNvPr id="930" name="Rounded Rectangle 929"/>
          <p:cNvSpPr/>
          <p:nvPr/>
        </p:nvSpPr>
        <p:spPr>
          <a:xfrm>
            <a:off x="2749475" y="5776498"/>
            <a:ext cx="2103120" cy="201168"/>
          </a:xfrm>
          <a:prstGeom prst="roundRect">
            <a:avLst>
              <a:gd name="adj" fmla="val 40000"/>
            </a:avLst>
          </a:prstGeom>
          <a:solidFill>
            <a:srgbClr val="FFD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1" name="Rounded Rectangle 930"/>
          <p:cNvSpPr/>
          <p:nvPr/>
        </p:nvSpPr>
        <p:spPr>
          <a:xfrm>
            <a:off x="2749475" y="5776498"/>
            <a:ext cx="98145" cy="201168"/>
          </a:xfrm>
          <a:prstGeom prst="roundRect">
            <a:avLst>
              <a:gd name="adj" fmla="val 40000"/>
            </a:avLst>
          </a:prstGeom>
          <a:solidFill>
            <a:srgbClr val="FF0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2" name="TextBox 931"/>
          <p:cNvSpPr txBox="1"/>
          <p:nvPr/>
        </p:nvSpPr>
        <p:spPr>
          <a:xfrm>
            <a:off x="4944035" y="5739922"/>
            <a:ext cx="1097280" cy="274320"/>
          </a:xfrm>
          <a:prstGeom prst="rect">
            <a:avLst/>
          </a:prstGeom>
          <a:noFill/>
        </p:spPr>
        <p:txBody>
          <a:bodyPr wrap="square" lIns="0" tIns="0" rIns="0" bIns="0" anchor="t"/>
          <a:lstStyle/>
          <a:p>
            <a:pPr algn="l">
              <a:lnSpc>
                <a:spcPct val="110000"/>
              </a:lnSpc>
              <a:spcAft>
                <a:spcPts val="0"/>
              </a:spcAft>
            </a:pPr>
            <a:r>
              <a:rPr sz="1150" b="1" i="0">
                <a:solidFill>
                  <a:srgbClr val="4A4458"/>
                </a:solidFill>
                <a:latin typeface="Montserrat"/>
                <a:ea typeface="Montserrat"/>
                <a:cs typeface="Montserrat"/>
              </a:rPr>
              <a:t>7 из 150</a:t>
            </a:r>
          </a:p>
        </p:txBody>
      </p:sp>
      <p:sp>
        <p:nvSpPr>
          <p:cNvPr id="52" name="TextBox 51"/>
          <p:cNvSpPr txBox="1"/>
          <p:nvPr/>
        </p:nvSpPr>
        <p:spPr>
          <a:xfrm>
            <a:off x="6833961" y="2046514"/>
            <a:ext cx="896112" cy="228600"/>
          </a:xfrm>
          <a:prstGeom prst="rect">
            <a:avLst/>
          </a:prstGeom>
          <a:noFill/>
        </p:spPr>
        <p:txBody>
          <a:bodyPr wrap="square" lIns="0" tIns="0" rIns="0" bIns="0" anchor="t"/>
          <a:lstStyle/>
          <a:p>
            <a:pPr algn="ctr">
              <a:lnSpc>
                <a:spcPct val="110000"/>
              </a:lnSpc>
              <a:spcAft>
                <a:spcPts val="0"/>
              </a:spcAft>
            </a:pPr>
            <a:r>
              <a:rPr sz="1000" b="1" i="0">
                <a:solidFill>
                  <a:srgbClr val="8B8599"/>
                </a:solidFill>
                <a:latin typeface="Montserrat"/>
                <a:ea typeface="Montserrat"/>
                <a:cs typeface="Montserrat"/>
              </a:rPr>
              <a:t>часть 1</a:t>
            </a:r>
          </a:p>
        </p:txBody>
      </p:sp>
      <p:sp>
        <p:nvSpPr>
          <p:cNvPr id="53" name="TextBox 52"/>
          <p:cNvSpPr txBox="1"/>
          <p:nvPr/>
        </p:nvSpPr>
        <p:spPr>
          <a:xfrm>
            <a:off x="7803225" y="2046514"/>
            <a:ext cx="896112" cy="228600"/>
          </a:xfrm>
          <a:prstGeom prst="rect">
            <a:avLst/>
          </a:prstGeom>
          <a:noFill/>
        </p:spPr>
        <p:txBody>
          <a:bodyPr wrap="square" lIns="0" tIns="0" rIns="0" bIns="0" anchor="t"/>
          <a:lstStyle/>
          <a:p>
            <a:pPr algn="ctr">
              <a:lnSpc>
                <a:spcPct val="110000"/>
              </a:lnSpc>
              <a:spcAft>
                <a:spcPts val="0"/>
              </a:spcAft>
            </a:pPr>
            <a:r>
              <a:rPr sz="1000" b="1" i="0">
                <a:solidFill>
                  <a:srgbClr val="8B8599"/>
                </a:solidFill>
                <a:latin typeface="Montserrat"/>
                <a:ea typeface="Montserrat"/>
                <a:cs typeface="Montserrat"/>
              </a:rPr>
              <a:t>часть 2</a:t>
            </a:r>
          </a:p>
        </p:txBody>
      </p:sp>
      <p:sp>
        <p:nvSpPr>
          <p:cNvPr id="54" name="TextBox 53"/>
          <p:cNvSpPr txBox="1"/>
          <p:nvPr/>
        </p:nvSpPr>
        <p:spPr>
          <a:xfrm>
            <a:off x="8772489" y="2046514"/>
            <a:ext cx="896112" cy="228600"/>
          </a:xfrm>
          <a:prstGeom prst="rect">
            <a:avLst/>
          </a:prstGeom>
          <a:noFill/>
        </p:spPr>
        <p:txBody>
          <a:bodyPr wrap="square" lIns="0" tIns="0" rIns="0" bIns="0" anchor="t"/>
          <a:lstStyle/>
          <a:p>
            <a:pPr algn="ctr">
              <a:lnSpc>
                <a:spcPct val="110000"/>
              </a:lnSpc>
              <a:spcAft>
                <a:spcPts val="0"/>
              </a:spcAft>
            </a:pPr>
            <a:r>
              <a:rPr sz="1000" b="1" i="0">
                <a:solidFill>
                  <a:srgbClr val="8B8599"/>
                </a:solidFill>
                <a:latin typeface="Montserrat"/>
                <a:ea typeface="Montserrat"/>
                <a:cs typeface="Montserrat"/>
              </a:rPr>
              <a:t>часть 3</a:t>
            </a:r>
          </a:p>
        </p:txBody>
      </p:sp>
      <p:sp>
        <p:nvSpPr>
          <p:cNvPr id="55" name="TextBox 54"/>
          <p:cNvSpPr txBox="1"/>
          <p:nvPr/>
        </p:nvSpPr>
        <p:spPr>
          <a:xfrm>
            <a:off x="9741753" y="2046514"/>
            <a:ext cx="896112" cy="228600"/>
          </a:xfrm>
          <a:prstGeom prst="rect">
            <a:avLst/>
          </a:prstGeom>
          <a:noFill/>
        </p:spPr>
        <p:txBody>
          <a:bodyPr wrap="square" lIns="0" tIns="0" rIns="0" bIns="0" anchor="t"/>
          <a:lstStyle/>
          <a:p>
            <a:pPr algn="ctr">
              <a:lnSpc>
                <a:spcPct val="110000"/>
              </a:lnSpc>
              <a:spcAft>
                <a:spcPts val="0"/>
              </a:spcAft>
            </a:pPr>
            <a:r>
              <a:rPr sz="1000" b="1" i="0">
                <a:solidFill>
                  <a:srgbClr val="8B8599"/>
                </a:solidFill>
                <a:latin typeface="Montserrat"/>
                <a:ea typeface="Montserrat"/>
                <a:cs typeface="Montserrat"/>
              </a:rPr>
              <a:t>часть 4</a:t>
            </a:r>
          </a:p>
        </p:txBody>
      </p:sp>
      <p:sp>
        <p:nvSpPr>
          <p:cNvPr id="56" name="TextBox 55"/>
          <p:cNvSpPr txBox="1"/>
          <p:nvPr/>
        </p:nvSpPr>
        <p:spPr>
          <a:xfrm>
            <a:off x="10711017" y="2046514"/>
            <a:ext cx="896112" cy="228600"/>
          </a:xfrm>
          <a:prstGeom prst="rect">
            <a:avLst/>
          </a:prstGeom>
          <a:noFill/>
        </p:spPr>
        <p:txBody>
          <a:bodyPr wrap="square" lIns="0" tIns="0" rIns="0" bIns="0" anchor="t"/>
          <a:lstStyle/>
          <a:p>
            <a:pPr algn="ctr">
              <a:lnSpc>
                <a:spcPct val="110000"/>
              </a:lnSpc>
              <a:spcAft>
                <a:spcPts val="0"/>
              </a:spcAft>
            </a:pPr>
            <a:r>
              <a:rPr sz="1000" b="1" i="0">
                <a:solidFill>
                  <a:srgbClr val="8B8599"/>
                </a:solidFill>
                <a:latin typeface="Montserrat"/>
                <a:ea typeface="Montserrat"/>
                <a:cs typeface="Montserrat"/>
              </a:rPr>
              <a:t>часть 5</a:t>
            </a:r>
          </a:p>
        </p:txBody>
      </p:sp>
      <p:sp>
        <p:nvSpPr>
          <p:cNvPr id="57" name="TextBox 56"/>
          <p:cNvSpPr txBox="1"/>
          <p:nvPr/>
        </p:nvSpPr>
        <p:spPr>
          <a:xfrm>
            <a:off x="6468201" y="2412274"/>
            <a:ext cx="320040" cy="228600"/>
          </a:xfrm>
          <a:prstGeom prst="rect">
            <a:avLst/>
          </a:prstGeom>
          <a:noFill/>
        </p:spPr>
        <p:txBody>
          <a:bodyPr wrap="square" lIns="0" tIns="0" rIns="0" bIns="0" anchor="t"/>
          <a:lstStyle/>
          <a:p>
            <a:pPr algn="l">
              <a:lnSpc>
                <a:spcPct val="110000"/>
              </a:lnSpc>
              <a:spcAft>
                <a:spcPts val="0"/>
              </a:spcAft>
            </a:pPr>
            <a:r>
              <a:rPr sz="1000" b="1" i="0">
                <a:solidFill>
                  <a:srgbClr val="8B8599"/>
                </a:solidFill>
                <a:latin typeface="Montserrat"/>
                <a:ea typeface="Montserrat"/>
                <a:cs typeface="Montserrat"/>
              </a:rPr>
              <a:t>#1</a:t>
            </a:r>
          </a:p>
        </p:txBody>
      </p:sp>
      <p:sp>
        <p:nvSpPr>
          <p:cNvPr id="58" name="Rounded Rectangle 908"/>
          <p:cNvSpPr/>
          <p:nvPr/>
        </p:nvSpPr>
        <p:spPr>
          <a:xfrm>
            <a:off x="6833961" y="2339122"/>
            <a:ext cx="896112" cy="338328"/>
          </a:xfrm>
          <a:prstGeom prst="roundRect">
            <a:avLst>
              <a:gd name="adj" fmla="val 20000"/>
            </a:avLst>
          </a:prstGeom>
          <a:solidFill>
            <a:srgbClr val="FF0053"/>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000" b="1" i="0">
                <a:solidFill>
                  <a:srgbClr val="FFFFFF"/>
                </a:solidFill>
                <a:latin typeface="Montserrat"/>
                <a:ea typeface="Montserrat"/>
                <a:cs typeface="Montserrat"/>
              </a:rPr>
              <a:t>проверка</a:t>
            </a:r>
          </a:p>
        </p:txBody>
      </p:sp>
      <p:sp>
        <p:nvSpPr>
          <p:cNvPr id="59" name="Rounded Rectangle 909"/>
          <p:cNvSpPr/>
          <p:nvPr/>
        </p:nvSpPr>
        <p:spPr>
          <a:xfrm>
            <a:off x="7803225" y="2339122"/>
            <a:ext cx="896112" cy="338328"/>
          </a:xfrm>
          <a:prstGeom prst="roundRect">
            <a:avLst>
              <a:gd name="adj" fmla="val 20000"/>
            </a:avLst>
          </a:prstGeom>
          <a:solidFill>
            <a:srgbClr val="DCCEE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000" b="0" i="0">
                <a:solidFill>
                  <a:srgbClr val="520977"/>
                </a:solidFill>
                <a:latin typeface="Montserrat"/>
                <a:ea typeface="Montserrat"/>
                <a:cs typeface="Montserrat"/>
              </a:rPr>
              <a:t>обучение</a:t>
            </a:r>
          </a:p>
        </p:txBody>
      </p:sp>
      <p:sp>
        <p:nvSpPr>
          <p:cNvPr id="60" name="Rounded Rectangle 910"/>
          <p:cNvSpPr/>
          <p:nvPr/>
        </p:nvSpPr>
        <p:spPr>
          <a:xfrm>
            <a:off x="8772489" y="2339122"/>
            <a:ext cx="896112" cy="338328"/>
          </a:xfrm>
          <a:prstGeom prst="roundRect">
            <a:avLst>
              <a:gd name="adj" fmla="val 20000"/>
            </a:avLst>
          </a:prstGeom>
          <a:solidFill>
            <a:srgbClr val="DCCEE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000" b="0" i="0">
                <a:solidFill>
                  <a:srgbClr val="520977"/>
                </a:solidFill>
                <a:latin typeface="Montserrat"/>
                <a:ea typeface="Montserrat"/>
                <a:cs typeface="Montserrat"/>
              </a:rPr>
              <a:t>обучение</a:t>
            </a:r>
          </a:p>
        </p:txBody>
      </p:sp>
      <p:sp>
        <p:nvSpPr>
          <p:cNvPr id="61" name="Rounded Rectangle 911"/>
          <p:cNvSpPr/>
          <p:nvPr/>
        </p:nvSpPr>
        <p:spPr>
          <a:xfrm>
            <a:off x="9741753" y="2339122"/>
            <a:ext cx="896112" cy="338328"/>
          </a:xfrm>
          <a:prstGeom prst="roundRect">
            <a:avLst>
              <a:gd name="adj" fmla="val 20000"/>
            </a:avLst>
          </a:prstGeom>
          <a:solidFill>
            <a:srgbClr val="DCCEE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000" b="0" i="0">
                <a:solidFill>
                  <a:srgbClr val="520977"/>
                </a:solidFill>
                <a:latin typeface="Montserrat"/>
                <a:ea typeface="Montserrat"/>
                <a:cs typeface="Montserrat"/>
              </a:rPr>
              <a:t>обучение</a:t>
            </a:r>
          </a:p>
        </p:txBody>
      </p:sp>
      <p:sp>
        <p:nvSpPr>
          <p:cNvPr id="62" name="Rounded Rectangle 912"/>
          <p:cNvSpPr/>
          <p:nvPr/>
        </p:nvSpPr>
        <p:spPr>
          <a:xfrm>
            <a:off x="10711017" y="2339122"/>
            <a:ext cx="896112" cy="338328"/>
          </a:xfrm>
          <a:prstGeom prst="roundRect">
            <a:avLst>
              <a:gd name="adj" fmla="val 20000"/>
            </a:avLst>
          </a:prstGeom>
          <a:solidFill>
            <a:srgbClr val="DCCEE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000" b="0" i="0">
                <a:solidFill>
                  <a:srgbClr val="520977"/>
                </a:solidFill>
                <a:latin typeface="Montserrat"/>
                <a:ea typeface="Montserrat"/>
                <a:cs typeface="Montserrat"/>
              </a:rPr>
              <a:t>обучение</a:t>
            </a:r>
          </a:p>
        </p:txBody>
      </p:sp>
      <p:sp>
        <p:nvSpPr>
          <p:cNvPr id="63" name="TextBox 62"/>
          <p:cNvSpPr txBox="1"/>
          <p:nvPr/>
        </p:nvSpPr>
        <p:spPr>
          <a:xfrm>
            <a:off x="6468201" y="2832898"/>
            <a:ext cx="320040" cy="228600"/>
          </a:xfrm>
          <a:prstGeom prst="rect">
            <a:avLst/>
          </a:prstGeom>
          <a:noFill/>
        </p:spPr>
        <p:txBody>
          <a:bodyPr wrap="square" lIns="0" tIns="0" rIns="0" bIns="0" anchor="t"/>
          <a:lstStyle/>
          <a:p>
            <a:pPr algn="l">
              <a:lnSpc>
                <a:spcPct val="110000"/>
              </a:lnSpc>
              <a:spcAft>
                <a:spcPts val="0"/>
              </a:spcAft>
            </a:pPr>
            <a:r>
              <a:rPr sz="1000" b="1" i="0">
                <a:solidFill>
                  <a:srgbClr val="8B8599"/>
                </a:solidFill>
                <a:latin typeface="Montserrat"/>
                <a:ea typeface="Montserrat"/>
                <a:cs typeface="Montserrat"/>
              </a:rPr>
              <a:t>#2</a:t>
            </a:r>
          </a:p>
        </p:txBody>
      </p:sp>
      <p:sp>
        <p:nvSpPr>
          <p:cNvPr id="64" name="Rounded Rectangle 914"/>
          <p:cNvSpPr/>
          <p:nvPr/>
        </p:nvSpPr>
        <p:spPr>
          <a:xfrm>
            <a:off x="6833961" y="2759746"/>
            <a:ext cx="896112" cy="338328"/>
          </a:xfrm>
          <a:prstGeom prst="roundRect">
            <a:avLst>
              <a:gd name="adj" fmla="val 20000"/>
            </a:avLst>
          </a:prstGeom>
          <a:solidFill>
            <a:srgbClr val="DCCEE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000" b="0" i="0">
                <a:solidFill>
                  <a:srgbClr val="520977"/>
                </a:solidFill>
                <a:latin typeface="Montserrat"/>
                <a:ea typeface="Montserrat"/>
                <a:cs typeface="Montserrat"/>
              </a:rPr>
              <a:t>обучение</a:t>
            </a:r>
          </a:p>
        </p:txBody>
      </p:sp>
      <p:sp>
        <p:nvSpPr>
          <p:cNvPr id="65" name="Rounded Rectangle 915"/>
          <p:cNvSpPr/>
          <p:nvPr/>
        </p:nvSpPr>
        <p:spPr>
          <a:xfrm>
            <a:off x="7803225" y="2759746"/>
            <a:ext cx="896112" cy="338328"/>
          </a:xfrm>
          <a:prstGeom prst="roundRect">
            <a:avLst>
              <a:gd name="adj" fmla="val 20000"/>
            </a:avLst>
          </a:prstGeom>
          <a:solidFill>
            <a:srgbClr val="FF0053"/>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000" b="1" i="0">
                <a:solidFill>
                  <a:srgbClr val="FFFFFF"/>
                </a:solidFill>
                <a:latin typeface="Montserrat"/>
                <a:ea typeface="Montserrat"/>
                <a:cs typeface="Montserrat"/>
              </a:rPr>
              <a:t>проверка</a:t>
            </a:r>
          </a:p>
        </p:txBody>
      </p:sp>
      <p:sp>
        <p:nvSpPr>
          <p:cNvPr id="66" name="Rounded Rectangle 916"/>
          <p:cNvSpPr/>
          <p:nvPr/>
        </p:nvSpPr>
        <p:spPr>
          <a:xfrm>
            <a:off x="8772489" y="2759746"/>
            <a:ext cx="896112" cy="338328"/>
          </a:xfrm>
          <a:prstGeom prst="roundRect">
            <a:avLst>
              <a:gd name="adj" fmla="val 20000"/>
            </a:avLst>
          </a:prstGeom>
          <a:solidFill>
            <a:srgbClr val="DCCEE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000" b="0" i="0">
                <a:solidFill>
                  <a:srgbClr val="520977"/>
                </a:solidFill>
                <a:latin typeface="Montserrat"/>
                <a:ea typeface="Montserrat"/>
                <a:cs typeface="Montserrat"/>
              </a:rPr>
              <a:t>обучение</a:t>
            </a:r>
          </a:p>
        </p:txBody>
      </p:sp>
      <p:sp>
        <p:nvSpPr>
          <p:cNvPr id="67" name="Rounded Rectangle 917"/>
          <p:cNvSpPr/>
          <p:nvPr/>
        </p:nvSpPr>
        <p:spPr>
          <a:xfrm>
            <a:off x="9741753" y="2759746"/>
            <a:ext cx="896112" cy="338328"/>
          </a:xfrm>
          <a:prstGeom prst="roundRect">
            <a:avLst>
              <a:gd name="adj" fmla="val 20000"/>
            </a:avLst>
          </a:prstGeom>
          <a:solidFill>
            <a:srgbClr val="DCCEE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000" b="0" i="0">
                <a:solidFill>
                  <a:srgbClr val="520977"/>
                </a:solidFill>
                <a:latin typeface="Montserrat"/>
                <a:ea typeface="Montserrat"/>
                <a:cs typeface="Montserrat"/>
              </a:rPr>
              <a:t>обучение</a:t>
            </a:r>
          </a:p>
        </p:txBody>
      </p:sp>
      <p:sp>
        <p:nvSpPr>
          <p:cNvPr id="68" name="Rounded Rectangle 918"/>
          <p:cNvSpPr/>
          <p:nvPr/>
        </p:nvSpPr>
        <p:spPr>
          <a:xfrm>
            <a:off x="10711017" y="2759746"/>
            <a:ext cx="896112" cy="338328"/>
          </a:xfrm>
          <a:prstGeom prst="roundRect">
            <a:avLst>
              <a:gd name="adj" fmla="val 20000"/>
            </a:avLst>
          </a:prstGeom>
          <a:solidFill>
            <a:srgbClr val="DCCEE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000" b="0" i="0">
                <a:solidFill>
                  <a:srgbClr val="520977"/>
                </a:solidFill>
                <a:latin typeface="Montserrat"/>
                <a:ea typeface="Montserrat"/>
                <a:cs typeface="Montserrat"/>
              </a:rPr>
              <a:t>обучение</a:t>
            </a:r>
          </a:p>
        </p:txBody>
      </p:sp>
      <p:sp>
        <p:nvSpPr>
          <p:cNvPr id="69" name="TextBox 68"/>
          <p:cNvSpPr txBox="1"/>
          <p:nvPr/>
        </p:nvSpPr>
        <p:spPr>
          <a:xfrm>
            <a:off x="6468201" y="3253522"/>
            <a:ext cx="320040" cy="228600"/>
          </a:xfrm>
          <a:prstGeom prst="rect">
            <a:avLst/>
          </a:prstGeom>
          <a:noFill/>
        </p:spPr>
        <p:txBody>
          <a:bodyPr wrap="square" lIns="0" tIns="0" rIns="0" bIns="0" anchor="t"/>
          <a:lstStyle/>
          <a:p>
            <a:pPr algn="l">
              <a:lnSpc>
                <a:spcPct val="110000"/>
              </a:lnSpc>
              <a:spcAft>
                <a:spcPts val="0"/>
              </a:spcAft>
            </a:pPr>
            <a:r>
              <a:rPr sz="1000" b="1" i="0">
                <a:solidFill>
                  <a:srgbClr val="8B8599"/>
                </a:solidFill>
                <a:latin typeface="Montserrat"/>
                <a:ea typeface="Montserrat"/>
                <a:cs typeface="Montserrat"/>
              </a:rPr>
              <a:t>#3</a:t>
            </a:r>
          </a:p>
        </p:txBody>
      </p:sp>
      <p:sp>
        <p:nvSpPr>
          <p:cNvPr id="70" name="Rounded Rectangle 920"/>
          <p:cNvSpPr/>
          <p:nvPr/>
        </p:nvSpPr>
        <p:spPr>
          <a:xfrm>
            <a:off x="6833961" y="3180370"/>
            <a:ext cx="896112" cy="338328"/>
          </a:xfrm>
          <a:prstGeom prst="roundRect">
            <a:avLst>
              <a:gd name="adj" fmla="val 20000"/>
            </a:avLst>
          </a:prstGeom>
          <a:solidFill>
            <a:srgbClr val="DCCEE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000" b="0" i="0">
                <a:solidFill>
                  <a:srgbClr val="520977"/>
                </a:solidFill>
                <a:latin typeface="Montserrat"/>
                <a:ea typeface="Montserrat"/>
                <a:cs typeface="Montserrat"/>
              </a:rPr>
              <a:t>обучение</a:t>
            </a:r>
          </a:p>
        </p:txBody>
      </p:sp>
      <p:sp>
        <p:nvSpPr>
          <p:cNvPr id="71" name="Rounded Rectangle 921"/>
          <p:cNvSpPr/>
          <p:nvPr/>
        </p:nvSpPr>
        <p:spPr>
          <a:xfrm>
            <a:off x="7803225" y="3180370"/>
            <a:ext cx="896112" cy="338328"/>
          </a:xfrm>
          <a:prstGeom prst="roundRect">
            <a:avLst>
              <a:gd name="adj" fmla="val 20000"/>
            </a:avLst>
          </a:prstGeom>
          <a:solidFill>
            <a:srgbClr val="DCCEE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000" b="0" i="0">
                <a:solidFill>
                  <a:srgbClr val="520977"/>
                </a:solidFill>
                <a:latin typeface="Montserrat"/>
                <a:ea typeface="Montserrat"/>
                <a:cs typeface="Montserrat"/>
              </a:rPr>
              <a:t>обучение</a:t>
            </a:r>
          </a:p>
        </p:txBody>
      </p:sp>
      <p:sp>
        <p:nvSpPr>
          <p:cNvPr id="72" name="Rounded Rectangle 922"/>
          <p:cNvSpPr/>
          <p:nvPr/>
        </p:nvSpPr>
        <p:spPr>
          <a:xfrm>
            <a:off x="8772489" y="3180370"/>
            <a:ext cx="896112" cy="338328"/>
          </a:xfrm>
          <a:prstGeom prst="roundRect">
            <a:avLst>
              <a:gd name="adj" fmla="val 20000"/>
            </a:avLst>
          </a:prstGeom>
          <a:solidFill>
            <a:srgbClr val="FF0053"/>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000" b="1" i="0">
                <a:solidFill>
                  <a:srgbClr val="FFFFFF"/>
                </a:solidFill>
                <a:latin typeface="Montserrat"/>
                <a:ea typeface="Montserrat"/>
                <a:cs typeface="Montserrat"/>
              </a:rPr>
              <a:t>проверка</a:t>
            </a:r>
          </a:p>
        </p:txBody>
      </p:sp>
      <p:sp>
        <p:nvSpPr>
          <p:cNvPr id="73" name="Rounded Rectangle 923"/>
          <p:cNvSpPr/>
          <p:nvPr/>
        </p:nvSpPr>
        <p:spPr>
          <a:xfrm>
            <a:off x="9741753" y="3180370"/>
            <a:ext cx="896112" cy="338328"/>
          </a:xfrm>
          <a:prstGeom prst="roundRect">
            <a:avLst>
              <a:gd name="adj" fmla="val 20000"/>
            </a:avLst>
          </a:prstGeom>
          <a:solidFill>
            <a:srgbClr val="DCCEE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000" b="0" i="0">
                <a:solidFill>
                  <a:srgbClr val="520977"/>
                </a:solidFill>
                <a:latin typeface="Montserrat"/>
                <a:ea typeface="Montserrat"/>
                <a:cs typeface="Montserrat"/>
              </a:rPr>
              <a:t>обучение</a:t>
            </a:r>
          </a:p>
        </p:txBody>
      </p:sp>
      <p:sp>
        <p:nvSpPr>
          <p:cNvPr id="74" name="Rounded Rectangle 924"/>
          <p:cNvSpPr/>
          <p:nvPr/>
        </p:nvSpPr>
        <p:spPr>
          <a:xfrm>
            <a:off x="10711017" y="3180370"/>
            <a:ext cx="896112" cy="338328"/>
          </a:xfrm>
          <a:prstGeom prst="roundRect">
            <a:avLst>
              <a:gd name="adj" fmla="val 20000"/>
            </a:avLst>
          </a:prstGeom>
          <a:solidFill>
            <a:srgbClr val="DCCEE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000" b="0" i="0">
                <a:solidFill>
                  <a:srgbClr val="520977"/>
                </a:solidFill>
                <a:latin typeface="Montserrat"/>
                <a:ea typeface="Montserrat"/>
                <a:cs typeface="Montserrat"/>
              </a:rPr>
              <a:t>обучение</a:t>
            </a:r>
          </a:p>
        </p:txBody>
      </p:sp>
      <p:sp>
        <p:nvSpPr>
          <p:cNvPr id="75" name="TextBox 74"/>
          <p:cNvSpPr txBox="1"/>
          <p:nvPr/>
        </p:nvSpPr>
        <p:spPr>
          <a:xfrm>
            <a:off x="6468201" y="3674146"/>
            <a:ext cx="320040" cy="228600"/>
          </a:xfrm>
          <a:prstGeom prst="rect">
            <a:avLst/>
          </a:prstGeom>
          <a:noFill/>
        </p:spPr>
        <p:txBody>
          <a:bodyPr wrap="square" lIns="0" tIns="0" rIns="0" bIns="0" anchor="t"/>
          <a:lstStyle/>
          <a:p>
            <a:pPr algn="l">
              <a:lnSpc>
                <a:spcPct val="110000"/>
              </a:lnSpc>
              <a:spcAft>
                <a:spcPts val="0"/>
              </a:spcAft>
            </a:pPr>
            <a:r>
              <a:rPr sz="1000" b="1" i="0">
                <a:solidFill>
                  <a:srgbClr val="8B8599"/>
                </a:solidFill>
                <a:latin typeface="Montserrat"/>
                <a:ea typeface="Montserrat"/>
                <a:cs typeface="Montserrat"/>
              </a:rPr>
              <a:t>#4</a:t>
            </a:r>
          </a:p>
        </p:txBody>
      </p:sp>
      <p:sp>
        <p:nvSpPr>
          <p:cNvPr id="76" name="Rounded Rectangle 926"/>
          <p:cNvSpPr/>
          <p:nvPr/>
        </p:nvSpPr>
        <p:spPr>
          <a:xfrm>
            <a:off x="6833961" y="3600994"/>
            <a:ext cx="896112" cy="338328"/>
          </a:xfrm>
          <a:prstGeom prst="roundRect">
            <a:avLst>
              <a:gd name="adj" fmla="val 20000"/>
            </a:avLst>
          </a:prstGeom>
          <a:solidFill>
            <a:srgbClr val="DCCEE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000" b="0" i="0">
                <a:solidFill>
                  <a:srgbClr val="520977"/>
                </a:solidFill>
                <a:latin typeface="Montserrat"/>
                <a:ea typeface="Montserrat"/>
                <a:cs typeface="Montserrat"/>
              </a:rPr>
              <a:t>обучение</a:t>
            </a:r>
          </a:p>
        </p:txBody>
      </p:sp>
      <p:sp>
        <p:nvSpPr>
          <p:cNvPr id="77" name="Rounded Rectangle 927"/>
          <p:cNvSpPr/>
          <p:nvPr/>
        </p:nvSpPr>
        <p:spPr>
          <a:xfrm>
            <a:off x="7803225" y="3600994"/>
            <a:ext cx="896112" cy="338328"/>
          </a:xfrm>
          <a:prstGeom prst="roundRect">
            <a:avLst>
              <a:gd name="adj" fmla="val 20000"/>
            </a:avLst>
          </a:prstGeom>
          <a:solidFill>
            <a:srgbClr val="DCCEE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000" b="0" i="0">
                <a:solidFill>
                  <a:srgbClr val="520977"/>
                </a:solidFill>
                <a:latin typeface="Montserrat"/>
                <a:ea typeface="Montserrat"/>
                <a:cs typeface="Montserrat"/>
              </a:rPr>
              <a:t>обучение</a:t>
            </a:r>
          </a:p>
        </p:txBody>
      </p:sp>
      <p:sp>
        <p:nvSpPr>
          <p:cNvPr id="78" name="Rounded Rectangle 928"/>
          <p:cNvSpPr/>
          <p:nvPr/>
        </p:nvSpPr>
        <p:spPr>
          <a:xfrm>
            <a:off x="8772489" y="3600994"/>
            <a:ext cx="896112" cy="338328"/>
          </a:xfrm>
          <a:prstGeom prst="roundRect">
            <a:avLst>
              <a:gd name="adj" fmla="val 20000"/>
            </a:avLst>
          </a:prstGeom>
          <a:solidFill>
            <a:srgbClr val="DCCEE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000" b="0" i="0">
                <a:solidFill>
                  <a:srgbClr val="520977"/>
                </a:solidFill>
                <a:latin typeface="Montserrat"/>
                <a:ea typeface="Montserrat"/>
                <a:cs typeface="Montserrat"/>
              </a:rPr>
              <a:t>обучение</a:t>
            </a:r>
          </a:p>
        </p:txBody>
      </p:sp>
      <p:sp>
        <p:nvSpPr>
          <p:cNvPr id="79" name="Rounded Rectangle 929"/>
          <p:cNvSpPr/>
          <p:nvPr/>
        </p:nvSpPr>
        <p:spPr>
          <a:xfrm>
            <a:off x="9741753" y="3600994"/>
            <a:ext cx="896112" cy="338328"/>
          </a:xfrm>
          <a:prstGeom prst="roundRect">
            <a:avLst>
              <a:gd name="adj" fmla="val 20000"/>
            </a:avLst>
          </a:prstGeom>
          <a:solidFill>
            <a:srgbClr val="FF0053"/>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000" b="1" i="0">
                <a:solidFill>
                  <a:srgbClr val="FFFFFF"/>
                </a:solidFill>
                <a:latin typeface="Montserrat"/>
                <a:ea typeface="Montserrat"/>
                <a:cs typeface="Montserrat"/>
              </a:rPr>
              <a:t>проверка</a:t>
            </a:r>
          </a:p>
        </p:txBody>
      </p:sp>
      <p:sp>
        <p:nvSpPr>
          <p:cNvPr id="80" name="Rounded Rectangle 930"/>
          <p:cNvSpPr/>
          <p:nvPr/>
        </p:nvSpPr>
        <p:spPr>
          <a:xfrm>
            <a:off x="10711017" y="3600994"/>
            <a:ext cx="896112" cy="338328"/>
          </a:xfrm>
          <a:prstGeom prst="roundRect">
            <a:avLst>
              <a:gd name="adj" fmla="val 20000"/>
            </a:avLst>
          </a:prstGeom>
          <a:solidFill>
            <a:srgbClr val="DCCEE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000" b="0" i="0">
                <a:solidFill>
                  <a:srgbClr val="520977"/>
                </a:solidFill>
                <a:latin typeface="Montserrat"/>
                <a:ea typeface="Montserrat"/>
                <a:cs typeface="Montserrat"/>
              </a:rPr>
              <a:t>обучение</a:t>
            </a:r>
          </a:p>
        </p:txBody>
      </p:sp>
      <p:sp>
        <p:nvSpPr>
          <p:cNvPr id="81" name="TextBox 80"/>
          <p:cNvSpPr txBox="1"/>
          <p:nvPr/>
        </p:nvSpPr>
        <p:spPr>
          <a:xfrm>
            <a:off x="6468201" y="4094770"/>
            <a:ext cx="320040" cy="228600"/>
          </a:xfrm>
          <a:prstGeom prst="rect">
            <a:avLst/>
          </a:prstGeom>
          <a:noFill/>
        </p:spPr>
        <p:txBody>
          <a:bodyPr wrap="square" lIns="0" tIns="0" rIns="0" bIns="0" anchor="t"/>
          <a:lstStyle/>
          <a:p>
            <a:pPr algn="l">
              <a:lnSpc>
                <a:spcPct val="110000"/>
              </a:lnSpc>
              <a:spcAft>
                <a:spcPts val="0"/>
              </a:spcAft>
            </a:pPr>
            <a:r>
              <a:rPr sz="1000" b="1" i="0">
                <a:solidFill>
                  <a:srgbClr val="8B8599"/>
                </a:solidFill>
                <a:latin typeface="Montserrat"/>
                <a:ea typeface="Montserrat"/>
                <a:cs typeface="Montserrat"/>
              </a:rPr>
              <a:t>#5</a:t>
            </a:r>
          </a:p>
        </p:txBody>
      </p:sp>
      <p:sp>
        <p:nvSpPr>
          <p:cNvPr id="82" name="Rounded Rectangle 932"/>
          <p:cNvSpPr/>
          <p:nvPr/>
        </p:nvSpPr>
        <p:spPr>
          <a:xfrm>
            <a:off x="6833961" y="4021618"/>
            <a:ext cx="896112" cy="338328"/>
          </a:xfrm>
          <a:prstGeom prst="roundRect">
            <a:avLst>
              <a:gd name="adj" fmla="val 20000"/>
            </a:avLst>
          </a:prstGeom>
          <a:solidFill>
            <a:srgbClr val="DCCEE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000" b="0" i="0">
                <a:solidFill>
                  <a:srgbClr val="520977"/>
                </a:solidFill>
                <a:latin typeface="Montserrat"/>
                <a:ea typeface="Montserrat"/>
                <a:cs typeface="Montserrat"/>
              </a:rPr>
              <a:t>обучение</a:t>
            </a:r>
          </a:p>
        </p:txBody>
      </p:sp>
      <p:sp>
        <p:nvSpPr>
          <p:cNvPr id="83" name="Rounded Rectangle 933"/>
          <p:cNvSpPr/>
          <p:nvPr/>
        </p:nvSpPr>
        <p:spPr>
          <a:xfrm>
            <a:off x="7803225" y="4021618"/>
            <a:ext cx="896112" cy="338328"/>
          </a:xfrm>
          <a:prstGeom prst="roundRect">
            <a:avLst>
              <a:gd name="adj" fmla="val 20000"/>
            </a:avLst>
          </a:prstGeom>
          <a:solidFill>
            <a:srgbClr val="DCCEE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000" b="0" i="0">
                <a:solidFill>
                  <a:srgbClr val="520977"/>
                </a:solidFill>
                <a:latin typeface="Montserrat"/>
                <a:ea typeface="Montserrat"/>
                <a:cs typeface="Montserrat"/>
              </a:rPr>
              <a:t>обучение</a:t>
            </a:r>
          </a:p>
        </p:txBody>
      </p:sp>
      <p:sp>
        <p:nvSpPr>
          <p:cNvPr id="84" name="Rounded Rectangle 934"/>
          <p:cNvSpPr/>
          <p:nvPr/>
        </p:nvSpPr>
        <p:spPr>
          <a:xfrm>
            <a:off x="8772489" y="4021618"/>
            <a:ext cx="896112" cy="338328"/>
          </a:xfrm>
          <a:prstGeom prst="roundRect">
            <a:avLst>
              <a:gd name="adj" fmla="val 20000"/>
            </a:avLst>
          </a:prstGeom>
          <a:solidFill>
            <a:srgbClr val="DCCEE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000" b="0" i="0">
                <a:solidFill>
                  <a:srgbClr val="520977"/>
                </a:solidFill>
                <a:latin typeface="Montserrat"/>
                <a:ea typeface="Montserrat"/>
                <a:cs typeface="Montserrat"/>
              </a:rPr>
              <a:t>обучение</a:t>
            </a:r>
          </a:p>
        </p:txBody>
      </p:sp>
      <p:sp>
        <p:nvSpPr>
          <p:cNvPr id="85" name="Rounded Rectangle 935"/>
          <p:cNvSpPr/>
          <p:nvPr/>
        </p:nvSpPr>
        <p:spPr>
          <a:xfrm>
            <a:off x="9741753" y="4021618"/>
            <a:ext cx="896112" cy="338328"/>
          </a:xfrm>
          <a:prstGeom prst="roundRect">
            <a:avLst>
              <a:gd name="adj" fmla="val 20000"/>
            </a:avLst>
          </a:prstGeom>
          <a:solidFill>
            <a:srgbClr val="DCCEE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000" b="0" i="0">
                <a:solidFill>
                  <a:srgbClr val="520977"/>
                </a:solidFill>
                <a:latin typeface="Montserrat"/>
                <a:ea typeface="Montserrat"/>
                <a:cs typeface="Montserrat"/>
              </a:rPr>
              <a:t>обучение</a:t>
            </a:r>
          </a:p>
        </p:txBody>
      </p:sp>
      <p:sp>
        <p:nvSpPr>
          <p:cNvPr id="86" name="Rounded Rectangle 936"/>
          <p:cNvSpPr/>
          <p:nvPr/>
        </p:nvSpPr>
        <p:spPr>
          <a:xfrm>
            <a:off x="10711017" y="4021618"/>
            <a:ext cx="896112" cy="338328"/>
          </a:xfrm>
          <a:prstGeom prst="roundRect">
            <a:avLst>
              <a:gd name="adj" fmla="val 20000"/>
            </a:avLst>
          </a:prstGeom>
          <a:solidFill>
            <a:srgbClr val="FF0053"/>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000" b="1" i="0">
                <a:solidFill>
                  <a:srgbClr val="FFFFFF"/>
                </a:solidFill>
                <a:latin typeface="Montserrat"/>
                <a:ea typeface="Montserrat"/>
                <a:cs typeface="Montserrat"/>
              </a:rPr>
              <a:t>проверка</a:t>
            </a:r>
          </a:p>
        </p:txBody>
      </p:sp>
      <p:sp>
        <p:nvSpPr>
          <p:cNvPr id="87" name="TextBox 86"/>
          <p:cNvSpPr txBox="1"/>
          <p:nvPr/>
        </p:nvSpPr>
        <p:spPr>
          <a:xfrm>
            <a:off x="6494326" y="4667794"/>
            <a:ext cx="5303520" cy="1554480"/>
          </a:xfrm>
          <a:prstGeom prst="rect">
            <a:avLst/>
          </a:prstGeom>
          <a:noFill/>
        </p:spPr>
        <p:txBody>
          <a:bodyPr wrap="square" lIns="0" tIns="0" rIns="0" bIns="0" anchor="t"/>
          <a:lstStyle/>
          <a:p>
            <a:pPr algn="l">
              <a:lnSpc>
                <a:spcPct val="112000"/>
              </a:lnSpc>
              <a:spcAft>
                <a:spcPts val="0"/>
              </a:spcAft>
            </a:pPr>
            <a:r>
              <a:rPr sz="1100" b="0" i="0" dirty="0">
                <a:solidFill>
                  <a:srgbClr val="4A4458"/>
                </a:solidFill>
                <a:latin typeface="Montserrat"/>
                <a:ea typeface="Montserrat"/>
                <a:cs typeface="Montserrat"/>
              </a:rPr>
              <a:t>Пять частей OOF: каждый снимок проверяет модель, обученная на остальных четырёх. Снимки одного исследования остаются вместе. Метрики качества рассчитаны на 249 снимках; причины исключения ещё трёх нужно уточнить.</a:t>
            </a:r>
          </a:p>
        </p:txBody>
      </p:sp>
      <p:sp>
        <p:nvSpPr>
          <p:cNvPr id="88" name="Rounded Rectangle 1"/>
          <p:cNvSpPr/>
          <p:nvPr/>
        </p:nvSpPr>
        <p:spPr>
          <a:xfrm>
            <a:off x="354783" y="323537"/>
            <a:ext cx="4622292" cy="620919"/>
          </a:xfrm>
          <a:prstGeom prst="roundRect">
            <a:avLst>
              <a:gd name="adj" fmla="val 187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none" lIns="274320" tIns="0" rIns="182880" bIns="0" rtlCol="0" anchor="ctr"/>
          <a:lstStyle/>
          <a:p>
            <a:pPr algn="l"/>
            <a:r>
              <a:rPr lang="ru-RU" sz="2000" b="1" i="0" dirty="0" smtClean="0">
                <a:solidFill>
                  <a:srgbClr val="FFFFFF"/>
                </a:solidFill>
                <a:latin typeface="Montserrat"/>
                <a:ea typeface="Montserrat"/>
                <a:cs typeface="Montserrat"/>
              </a:rPr>
              <a:t>Верификация решения</a:t>
            </a:r>
            <a:endParaRPr sz="2000" b="1" i="0" dirty="0">
              <a:solidFill>
                <a:srgbClr val="FFFFFF"/>
              </a:solidFill>
              <a:latin typeface="Montserrat"/>
              <a:ea typeface="Montserrat"/>
              <a:cs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Rounded Rectangle 1"/>
          <p:cNvSpPr/>
          <p:nvPr/>
        </p:nvSpPr>
        <p:spPr>
          <a:xfrm>
            <a:off x="346075" y="324562"/>
            <a:ext cx="3685031" cy="620919"/>
          </a:xfrm>
          <a:prstGeom prst="roundRect">
            <a:avLst>
              <a:gd name="adj" fmla="val 18700"/>
            </a:avLst>
          </a:prstGeom>
          <a:solidFill>
            <a:srgbClr val="520977"/>
          </a:solidFill>
          <a:ln>
            <a:noFill/>
          </a:ln>
          <a:effectLst/>
        </p:spPr>
        <p:style>
          <a:lnRef idx="1">
            <a:schemeClr val="accent1"/>
          </a:lnRef>
          <a:fillRef idx="3">
            <a:schemeClr val="accent1"/>
          </a:fillRef>
          <a:effectRef idx="2">
            <a:schemeClr val="accent1"/>
          </a:effectRef>
          <a:fontRef idx="minor">
            <a:schemeClr val="lt1"/>
          </a:fontRef>
        </p:style>
        <p:txBody>
          <a:bodyPr wrap="none" lIns="274320" tIns="0" rIns="182880" bIns="0" rtlCol="0" anchor="ctr"/>
          <a:lstStyle/>
          <a:p>
            <a:pPr algn="l"/>
            <a:r>
              <a:rPr sz="2000" b="1" i="0">
                <a:solidFill>
                  <a:srgbClr val="FFFFFF"/>
                </a:solidFill>
                <a:latin typeface="Montserrat"/>
                <a:ea typeface="Montserrat"/>
                <a:cs typeface="Montserrat"/>
              </a:rPr>
              <a:t>МЕТРИКИ КАЧЕСТВА</a:t>
            </a:r>
          </a:p>
        </p:txBody>
      </p:sp>
      <p:sp>
        <p:nvSpPr>
          <p:cNvPr id="3" name="TextBox 2"/>
          <p:cNvSpPr txBox="1"/>
          <p:nvPr/>
        </p:nvSpPr>
        <p:spPr>
          <a:xfrm>
            <a:off x="346075" y="1097280"/>
            <a:ext cx="11338560" cy="822960"/>
          </a:xfrm>
          <a:prstGeom prst="rect">
            <a:avLst/>
          </a:prstGeom>
          <a:noFill/>
        </p:spPr>
        <p:txBody>
          <a:bodyPr wrap="square" lIns="0" tIns="0" rIns="0" bIns="0" anchor="t"/>
          <a:lstStyle/>
          <a:p>
            <a:r>
              <a:rPr>
                <a:latin typeface="Montserrat"/>
              </a:rPr>
              <a:t>Метрики 100 исследований · интервалы по сводным числам</a:t>
            </a:r>
          </a:p>
        </p:txBody>
      </p:sp>
      <p:sp>
        <p:nvSpPr>
          <p:cNvPr id="902" name="Номер слайда"/>
          <p:cNvSpPr>
            <a:spLocks noGrp="1"/>
          </p:cNvSpPr>
          <p:nvPr>
            <p:ph type="sldNum" sz="quarter" idx="4"/>
          </p:nvPr>
        </p:nvSpPr>
        <p:spPr>
          <a:xfrm>
            <a:off x="11064240" y="6355080"/>
            <a:ext cx="868680" cy="365760"/>
          </a:xfrm>
        </p:spPr>
        <p:txBody>
          <a:bodyPr/>
          <a:lstStyle/>
          <a:p>
            <a:r>
              <a:rPr/>
              <a:t>6</a:t>
            </a:r>
          </a:p>
        </p:txBody>
      </p:sp>
      <p:sp>
        <p:nvSpPr>
          <p:cNvPr id="903" name="TextBox 902"/>
          <p:cNvSpPr txBox="1"/>
          <p:nvPr/>
        </p:nvSpPr>
        <p:spPr>
          <a:xfrm>
            <a:off x="346075" y="1737360"/>
            <a:ext cx="2377440" cy="228600"/>
          </a:xfrm>
          <a:prstGeom prst="rect">
            <a:avLst/>
          </a:prstGeom>
          <a:noFill/>
        </p:spPr>
        <p:txBody>
          <a:bodyPr wrap="square" lIns="0" tIns="0" rIns="0" bIns="0" anchor="t"/>
          <a:lstStyle/>
          <a:p>
            <a:pPr algn="l">
              <a:lnSpc>
                <a:spcPct val="110000"/>
              </a:lnSpc>
              <a:spcAft>
                <a:spcPts val="0"/>
              </a:spcAft>
            </a:pPr>
            <a:r>
              <a:rPr sz="900" b="1" i="0">
                <a:solidFill>
                  <a:srgbClr val="520977"/>
                </a:solidFill>
                <a:latin typeface="Montserrat"/>
                <a:ea typeface="Montserrat"/>
                <a:cs typeface="Montserrat"/>
              </a:rPr>
              <a:t>КРИТЕРИЙ</a:t>
            </a:r>
          </a:p>
        </p:txBody>
      </p:sp>
      <p:sp>
        <p:nvSpPr>
          <p:cNvPr id="904" name="TextBox 903"/>
          <p:cNvSpPr txBox="1"/>
          <p:nvPr/>
        </p:nvSpPr>
        <p:spPr>
          <a:xfrm>
            <a:off x="2697480" y="1737360"/>
            <a:ext cx="2377440" cy="228600"/>
          </a:xfrm>
          <a:prstGeom prst="rect">
            <a:avLst/>
          </a:prstGeom>
          <a:noFill/>
        </p:spPr>
        <p:txBody>
          <a:bodyPr wrap="square" lIns="0" tIns="0" rIns="0" bIns="0" anchor="t"/>
          <a:lstStyle/>
          <a:p>
            <a:pPr algn="l">
              <a:lnSpc>
                <a:spcPct val="110000"/>
              </a:lnSpc>
              <a:spcAft>
                <a:spcPts val="0"/>
              </a:spcAft>
            </a:pPr>
            <a:r>
              <a:rPr sz="900" b="1" i="0">
                <a:solidFill>
                  <a:srgbClr val="520977"/>
                </a:solidFill>
                <a:latin typeface="Montserrat"/>
                <a:ea typeface="Montserrat"/>
                <a:cs typeface="Montserrat"/>
              </a:rPr>
              <a:t>НАР./ВСЕГО</a:t>
            </a:r>
          </a:p>
        </p:txBody>
      </p:sp>
      <p:sp>
        <p:nvSpPr>
          <p:cNvPr id="905" name="TextBox 904"/>
          <p:cNvSpPr txBox="1"/>
          <p:nvPr/>
        </p:nvSpPr>
        <p:spPr>
          <a:xfrm>
            <a:off x="3611880" y="1737360"/>
            <a:ext cx="2377440" cy="228600"/>
          </a:xfrm>
          <a:prstGeom prst="rect">
            <a:avLst/>
          </a:prstGeom>
          <a:noFill/>
        </p:spPr>
        <p:txBody>
          <a:bodyPr wrap="square" lIns="0" tIns="0" rIns="0" bIns="0" anchor="t"/>
          <a:lstStyle/>
          <a:p>
            <a:pPr algn="l">
              <a:lnSpc>
                <a:spcPct val="110000"/>
              </a:lnSpc>
              <a:spcAft>
                <a:spcPts val="0"/>
              </a:spcAft>
            </a:pPr>
            <a:r>
              <a:rPr sz="900" b="1" i="0">
                <a:solidFill>
                  <a:srgbClr val="520977"/>
                </a:solidFill>
                <a:latin typeface="Montserrat"/>
                <a:ea typeface="Montserrat"/>
                <a:cs typeface="Montserrat"/>
              </a:rPr>
              <a:t>НАЙДЕНО</a:t>
            </a:r>
          </a:p>
        </p:txBody>
      </p:sp>
      <p:sp>
        <p:nvSpPr>
          <p:cNvPr id="906" name="TextBox 905"/>
          <p:cNvSpPr txBox="1"/>
          <p:nvPr/>
        </p:nvSpPr>
        <p:spPr>
          <a:xfrm>
            <a:off x="4343400" y="1737360"/>
            <a:ext cx="2377440" cy="228600"/>
          </a:xfrm>
          <a:prstGeom prst="rect">
            <a:avLst/>
          </a:prstGeom>
          <a:noFill/>
        </p:spPr>
        <p:txBody>
          <a:bodyPr wrap="square" lIns="0" tIns="0" rIns="0" bIns="0" anchor="t"/>
          <a:lstStyle/>
          <a:p>
            <a:pPr algn="l">
              <a:lnSpc>
                <a:spcPct val="110000"/>
              </a:lnSpc>
              <a:spcAft>
                <a:spcPts val="0"/>
              </a:spcAft>
            </a:pPr>
            <a:r>
              <a:rPr sz="900" b="1" i="0">
                <a:solidFill>
                  <a:srgbClr val="520977"/>
                </a:solidFill>
                <a:latin typeface="Montserrat"/>
                <a:ea typeface="Montserrat"/>
                <a:cs typeface="Montserrat"/>
              </a:rPr>
              <a:t>БЕЗ ЛОЖНЫХ</a:t>
            </a:r>
          </a:p>
        </p:txBody>
      </p:sp>
      <p:sp>
        <p:nvSpPr>
          <p:cNvPr id="907" name="TextBox 906"/>
          <p:cNvSpPr txBox="1"/>
          <p:nvPr/>
        </p:nvSpPr>
        <p:spPr>
          <a:xfrm>
            <a:off x="5349240" y="1737360"/>
            <a:ext cx="2377440" cy="228600"/>
          </a:xfrm>
          <a:prstGeom prst="rect">
            <a:avLst/>
          </a:prstGeom>
          <a:noFill/>
        </p:spPr>
        <p:txBody>
          <a:bodyPr wrap="square" lIns="0" tIns="0" rIns="0" bIns="0" anchor="t"/>
          <a:lstStyle/>
          <a:p>
            <a:pPr algn="l">
              <a:lnSpc>
                <a:spcPct val="110000"/>
              </a:lnSpc>
              <a:spcAft>
                <a:spcPts val="0"/>
              </a:spcAft>
            </a:pPr>
            <a:r>
              <a:rPr sz="900" b="1" i="0">
                <a:solidFill>
                  <a:srgbClr val="520977"/>
                </a:solidFill>
                <a:latin typeface="Montserrat"/>
                <a:ea typeface="Montserrat"/>
                <a:cs typeface="Montserrat"/>
              </a:rPr>
              <a:t>F1, 95% ИНТЕРВАЛ</a:t>
            </a:r>
          </a:p>
        </p:txBody>
      </p:sp>
      <p:sp>
        <p:nvSpPr>
          <p:cNvPr id="908" name="TextBox 907"/>
          <p:cNvSpPr txBox="1"/>
          <p:nvPr/>
        </p:nvSpPr>
        <p:spPr>
          <a:xfrm>
            <a:off x="7680960" y="1737360"/>
            <a:ext cx="2377440" cy="228600"/>
          </a:xfrm>
          <a:prstGeom prst="rect">
            <a:avLst/>
          </a:prstGeom>
          <a:noFill/>
        </p:spPr>
        <p:txBody>
          <a:bodyPr wrap="square" lIns="0" tIns="0" rIns="0" bIns="0" anchor="t"/>
          <a:lstStyle/>
          <a:p>
            <a:pPr algn="l">
              <a:lnSpc>
                <a:spcPct val="110000"/>
              </a:lnSpc>
              <a:spcAft>
                <a:spcPts val="0"/>
              </a:spcAft>
            </a:pPr>
            <a:r>
              <a:rPr sz="900" b="1" i="0">
                <a:solidFill>
                  <a:srgbClr val="520977"/>
                </a:solidFill>
                <a:latin typeface="Montserrat"/>
                <a:ea typeface="Montserrat"/>
                <a:cs typeface="Montserrat"/>
              </a:rPr>
              <a:t>F1</a:t>
            </a:r>
          </a:p>
        </p:txBody>
      </p:sp>
      <p:sp>
        <p:nvSpPr>
          <p:cNvPr id="909" name="TextBox 908"/>
          <p:cNvSpPr txBox="1"/>
          <p:nvPr/>
        </p:nvSpPr>
        <p:spPr>
          <a:xfrm>
            <a:off x="8549640" y="1737360"/>
            <a:ext cx="2377440" cy="228600"/>
          </a:xfrm>
          <a:prstGeom prst="rect">
            <a:avLst/>
          </a:prstGeom>
          <a:noFill/>
        </p:spPr>
        <p:txBody>
          <a:bodyPr wrap="square" lIns="0" tIns="0" rIns="0" bIns="0" anchor="t"/>
          <a:lstStyle/>
          <a:p>
            <a:pPr algn="l">
              <a:lnSpc>
                <a:spcPct val="110000"/>
              </a:lnSpc>
              <a:spcAft>
                <a:spcPts val="0"/>
              </a:spcAft>
            </a:pPr>
            <a:r>
              <a:rPr sz="900" b="1" i="0">
                <a:solidFill>
                  <a:srgbClr val="520977"/>
                </a:solidFill>
                <a:latin typeface="Montserrat"/>
                <a:ea typeface="Montserrat"/>
                <a:cs typeface="Montserrat"/>
              </a:rPr>
              <a:t>ROC-AUC, 95% ИНТЕРВАЛ (0.4–1)</a:t>
            </a:r>
          </a:p>
        </p:txBody>
      </p:sp>
      <p:sp>
        <p:nvSpPr>
          <p:cNvPr id="910" name="TextBox 909"/>
          <p:cNvSpPr txBox="1"/>
          <p:nvPr/>
        </p:nvSpPr>
        <p:spPr>
          <a:xfrm>
            <a:off x="11018520" y="1737360"/>
            <a:ext cx="2377440" cy="228600"/>
          </a:xfrm>
          <a:prstGeom prst="rect">
            <a:avLst/>
          </a:prstGeom>
          <a:noFill/>
        </p:spPr>
        <p:txBody>
          <a:bodyPr wrap="square" lIns="0" tIns="0" rIns="0" bIns="0" anchor="t"/>
          <a:lstStyle/>
          <a:p>
            <a:pPr algn="l">
              <a:lnSpc>
                <a:spcPct val="110000"/>
              </a:lnSpc>
              <a:spcAft>
                <a:spcPts val="0"/>
              </a:spcAft>
            </a:pPr>
            <a:r>
              <a:rPr sz="900" b="1" i="0">
                <a:solidFill>
                  <a:srgbClr val="520977"/>
                </a:solidFill>
                <a:latin typeface="Montserrat"/>
                <a:ea typeface="Montserrat"/>
                <a:cs typeface="Montserrat"/>
              </a:rPr>
              <a:t>AUC</a:t>
            </a:r>
          </a:p>
        </p:txBody>
      </p:sp>
      <p:cxnSp>
        <p:nvCxnSpPr>
          <p:cNvPr id="911" name="Connector 910"/>
          <p:cNvCxnSpPr/>
          <p:nvPr/>
        </p:nvCxnSpPr>
        <p:spPr>
          <a:xfrm>
            <a:off x="346075" y="2011680"/>
            <a:ext cx="11479860" cy="0"/>
          </a:xfrm>
          <a:prstGeom prst="line">
            <a:avLst/>
          </a:prstGeom>
          <a:ln w="19050">
            <a:solidFill>
              <a:srgbClr val="520977"/>
            </a:solidFill>
          </a:ln>
        </p:spPr>
        <p:style>
          <a:lnRef idx="2">
            <a:schemeClr val="accent1"/>
          </a:lnRef>
          <a:fillRef idx="0">
            <a:schemeClr val="accent1"/>
          </a:fillRef>
          <a:effectRef idx="1">
            <a:schemeClr val="accent1"/>
          </a:effectRef>
          <a:fontRef idx="minor">
            <a:schemeClr val="tx1"/>
          </a:fontRef>
        </p:style>
      </p:cxnSp>
      <p:sp>
        <p:nvSpPr>
          <p:cNvPr id="912" name="TextBox 911"/>
          <p:cNvSpPr txBox="1"/>
          <p:nvPr/>
        </p:nvSpPr>
        <p:spPr>
          <a:xfrm>
            <a:off x="346075" y="2185416"/>
            <a:ext cx="2377440" cy="274320"/>
          </a:xfrm>
          <a:prstGeom prst="rect">
            <a:avLst/>
          </a:prstGeom>
          <a:noFill/>
        </p:spPr>
        <p:txBody>
          <a:bodyPr wrap="square" lIns="0" tIns="0" rIns="0" bIns="0" anchor="t"/>
          <a:lstStyle/>
          <a:p>
            <a:pPr algn="l">
              <a:lnSpc>
                <a:spcPct val="110000"/>
              </a:lnSpc>
              <a:spcAft>
                <a:spcPts val="0"/>
              </a:spcAft>
            </a:pPr>
            <a:r>
              <a:rPr sz="1200" b="0" i="0">
                <a:solidFill>
                  <a:srgbClr val="1C1D22"/>
                </a:solidFill>
                <a:latin typeface="Montserrat"/>
                <a:ea typeface="Montserrat"/>
                <a:cs typeface="Montserrat"/>
              </a:rPr>
              <a:t>Укладка</a:t>
            </a:r>
          </a:p>
        </p:txBody>
      </p:sp>
      <p:sp>
        <p:nvSpPr>
          <p:cNvPr id="913" name="TextBox 912"/>
          <p:cNvSpPr txBox="1"/>
          <p:nvPr/>
        </p:nvSpPr>
        <p:spPr>
          <a:xfrm>
            <a:off x="2697480" y="2185416"/>
            <a:ext cx="731520" cy="274320"/>
          </a:xfrm>
          <a:prstGeom prst="rect">
            <a:avLst/>
          </a:prstGeom>
          <a:noFill/>
        </p:spPr>
        <p:txBody>
          <a:bodyPr wrap="square" lIns="0" tIns="0" rIns="0" bIns="0" anchor="t"/>
          <a:lstStyle/>
          <a:p>
            <a:pPr algn="l">
              <a:lnSpc>
                <a:spcPct val="110000"/>
              </a:lnSpc>
              <a:spcAft>
                <a:spcPts val="0"/>
              </a:spcAft>
            </a:pPr>
            <a:r>
              <a:rPr sz="1150" b="0" i="0">
                <a:solidFill>
                  <a:srgbClr val="1C1D22"/>
                </a:solidFill>
                <a:latin typeface="Montserrat"/>
                <a:ea typeface="Montserrat"/>
                <a:cs typeface="Montserrat"/>
              </a:rPr>
              <a:t>6/99</a:t>
            </a:r>
          </a:p>
        </p:txBody>
      </p:sp>
      <p:sp>
        <p:nvSpPr>
          <p:cNvPr id="914" name="TextBox 913"/>
          <p:cNvSpPr txBox="1"/>
          <p:nvPr/>
        </p:nvSpPr>
        <p:spPr>
          <a:xfrm>
            <a:off x="3611880" y="2185416"/>
            <a:ext cx="731520" cy="274320"/>
          </a:xfrm>
          <a:prstGeom prst="rect">
            <a:avLst/>
          </a:prstGeom>
          <a:noFill/>
        </p:spPr>
        <p:txBody>
          <a:bodyPr wrap="square" lIns="0" tIns="0" rIns="0" bIns="0" anchor="t"/>
          <a:lstStyle/>
          <a:p>
            <a:pPr algn="l">
              <a:lnSpc>
                <a:spcPct val="110000"/>
              </a:lnSpc>
              <a:spcAft>
                <a:spcPts val="0"/>
              </a:spcAft>
            </a:pPr>
            <a:r>
              <a:rPr sz="1150" b="0" i="0">
                <a:solidFill>
                  <a:srgbClr val="1C1D22"/>
                </a:solidFill>
                <a:latin typeface="Montserrat"/>
                <a:ea typeface="Montserrat"/>
                <a:cs typeface="Montserrat"/>
              </a:rPr>
              <a:t>0.83</a:t>
            </a:r>
          </a:p>
        </p:txBody>
      </p:sp>
      <p:sp>
        <p:nvSpPr>
          <p:cNvPr id="915" name="TextBox 914"/>
          <p:cNvSpPr txBox="1"/>
          <p:nvPr/>
        </p:nvSpPr>
        <p:spPr>
          <a:xfrm>
            <a:off x="4343400" y="2185416"/>
            <a:ext cx="731520" cy="274320"/>
          </a:xfrm>
          <a:prstGeom prst="rect">
            <a:avLst/>
          </a:prstGeom>
          <a:noFill/>
        </p:spPr>
        <p:txBody>
          <a:bodyPr wrap="square" lIns="0" tIns="0" rIns="0" bIns="0" anchor="t"/>
          <a:lstStyle/>
          <a:p>
            <a:pPr algn="l">
              <a:lnSpc>
                <a:spcPct val="110000"/>
              </a:lnSpc>
              <a:spcAft>
                <a:spcPts val="0"/>
              </a:spcAft>
            </a:pPr>
            <a:r>
              <a:rPr sz="1150" b="0" i="0">
                <a:solidFill>
                  <a:srgbClr val="1C1D22"/>
                </a:solidFill>
                <a:latin typeface="Montserrat"/>
                <a:ea typeface="Montserrat"/>
                <a:cs typeface="Montserrat"/>
              </a:rPr>
              <a:t>1.00</a:t>
            </a:r>
          </a:p>
        </p:txBody>
      </p:sp>
      <p:cxnSp>
        <p:nvCxnSpPr>
          <p:cNvPr id="916" name="Connector 915"/>
          <p:cNvCxnSpPr/>
          <p:nvPr/>
        </p:nvCxnSpPr>
        <p:spPr>
          <a:xfrm>
            <a:off x="5349240" y="2295144"/>
            <a:ext cx="2286000" cy="0"/>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17" name="Connector 916"/>
          <p:cNvCxnSpPr/>
          <p:nvPr/>
        </p:nvCxnSpPr>
        <p:spPr>
          <a:xfrm>
            <a:off x="5349240" y="225856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18" name="Connector 917"/>
          <p:cNvCxnSpPr/>
          <p:nvPr/>
        </p:nvCxnSpPr>
        <p:spPr>
          <a:xfrm>
            <a:off x="5920740" y="225856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19" name="Connector 918"/>
          <p:cNvCxnSpPr/>
          <p:nvPr/>
        </p:nvCxnSpPr>
        <p:spPr>
          <a:xfrm>
            <a:off x="6492240" y="225856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20" name="Connector 919"/>
          <p:cNvCxnSpPr/>
          <p:nvPr/>
        </p:nvCxnSpPr>
        <p:spPr>
          <a:xfrm>
            <a:off x="7063740" y="225856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21" name="Connector 920"/>
          <p:cNvCxnSpPr/>
          <p:nvPr/>
        </p:nvCxnSpPr>
        <p:spPr>
          <a:xfrm>
            <a:off x="7635240" y="225856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22" name="Connector 921"/>
          <p:cNvCxnSpPr/>
          <p:nvPr/>
        </p:nvCxnSpPr>
        <p:spPr>
          <a:xfrm>
            <a:off x="6720840" y="2295144"/>
            <a:ext cx="914400" cy="0"/>
          </a:xfrm>
          <a:prstGeom prst="line">
            <a:avLst/>
          </a:prstGeom>
          <a:ln w="31750">
            <a:solidFill>
              <a:srgbClr val="FF0053"/>
            </a:solidFill>
          </a:ln>
        </p:spPr>
        <p:style>
          <a:lnRef idx="2">
            <a:schemeClr val="accent1"/>
          </a:lnRef>
          <a:fillRef idx="0">
            <a:schemeClr val="accent1"/>
          </a:fillRef>
          <a:effectRef idx="1">
            <a:schemeClr val="accent1"/>
          </a:effectRef>
          <a:fontRef idx="minor">
            <a:schemeClr val="tx1"/>
          </a:fontRef>
        </p:style>
      </p:cxnSp>
      <p:sp>
        <p:nvSpPr>
          <p:cNvPr id="923" name="Oval 922"/>
          <p:cNvSpPr/>
          <p:nvPr/>
        </p:nvSpPr>
        <p:spPr>
          <a:xfrm>
            <a:off x="7370064" y="2235708"/>
            <a:ext cx="118872" cy="118872"/>
          </a:xfrm>
          <a:prstGeom prst="ellipse">
            <a:avLst/>
          </a:prstGeom>
          <a:solidFill>
            <a:srgbClr val="FF005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4" name="TextBox 923"/>
          <p:cNvSpPr txBox="1"/>
          <p:nvPr/>
        </p:nvSpPr>
        <p:spPr>
          <a:xfrm>
            <a:off x="7680960" y="2185416"/>
            <a:ext cx="822960" cy="228600"/>
          </a:xfrm>
          <a:prstGeom prst="rect">
            <a:avLst/>
          </a:prstGeom>
          <a:noFill/>
        </p:spPr>
        <p:txBody>
          <a:bodyPr wrap="square" lIns="0" tIns="0" rIns="0" bIns="0" anchor="t"/>
          <a:lstStyle/>
          <a:p>
            <a:pPr algn="l">
              <a:lnSpc>
                <a:spcPct val="110000"/>
              </a:lnSpc>
              <a:spcAft>
                <a:spcPts val="0"/>
              </a:spcAft>
            </a:pPr>
            <a:r>
              <a:rPr sz="1200" b="1" i="0">
                <a:solidFill>
                  <a:srgbClr val="1C1D22"/>
                </a:solidFill>
                <a:latin typeface="Montserrat"/>
                <a:ea typeface="Montserrat"/>
                <a:cs typeface="Montserrat"/>
              </a:rPr>
              <a:t>0.91</a:t>
            </a:r>
          </a:p>
        </p:txBody>
      </p:sp>
      <p:cxnSp>
        <p:nvCxnSpPr>
          <p:cNvPr id="925" name="Connector 924"/>
          <p:cNvCxnSpPr/>
          <p:nvPr/>
        </p:nvCxnSpPr>
        <p:spPr>
          <a:xfrm>
            <a:off x="8549640" y="2295144"/>
            <a:ext cx="2286000" cy="0"/>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26" name="Connector 925"/>
          <p:cNvCxnSpPr/>
          <p:nvPr/>
        </p:nvCxnSpPr>
        <p:spPr>
          <a:xfrm>
            <a:off x="8549640" y="225856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27" name="Connector 926"/>
          <p:cNvCxnSpPr/>
          <p:nvPr/>
        </p:nvCxnSpPr>
        <p:spPr>
          <a:xfrm>
            <a:off x="9121140" y="225856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28" name="Connector 927"/>
          <p:cNvCxnSpPr/>
          <p:nvPr/>
        </p:nvCxnSpPr>
        <p:spPr>
          <a:xfrm>
            <a:off x="9692639" y="225856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29" name="Connector 928"/>
          <p:cNvCxnSpPr/>
          <p:nvPr/>
        </p:nvCxnSpPr>
        <p:spPr>
          <a:xfrm>
            <a:off x="10264140" y="225856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30" name="Connector 929"/>
          <p:cNvCxnSpPr/>
          <p:nvPr/>
        </p:nvCxnSpPr>
        <p:spPr>
          <a:xfrm>
            <a:off x="10835640" y="225856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31" name="Connector 930"/>
          <p:cNvCxnSpPr/>
          <p:nvPr/>
        </p:nvCxnSpPr>
        <p:spPr>
          <a:xfrm>
            <a:off x="9351448" y="2295144"/>
            <a:ext cx="1484191" cy="0"/>
          </a:xfrm>
          <a:prstGeom prst="line">
            <a:avLst/>
          </a:prstGeom>
          <a:ln w="31750">
            <a:solidFill>
              <a:srgbClr val="FF0053"/>
            </a:solidFill>
          </a:ln>
        </p:spPr>
        <p:style>
          <a:lnRef idx="2">
            <a:schemeClr val="accent1"/>
          </a:lnRef>
          <a:fillRef idx="0">
            <a:schemeClr val="accent1"/>
          </a:fillRef>
          <a:effectRef idx="1">
            <a:schemeClr val="accent1"/>
          </a:effectRef>
          <a:fontRef idx="minor">
            <a:schemeClr val="tx1"/>
          </a:fontRef>
        </p:style>
      </p:cxnSp>
      <p:sp>
        <p:nvSpPr>
          <p:cNvPr id="932" name="Oval 931"/>
          <p:cNvSpPr/>
          <p:nvPr/>
        </p:nvSpPr>
        <p:spPr>
          <a:xfrm>
            <a:off x="10090404" y="2235708"/>
            <a:ext cx="118872" cy="118872"/>
          </a:xfrm>
          <a:prstGeom prst="ellipse">
            <a:avLst/>
          </a:prstGeom>
          <a:solidFill>
            <a:srgbClr val="FF005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3" name="TextBox 932"/>
          <p:cNvSpPr txBox="1"/>
          <p:nvPr/>
        </p:nvSpPr>
        <p:spPr>
          <a:xfrm>
            <a:off x="11018520" y="2185416"/>
            <a:ext cx="822960" cy="228600"/>
          </a:xfrm>
          <a:prstGeom prst="rect">
            <a:avLst/>
          </a:prstGeom>
          <a:noFill/>
        </p:spPr>
        <p:txBody>
          <a:bodyPr wrap="square" lIns="0" tIns="0" rIns="0" bIns="0" anchor="t"/>
          <a:lstStyle/>
          <a:p>
            <a:pPr algn="l">
              <a:lnSpc>
                <a:spcPct val="110000"/>
              </a:lnSpc>
              <a:spcAft>
                <a:spcPts val="0"/>
              </a:spcAft>
            </a:pPr>
            <a:r>
              <a:rPr sz="1200" b="1" i="0">
                <a:solidFill>
                  <a:srgbClr val="1C1D22"/>
                </a:solidFill>
                <a:latin typeface="Montserrat"/>
                <a:ea typeface="Montserrat"/>
                <a:cs typeface="Montserrat"/>
              </a:rPr>
              <a:t>0.82</a:t>
            </a:r>
          </a:p>
        </p:txBody>
      </p:sp>
      <p:cxnSp>
        <p:nvCxnSpPr>
          <p:cNvPr id="934" name="Connector 933"/>
          <p:cNvCxnSpPr/>
          <p:nvPr/>
        </p:nvCxnSpPr>
        <p:spPr>
          <a:xfrm>
            <a:off x="346075" y="2523744"/>
            <a:ext cx="11479860" cy="0"/>
          </a:xfrm>
          <a:prstGeom prst="line">
            <a:avLst/>
          </a:prstGeom>
          <a:ln w="6350">
            <a:solidFill>
              <a:srgbClr val="C9C3DA"/>
            </a:solidFill>
          </a:ln>
        </p:spPr>
        <p:style>
          <a:lnRef idx="2">
            <a:schemeClr val="accent1"/>
          </a:lnRef>
          <a:fillRef idx="0">
            <a:schemeClr val="accent1"/>
          </a:fillRef>
          <a:effectRef idx="1">
            <a:schemeClr val="accent1"/>
          </a:effectRef>
          <a:fontRef idx="minor">
            <a:schemeClr val="tx1"/>
          </a:fontRef>
        </p:style>
      </p:cxnSp>
      <p:sp>
        <p:nvSpPr>
          <p:cNvPr id="935" name="TextBox 934"/>
          <p:cNvSpPr txBox="1"/>
          <p:nvPr/>
        </p:nvSpPr>
        <p:spPr>
          <a:xfrm>
            <a:off x="346075" y="2642616"/>
            <a:ext cx="2377440" cy="274320"/>
          </a:xfrm>
          <a:prstGeom prst="rect">
            <a:avLst/>
          </a:prstGeom>
          <a:noFill/>
        </p:spPr>
        <p:txBody>
          <a:bodyPr wrap="square" lIns="0" tIns="0" rIns="0" bIns="0" anchor="t"/>
          <a:lstStyle/>
          <a:p>
            <a:pPr algn="l">
              <a:lnSpc>
                <a:spcPct val="110000"/>
              </a:lnSpc>
              <a:spcAft>
                <a:spcPts val="0"/>
              </a:spcAft>
            </a:pPr>
            <a:r>
              <a:rPr sz="1200" b="0" i="0">
                <a:solidFill>
                  <a:srgbClr val="1C1D22"/>
                </a:solidFill>
                <a:latin typeface="Montserrat"/>
                <a:ea typeface="Montserrat"/>
                <a:cs typeface="Montserrat"/>
              </a:rPr>
              <a:t>Наклон оси</a:t>
            </a:r>
          </a:p>
        </p:txBody>
      </p:sp>
      <p:sp>
        <p:nvSpPr>
          <p:cNvPr id="936" name="TextBox 935"/>
          <p:cNvSpPr txBox="1"/>
          <p:nvPr/>
        </p:nvSpPr>
        <p:spPr>
          <a:xfrm>
            <a:off x="2697480" y="2642616"/>
            <a:ext cx="731520" cy="274320"/>
          </a:xfrm>
          <a:prstGeom prst="rect">
            <a:avLst/>
          </a:prstGeom>
          <a:noFill/>
        </p:spPr>
        <p:txBody>
          <a:bodyPr wrap="square" lIns="0" tIns="0" rIns="0" bIns="0" anchor="t"/>
          <a:lstStyle/>
          <a:p>
            <a:pPr algn="l">
              <a:lnSpc>
                <a:spcPct val="110000"/>
              </a:lnSpc>
              <a:spcAft>
                <a:spcPts val="0"/>
              </a:spcAft>
            </a:pPr>
            <a:r>
              <a:rPr sz="1150" b="0" i="0">
                <a:solidFill>
                  <a:srgbClr val="1C1D22"/>
                </a:solidFill>
                <a:latin typeface="Montserrat"/>
                <a:ea typeface="Montserrat"/>
                <a:cs typeface="Montserrat"/>
              </a:rPr>
              <a:t>10/99</a:t>
            </a:r>
          </a:p>
        </p:txBody>
      </p:sp>
      <p:sp>
        <p:nvSpPr>
          <p:cNvPr id="937" name="TextBox 936"/>
          <p:cNvSpPr txBox="1"/>
          <p:nvPr/>
        </p:nvSpPr>
        <p:spPr>
          <a:xfrm>
            <a:off x="3611880" y="2642616"/>
            <a:ext cx="731520" cy="274320"/>
          </a:xfrm>
          <a:prstGeom prst="rect">
            <a:avLst/>
          </a:prstGeom>
          <a:noFill/>
        </p:spPr>
        <p:txBody>
          <a:bodyPr wrap="square" lIns="0" tIns="0" rIns="0" bIns="0" anchor="t"/>
          <a:lstStyle/>
          <a:p>
            <a:pPr algn="l">
              <a:lnSpc>
                <a:spcPct val="110000"/>
              </a:lnSpc>
              <a:spcAft>
                <a:spcPts val="0"/>
              </a:spcAft>
            </a:pPr>
            <a:r>
              <a:rPr sz="1150" b="0" i="0">
                <a:solidFill>
                  <a:srgbClr val="1C1D22"/>
                </a:solidFill>
                <a:latin typeface="Montserrat"/>
                <a:ea typeface="Montserrat"/>
                <a:cs typeface="Montserrat"/>
              </a:rPr>
              <a:t>0.70</a:t>
            </a:r>
          </a:p>
        </p:txBody>
      </p:sp>
      <p:sp>
        <p:nvSpPr>
          <p:cNvPr id="938" name="TextBox 937"/>
          <p:cNvSpPr txBox="1"/>
          <p:nvPr/>
        </p:nvSpPr>
        <p:spPr>
          <a:xfrm>
            <a:off x="4343400" y="2642616"/>
            <a:ext cx="731520" cy="274320"/>
          </a:xfrm>
          <a:prstGeom prst="rect">
            <a:avLst/>
          </a:prstGeom>
          <a:noFill/>
        </p:spPr>
        <p:txBody>
          <a:bodyPr wrap="square" lIns="0" tIns="0" rIns="0" bIns="0" anchor="t"/>
          <a:lstStyle/>
          <a:p>
            <a:pPr algn="l">
              <a:lnSpc>
                <a:spcPct val="110000"/>
              </a:lnSpc>
              <a:spcAft>
                <a:spcPts val="0"/>
              </a:spcAft>
            </a:pPr>
            <a:r>
              <a:rPr sz="1150" b="0" i="0">
                <a:solidFill>
                  <a:srgbClr val="1C1D22"/>
                </a:solidFill>
                <a:latin typeface="Montserrat"/>
                <a:ea typeface="Montserrat"/>
                <a:cs typeface="Montserrat"/>
              </a:rPr>
              <a:t>0.94</a:t>
            </a:r>
          </a:p>
        </p:txBody>
      </p:sp>
      <p:cxnSp>
        <p:nvCxnSpPr>
          <p:cNvPr id="939" name="Connector 938"/>
          <p:cNvCxnSpPr/>
          <p:nvPr/>
        </p:nvCxnSpPr>
        <p:spPr>
          <a:xfrm>
            <a:off x="5349240" y="2752344"/>
            <a:ext cx="2286000" cy="0"/>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40" name="Connector 939"/>
          <p:cNvCxnSpPr/>
          <p:nvPr/>
        </p:nvCxnSpPr>
        <p:spPr>
          <a:xfrm>
            <a:off x="5349240" y="271576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41" name="Connector 940"/>
          <p:cNvCxnSpPr/>
          <p:nvPr/>
        </p:nvCxnSpPr>
        <p:spPr>
          <a:xfrm>
            <a:off x="5920740" y="271576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42" name="Connector 941"/>
          <p:cNvCxnSpPr/>
          <p:nvPr/>
        </p:nvCxnSpPr>
        <p:spPr>
          <a:xfrm>
            <a:off x="6492240" y="271576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43" name="Connector 942"/>
          <p:cNvCxnSpPr/>
          <p:nvPr/>
        </p:nvCxnSpPr>
        <p:spPr>
          <a:xfrm>
            <a:off x="7063740" y="271576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44" name="Connector 943"/>
          <p:cNvCxnSpPr/>
          <p:nvPr/>
        </p:nvCxnSpPr>
        <p:spPr>
          <a:xfrm>
            <a:off x="7635240" y="271576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45" name="Connector 944"/>
          <p:cNvCxnSpPr/>
          <p:nvPr/>
        </p:nvCxnSpPr>
        <p:spPr>
          <a:xfrm>
            <a:off x="6111239" y="2752344"/>
            <a:ext cx="1163052" cy="0"/>
          </a:xfrm>
          <a:prstGeom prst="line">
            <a:avLst/>
          </a:prstGeom>
          <a:ln w="31750">
            <a:solidFill>
              <a:srgbClr val="FF0053"/>
            </a:solidFill>
          </a:ln>
        </p:spPr>
        <p:style>
          <a:lnRef idx="2">
            <a:schemeClr val="accent1"/>
          </a:lnRef>
          <a:fillRef idx="0">
            <a:schemeClr val="accent1"/>
          </a:fillRef>
          <a:effectRef idx="1">
            <a:schemeClr val="accent1"/>
          </a:effectRef>
          <a:fontRef idx="minor">
            <a:schemeClr val="tx1"/>
          </a:fontRef>
        </p:style>
      </p:cxnSp>
      <p:sp>
        <p:nvSpPr>
          <p:cNvPr id="946" name="Oval 945"/>
          <p:cNvSpPr/>
          <p:nvPr/>
        </p:nvSpPr>
        <p:spPr>
          <a:xfrm>
            <a:off x="6752844" y="2692908"/>
            <a:ext cx="118872" cy="118872"/>
          </a:xfrm>
          <a:prstGeom prst="ellipse">
            <a:avLst/>
          </a:prstGeom>
          <a:solidFill>
            <a:srgbClr val="FF005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7" name="TextBox 946"/>
          <p:cNvSpPr txBox="1"/>
          <p:nvPr/>
        </p:nvSpPr>
        <p:spPr>
          <a:xfrm>
            <a:off x="7680960" y="2642616"/>
            <a:ext cx="822960" cy="228600"/>
          </a:xfrm>
          <a:prstGeom prst="rect">
            <a:avLst/>
          </a:prstGeom>
          <a:noFill/>
        </p:spPr>
        <p:txBody>
          <a:bodyPr wrap="square" lIns="0" tIns="0" rIns="0" bIns="0" anchor="t"/>
          <a:lstStyle/>
          <a:p>
            <a:pPr algn="l">
              <a:lnSpc>
                <a:spcPct val="110000"/>
              </a:lnSpc>
              <a:spcAft>
                <a:spcPts val="0"/>
              </a:spcAft>
            </a:pPr>
            <a:r>
              <a:rPr sz="1200" b="1" i="0">
                <a:solidFill>
                  <a:srgbClr val="1C1D22"/>
                </a:solidFill>
                <a:latin typeface="Montserrat"/>
                <a:ea typeface="Montserrat"/>
                <a:cs typeface="Montserrat"/>
              </a:rPr>
              <a:t>0.64</a:t>
            </a:r>
          </a:p>
        </p:txBody>
      </p:sp>
      <p:cxnSp>
        <p:nvCxnSpPr>
          <p:cNvPr id="948" name="Connector 947"/>
          <p:cNvCxnSpPr/>
          <p:nvPr/>
        </p:nvCxnSpPr>
        <p:spPr>
          <a:xfrm>
            <a:off x="8549640" y="2752344"/>
            <a:ext cx="2286000" cy="0"/>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49" name="Connector 948"/>
          <p:cNvCxnSpPr/>
          <p:nvPr/>
        </p:nvCxnSpPr>
        <p:spPr>
          <a:xfrm>
            <a:off x="8549640" y="271576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50" name="Connector 949"/>
          <p:cNvCxnSpPr/>
          <p:nvPr/>
        </p:nvCxnSpPr>
        <p:spPr>
          <a:xfrm>
            <a:off x="9121140" y="271576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51" name="Connector 950"/>
          <p:cNvCxnSpPr/>
          <p:nvPr/>
        </p:nvCxnSpPr>
        <p:spPr>
          <a:xfrm>
            <a:off x="9692639" y="271576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52" name="Connector 951"/>
          <p:cNvCxnSpPr/>
          <p:nvPr/>
        </p:nvCxnSpPr>
        <p:spPr>
          <a:xfrm>
            <a:off x="10264140" y="271576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53" name="Connector 952"/>
          <p:cNvCxnSpPr/>
          <p:nvPr/>
        </p:nvCxnSpPr>
        <p:spPr>
          <a:xfrm>
            <a:off x="10835640" y="271576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54" name="Connector 953"/>
          <p:cNvCxnSpPr/>
          <p:nvPr/>
        </p:nvCxnSpPr>
        <p:spPr>
          <a:xfrm>
            <a:off x="9526444" y="2752344"/>
            <a:ext cx="1246790" cy="0"/>
          </a:xfrm>
          <a:prstGeom prst="line">
            <a:avLst/>
          </a:prstGeom>
          <a:ln w="31750">
            <a:solidFill>
              <a:srgbClr val="FF0053"/>
            </a:solidFill>
          </a:ln>
        </p:spPr>
        <p:style>
          <a:lnRef idx="2">
            <a:schemeClr val="accent1"/>
          </a:lnRef>
          <a:fillRef idx="0">
            <a:schemeClr val="accent1"/>
          </a:fillRef>
          <a:effectRef idx="1">
            <a:schemeClr val="accent1"/>
          </a:effectRef>
          <a:fontRef idx="minor">
            <a:schemeClr val="tx1"/>
          </a:fontRef>
        </p:style>
      </p:cxnSp>
      <p:sp>
        <p:nvSpPr>
          <p:cNvPr id="955" name="Oval 954"/>
          <p:cNvSpPr/>
          <p:nvPr/>
        </p:nvSpPr>
        <p:spPr>
          <a:xfrm>
            <a:off x="10090404" y="2692908"/>
            <a:ext cx="118872" cy="118872"/>
          </a:xfrm>
          <a:prstGeom prst="ellipse">
            <a:avLst/>
          </a:prstGeom>
          <a:solidFill>
            <a:srgbClr val="FF005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6" name="TextBox 955"/>
          <p:cNvSpPr txBox="1"/>
          <p:nvPr/>
        </p:nvSpPr>
        <p:spPr>
          <a:xfrm>
            <a:off x="11018520" y="2642616"/>
            <a:ext cx="822960" cy="228600"/>
          </a:xfrm>
          <a:prstGeom prst="rect">
            <a:avLst/>
          </a:prstGeom>
          <a:noFill/>
        </p:spPr>
        <p:txBody>
          <a:bodyPr wrap="square" lIns="0" tIns="0" rIns="0" bIns="0" anchor="t"/>
          <a:lstStyle/>
          <a:p>
            <a:pPr algn="l">
              <a:lnSpc>
                <a:spcPct val="110000"/>
              </a:lnSpc>
              <a:spcAft>
                <a:spcPts val="0"/>
              </a:spcAft>
            </a:pPr>
            <a:r>
              <a:rPr sz="1200" b="1" i="0">
                <a:solidFill>
                  <a:srgbClr val="1C1D22"/>
                </a:solidFill>
                <a:latin typeface="Montserrat"/>
                <a:ea typeface="Montserrat"/>
                <a:cs typeface="Montserrat"/>
              </a:rPr>
              <a:t>0.82</a:t>
            </a:r>
          </a:p>
        </p:txBody>
      </p:sp>
      <p:cxnSp>
        <p:nvCxnSpPr>
          <p:cNvPr id="957" name="Connector 956"/>
          <p:cNvCxnSpPr/>
          <p:nvPr/>
        </p:nvCxnSpPr>
        <p:spPr>
          <a:xfrm>
            <a:off x="346075" y="2980944"/>
            <a:ext cx="11479860" cy="0"/>
          </a:xfrm>
          <a:prstGeom prst="line">
            <a:avLst/>
          </a:prstGeom>
          <a:ln w="6350">
            <a:solidFill>
              <a:srgbClr val="C9C3DA"/>
            </a:solidFill>
          </a:ln>
        </p:spPr>
        <p:style>
          <a:lnRef idx="2">
            <a:schemeClr val="accent1"/>
          </a:lnRef>
          <a:fillRef idx="0">
            <a:schemeClr val="accent1"/>
          </a:fillRef>
          <a:effectRef idx="1">
            <a:schemeClr val="accent1"/>
          </a:effectRef>
          <a:fontRef idx="minor">
            <a:schemeClr val="tx1"/>
          </a:fontRef>
        </p:style>
      </p:cxnSp>
      <p:sp>
        <p:nvSpPr>
          <p:cNvPr id="958" name="TextBox 957"/>
          <p:cNvSpPr txBox="1"/>
          <p:nvPr/>
        </p:nvSpPr>
        <p:spPr>
          <a:xfrm>
            <a:off x="346075" y="3099816"/>
            <a:ext cx="2377440" cy="274320"/>
          </a:xfrm>
          <a:prstGeom prst="rect">
            <a:avLst/>
          </a:prstGeom>
          <a:noFill/>
        </p:spPr>
        <p:txBody>
          <a:bodyPr wrap="square" lIns="0" tIns="0" rIns="0" bIns="0" anchor="t"/>
          <a:lstStyle/>
          <a:p>
            <a:pPr algn="l">
              <a:lnSpc>
                <a:spcPct val="110000"/>
              </a:lnSpc>
              <a:spcAft>
                <a:spcPts val="0"/>
              </a:spcAft>
            </a:pPr>
            <a:r>
              <a:rPr sz="1200" b="0" i="0">
                <a:solidFill>
                  <a:srgbClr val="1C1D22"/>
                </a:solidFill>
                <a:latin typeface="Montserrat"/>
                <a:ea typeface="Montserrat"/>
                <a:cs typeface="Montserrat"/>
              </a:rPr>
              <a:t>Посторонние предметы</a:t>
            </a:r>
          </a:p>
        </p:txBody>
      </p:sp>
      <p:sp>
        <p:nvSpPr>
          <p:cNvPr id="959" name="TextBox 958"/>
          <p:cNvSpPr txBox="1"/>
          <p:nvPr/>
        </p:nvSpPr>
        <p:spPr>
          <a:xfrm>
            <a:off x="2697480" y="3099816"/>
            <a:ext cx="731520" cy="274320"/>
          </a:xfrm>
          <a:prstGeom prst="rect">
            <a:avLst/>
          </a:prstGeom>
          <a:noFill/>
        </p:spPr>
        <p:txBody>
          <a:bodyPr wrap="square" lIns="0" tIns="0" rIns="0" bIns="0" anchor="t"/>
          <a:lstStyle/>
          <a:p>
            <a:pPr algn="l">
              <a:lnSpc>
                <a:spcPct val="110000"/>
              </a:lnSpc>
              <a:spcAft>
                <a:spcPts val="0"/>
              </a:spcAft>
            </a:pPr>
            <a:r>
              <a:rPr sz="1150" b="0" i="0">
                <a:solidFill>
                  <a:srgbClr val="1C1D22"/>
                </a:solidFill>
                <a:latin typeface="Montserrat"/>
                <a:ea typeface="Montserrat"/>
                <a:cs typeface="Montserrat"/>
              </a:rPr>
              <a:t>17/99</a:t>
            </a:r>
          </a:p>
        </p:txBody>
      </p:sp>
      <p:sp>
        <p:nvSpPr>
          <p:cNvPr id="960" name="TextBox 959"/>
          <p:cNvSpPr txBox="1"/>
          <p:nvPr/>
        </p:nvSpPr>
        <p:spPr>
          <a:xfrm>
            <a:off x="3611880" y="3099816"/>
            <a:ext cx="731520" cy="274320"/>
          </a:xfrm>
          <a:prstGeom prst="rect">
            <a:avLst/>
          </a:prstGeom>
          <a:noFill/>
        </p:spPr>
        <p:txBody>
          <a:bodyPr wrap="square" lIns="0" tIns="0" rIns="0" bIns="0" anchor="t"/>
          <a:lstStyle/>
          <a:p>
            <a:pPr algn="l">
              <a:lnSpc>
                <a:spcPct val="110000"/>
              </a:lnSpc>
              <a:spcAft>
                <a:spcPts val="0"/>
              </a:spcAft>
            </a:pPr>
            <a:r>
              <a:rPr sz="1150" b="0" i="0">
                <a:solidFill>
                  <a:srgbClr val="1C1D22"/>
                </a:solidFill>
                <a:latin typeface="Montserrat"/>
                <a:ea typeface="Montserrat"/>
                <a:cs typeface="Montserrat"/>
              </a:rPr>
              <a:t>0.59</a:t>
            </a:r>
          </a:p>
        </p:txBody>
      </p:sp>
      <p:sp>
        <p:nvSpPr>
          <p:cNvPr id="961" name="TextBox 960"/>
          <p:cNvSpPr txBox="1"/>
          <p:nvPr/>
        </p:nvSpPr>
        <p:spPr>
          <a:xfrm>
            <a:off x="4343400" y="3099816"/>
            <a:ext cx="731520" cy="274320"/>
          </a:xfrm>
          <a:prstGeom prst="rect">
            <a:avLst/>
          </a:prstGeom>
          <a:noFill/>
        </p:spPr>
        <p:txBody>
          <a:bodyPr wrap="square" lIns="0" tIns="0" rIns="0" bIns="0" anchor="t"/>
          <a:lstStyle/>
          <a:p>
            <a:pPr algn="l">
              <a:lnSpc>
                <a:spcPct val="110000"/>
              </a:lnSpc>
              <a:spcAft>
                <a:spcPts val="0"/>
              </a:spcAft>
            </a:pPr>
            <a:r>
              <a:rPr sz="1150" b="0" i="0">
                <a:solidFill>
                  <a:srgbClr val="1C1D22"/>
                </a:solidFill>
                <a:latin typeface="Montserrat"/>
                <a:ea typeface="Montserrat"/>
                <a:cs typeface="Montserrat"/>
              </a:rPr>
              <a:t>0.95</a:t>
            </a:r>
          </a:p>
        </p:txBody>
      </p:sp>
      <p:cxnSp>
        <p:nvCxnSpPr>
          <p:cNvPr id="962" name="Connector 961"/>
          <p:cNvCxnSpPr/>
          <p:nvPr/>
        </p:nvCxnSpPr>
        <p:spPr>
          <a:xfrm>
            <a:off x="5349240" y="3118104"/>
            <a:ext cx="2286000" cy="0"/>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63" name="Connector 962"/>
          <p:cNvCxnSpPr/>
          <p:nvPr/>
        </p:nvCxnSpPr>
        <p:spPr>
          <a:xfrm>
            <a:off x="5349240" y="30815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64" name="Connector 963"/>
          <p:cNvCxnSpPr/>
          <p:nvPr/>
        </p:nvCxnSpPr>
        <p:spPr>
          <a:xfrm>
            <a:off x="5920740" y="30815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65" name="Connector 964"/>
          <p:cNvCxnSpPr/>
          <p:nvPr/>
        </p:nvCxnSpPr>
        <p:spPr>
          <a:xfrm>
            <a:off x="6492240" y="30815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66" name="Connector 965"/>
          <p:cNvCxnSpPr/>
          <p:nvPr/>
        </p:nvCxnSpPr>
        <p:spPr>
          <a:xfrm>
            <a:off x="7063740" y="30815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67" name="Connector 966"/>
          <p:cNvCxnSpPr/>
          <p:nvPr/>
        </p:nvCxnSpPr>
        <p:spPr>
          <a:xfrm>
            <a:off x="7635240" y="30815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68" name="Connector 967"/>
          <p:cNvCxnSpPr/>
          <p:nvPr/>
        </p:nvCxnSpPr>
        <p:spPr>
          <a:xfrm>
            <a:off x="6144370" y="3118104"/>
            <a:ext cx="974676" cy="0"/>
          </a:xfrm>
          <a:prstGeom prst="line">
            <a:avLst/>
          </a:prstGeom>
          <a:ln w="38100">
            <a:solidFill>
              <a:srgbClr val="8A83D1"/>
            </a:solidFill>
          </a:ln>
        </p:spPr>
        <p:style>
          <a:lnRef idx="2">
            <a:schemeClr val="accent1"/>
          </a:lnRef>
          <a:fillRef idx="0">
            <a:schemeClr val="accent1"/>
          </a:fillRef>
          <a:effectRef idx="1">
            <a:schemeClr val="accent1"/>
          </a:effectRef>
          <a:fontRef idx="minor">
            <a:schemeClr val="tx1"/>
          </a:fontRef>
        </p:style>
      </p:cxnSp>
      <p:sp>
        <p:nvSpPr>
          <p:cNvPr id="969" name="Oval 968"/>
          <p:cNvSpPr/>
          <p:nvPr/>
        </p:nvSpPr>
        <p:spPr>
          <a:xfrm>
            <a:off x="6626302" y="3067812"/>
            <a:ext cx="100584" cy="100584"/>
          </a:xfrm>
          <a:prstGeom prst="ellipse">
            <a:avLst/>
          </a:prstGeom>
          <a:solidFill>
            <a:srgbClr val="8A83D1"/>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70" name="Connector 969"/>
          <p:cNvCxnSpPr/>
          <p:nvPr/>
        </p:nvCxnSpPr>
        <p:spPr>
          <a:xfrm>
            <a:off x="5349240" y="3310128"/>
            <a:ext cx="2286000" cy="0"/>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71" name="Connector 970"/>
          <p:cNvCxnSpPr/>
          <p:nvPr/>
        </p:nvCxnSpPr>
        <p:spPr>
          <a:xfrm>
            <a:off x="5349240" y="32735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72" name="Connector 971"/>
          <p:cNvCxnSpPr/>
          <p:nvPr/>
        </p:nvCxnSpPr>
        <p:spPr>
          <a:xfrm>
            <a:off x="5920740" y="32735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73" name="Connector 972"/>
          <p:cNvCxnSpPr/>
          <p:nvPr/>
        </p:nvCxnSpPr>
        <p:spPr>
          <a:xfrm>
            <a:off x="6492240" y="32735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74" name="Connector 973"/>
          <p:cNvCxnSpPr/>
          <p:nvPr/>
        </p:nvCxnSpPr>
        <p:spPr>
          <a:xfrm>
            <a:off x="7063740" y="32735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75" name="Connector 974"/>
          <p:cNvCxnSpPr/>
          <p:nvPr/>
        </p:nvCxnSpPr>
        <p:spPr>
          <a:xfrm>
            <a:off x="7635240" y="32735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76" name="Connector 975"/>
          <p:cNvCxnSpPr/>
          <p:nvPr/>
        </p:nvCxnSpPr>
        <p:spPr>
          <a:xfrm>
            <a:off x="6295171" y="3310128"/>
            <a:ext cx="929761" cy="0"/>
          </a:xfrm>
          <a:prstGeom prst="line">
            <a:avLst/>
          </a:prstGeom>
          <a:ln w="31750">
            <a:solidFill>
              <a:srgbClr val="FF0053"/>
            </a:solidFill>
          </a:ln>
        </p:spPr>
        <p:style>
          <a:lnRef idx="2">
            <a:schemeClr val="accent1"/>
          </a:lnRef>
          <a:fillRef idx="0">
            <a:schemeClr val="accent1"/>
          </a:fillRef>
          <a:effectRef idx="1">
            <a:schemeClr val="accent1"/>
          </a:effectRef>
          <a:fontRef idx="minor">
            <a:schemeClr val="tx1"/>
          </a:fontRef>
        </p:style>
      </p:cxnSp>
      <p:sp>
        <p:nvSpPr>
          <p:cNvPr id="977" name="Oval 976"/>
          <p:cNvSpPr/>
          <p:nvPr/>
        </p:nvSpPr>
        <p:spPr>
          <a:xfrm>
            <a:off x="6775704" y="3250692"/>
            <a:ext cx="118872" cy="118872"/>
          </a:xfrm>
          <a:prstGeom prst="ellipse">
            <a:avLst/>
          </a:prstGeom>
          <a:solidFill>
            <a:srgbClr val="FF005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8" name="TextBox 977"/>
          <p:cNvSpPr txBox="1"/>
          <p:nvPr/>
        </p:nvSpPr>
        <p:spPr>
          <a:xfrm>
            <a:off x="7680960" y="3017520"/>
            <a:ext cx="822960" cy="201168"/>
          </a:xfrm>
          <a:prstGeom prst="rect">
            <a:avLst/>
          </a:prstGeom>
          <a:noFill/>
        </p:spPr>
        <p:txBody>
          <a:bodyPr wrap="square" lIns="0" tIns="0" rIns="0" bIns="0" anchor="t"/>
          <a:lstStyle/>
          <a:p>
            <a:pPr algn="l">
              <a:lnSpc>
                <a:spcPct val="110000"/>
              </a:lnSpc>
              <a:spcAft>
                <a:spcPts val="0"/>
              </a:spcAft>
            </a:pPr>
            <a:r>
              <a:rPr sz="1000" b="0" i="0">
                <a:solidFill>
                  <a:srgbClr val="8B8599"/>
                </a:solidFill>
                <a:latin typeface="Montserrat"/>
                <a:ea typeface="Montserrat"/>
                <a:cs typeface="Montserrat"/>
              </a:rPr>
              <a:t>0.58</a:t>
            </a:r>
          </a:p>
        </p:txBody>
      </p:sp>
      <p:sp>
        <p:nvSpPr>
          <p:cNvPr id="979" name="TextBox 978"/>
          <p:cNvSpPr txBox="1"/>
          <p:nvPr/>
        </p:nvSpPr>
        <p:spPr>
          <a:xfrm>
            <a:off x="7680960" y="3200400"/>
            <a:ext cx="822960" cy="228600"/>
          </a:xfrm>
          <a:prstGeom prst="rect">
            <a:avLst/>
          </a:prstGeom>
          <a:noFill/>
        </p:spPr>
        <p:txBody>
          <a:bodyPr wrap="square" lIns="0" tIns="0" rIns="0" bIns="0" anchor="t"/>
          <a:lstStyle/>
          <a:p>
            <a:pPr algn="l">
              <a:lnSpc>
                <a:spcPct val="110000"/>
              </a:lnSpc>
              <a:spcAft>
                <a:spcPts val="0"/>
              </a:spcAft>
            </a:pPr>
            <a:r>
              <a:rPr sz="1200" b="1" i="0">
                <a:solidFill>
                  <a:srgbClr val="1C1D22"/>
                </a:solidFill>
                <a:latin typeface="Montserrat"/>
                <a:ea typeface="Montserrat"/>
                <a:cs typeface="Montserrat"/>
              </a:rPr>
              <a:t>0.65</a:t>
            </a:r>
          </a:p>
        </p:txBody>
      </p:sp>
      <p:cxnSp>
        <p:nvCxnSpPr>
          <p:cNvPr id="980" name="Connector 979"/>
          <p:cNvCxnSpPr/>
          <p:nvPr/>
        </p:nvCxnSpPr>
        <p:spPr>
          <a:xfrm>
            <a:off x="8549640" y="3118104"/>
            <a:ext cx="2286000" cy="0"/>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81" name="Connector 980"/>
          <p:cNvCxnSpPr/>
          <p:nvPr/>
        </p:nvCxnSpPr>
        <p:spPr>
          <a:xfrm>
            <a:off x="8549640" y="30815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82" name="Connector 981"/>
          <p:cNvCxnSpPr/>
          <p:nvPr/>
        </p:nvCxnSpPr>
        <p:spPr>
          <a:xfrm>
            <a:off x="9121140" y="30815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83" name="Connector 982"/>
          <p:cNvCxnSpPr/>
          <p:nvPr/>
        </p:nvCxnSpPr>
        <p:spPr>
          <a:xfrm>
            <a:off x="9692639" y="30815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84" name="Connector 983"/>
          <p:cNvCxnSpPr/>
          <p:nvPr/>
        </p:nvCxnSpPr>
        <p:spPr>
          <a:xfrm>
            <a:off x="10264140" y="30815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85" name="Connector 984"/>
          <p:cNvCxnSpPr/>
          <p:nvPr/>
        </p:nvCxnSpPr>
        <p:spPr>
          <a:xfrm>
            <a:off x="10835640" y="30815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86" name="Connector 985"/>
          <p:cNvCxnSpPr/>
          <p:nvPr/>
        </p:nvCxnSpPr>
        <p:spPr>
          <a:xfrm>
            <a:off x="9465223" y="3118104"/>
            <a:ext cx="1067523" cy="0"/>
          </a:xfrm>
          <a:prstGeom prst="line">
            <a:avLst/>
          </a:prstGeom>
          <a:ln w="38100">
            <a:solidFill>
              <a:srgbClr val="8A83D1"/>
            </a:solidFill>
          </a:ln>
        </p:spPr>
        <p:style>
          <a:lnRef idx="2">
            <a:schemeClr val="accent1"/>
          </a:lnRef>
          <a:fillRef idx="0">
            <a:schemeClr val="accent1"/>
          </a:fillRef>
          <a:effectRef idx="1">
            <a:schemeClr val="accent1"/>
          </a:effectRef>
          <a:fontRef idx="minor">
            <a:schemeClr val="tx1"/>
          </a:fontRef>
        </p:style>
      </p:cxnSp>
      <p:sp>
        <p:nvSpPr>
          <p:cNvPr id="987" name="Oval 986"/>
          <p:cNvSpPr/>
          <p:nvPr/>
        </p:nvSpPr>
        <p:spPr>
          <a:xfrm>
            <a:off x="9999569" y="3067812"/>
            <a:ext cx="100584" cy="100584"/>
          </a:xfrm>
          <a:prstGeom prst="ellipse">
            <a:avLst/>
          </a:prstGeom>
          <a:solidFill>
            <a:srgbClr val="8A83D1"/>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88" name="Connector 987"/>
          <p:cNvCxnSpPr/>
          <p:nvPr/>
        </p:nvCxnSpPr>
        <p:spPr>
          <a:xfrm>
            <a:off x="8549640" y="3310128"/>
            <a:ext cx="2286000" cy="0"/>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89" name="Connector 988"/>
          <p:cNvCxnSpPr/>
          <p:nvPr/>
        </p:nvCxnSpPr>
        <p:spPr>
          <a:xfrm>
            <a:off x="8549640" y="32735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90" name="Connector 989"/>
          <p:cNvCxnSpPr/>
          <p:nvPr/>
        </p:nvCxnSpPr>
        <p:spPr>
          <a:xfrm>
            <a:off x="9121140" y="32735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91" name="Connector 990"/>
          <p:cNvCxnSpPr/>
          <p:nvPr/>
        </p:nvCxnSpPr>
        <p:spPr>
          <a:xfrm>
            <a:off x="9692639" y="32735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92" name="Connector 991"/>
          <p:cNvCxnSpPr/>
          <p:nvPr/>
        </p:nvCxnSpPr>
        <p:spPr>
          <a:xfrm>
            <a:off x="10264140" y="32735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93" name="Connector 992"/>
          <p:cNvCxnSpPr/>
          <p:nvPr/>
        </p:nvCxnSpPr>
        <p:spPr>
          <a:xfrm>
            <a:off x="10835640" y="32735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994" name="Connector 993"/>
          <p:cNvCxnSpPr/>
          <p:nvPr/>
        </p:nvCxnSpPr>
        <p:spPr>
          <a:xfrm>
            <a:off x="9761222" y="3310128"/>
            <a:ext cx="929634" cy="0"/>
          </a:xfrm>
          <a:prstGeom prst="line">
            <a:avLst/>
          </a:prstGeom>
          <a:ln w="31750">
            <a:solidFill>
              <a:srgbClr val="FF0053"/>
            </a:solidFill>
          </a:ln>
        </p:spPr>
        <p:style>
          <a:lnRef idx="2">
            <a:schemeClr val="accent1"/>
          </a:lnRef>
          <a:fillRef idx="0">
            <a:schemeClr val="accent1"/>
          </a:fillRef>
          <a:effectRef idx="1">
            <a:schemeClr val="accent1"/>
          </a:effectRef>
          <a:fontRef idx="minor">
            <a:schemeClr val="tx1"/>
          </a:fontRef>
        </p:style>
      </p:cxnSp>
      <p:sp>
        <p:nvSpPr>
          <p:cNvPr id="995" name="Oval 994"/>
          <p:cNvSpPr/>
          <p:nvPr/>
        </p:nvSpPr>
        <p:spPr>
          <a:xfrm>
            <a:off x="10166604" y="3250692"/>
            <a:ext cx="118872" cy="118872"/>
          </a:xfrm>
          <a:prstGeom prst="ellipse">
            <a:avLst/>
          </a:prstGeom>
          <a:solidFill>
            <a:srgbClr val="FF005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6" name="TextBox 995"/>
          <p:cNvSpPr txBox="1"/>
          <p:nvPr/>
        </p:nvSpPr>
        <p:spPr>
          <a:xfrm>
            <a:off x="11018520" y="3017520"/>
            <a:ext cx="822960" cy="201168"/>
          </a:xfrm>
          <a:prstGeom prst="rect">
            <a:avLst/>
          </a:prstGeom>
          <a:noFill/>
        </p:spPr>
        <p:txBody>
          <a:bodyPr wrap="square" lIns="0" tIns="0" rIns="0" bIns="0" anchor="t"/>
          <a:lstStyle/>
          <a:p>
            <a:pPr algn="l">
              <a:lnSpc>
                <a:spcPct val="110000"/>
              </a:lnSpc>
              <a:spcAft>
                <a:spcPts val="0"/>
              </a:spcAft>
            </a:pPr>
            <a:r>
              <a:rPr sz="1000" b="0" i="0">
                <a:solidFill>
                  <a:srgbClr val="8B8599"/>
                </a:solidFill>
                <a:latin typeface="Montserrat"/>
                <a:ea typeface="Montserrat"/>
                <a:cs typeface="Montserrat"/>
              </a:rPr>
              <a:t>0.79</a:t>
            </a:r>
          </a:p>
        </p:txBody>
      </p:sp>
      <p:sp>
        <p:nvSpPr>
          <p:cNvPr id="997" name="TextBox 996"/>
          <p:cNvSpPr txBox="1"/>
          <p:nvPr/>
        </p:nvSpPr>
        <p:spPr>
          <a:xfrm>
            <a:off x="11018520" y="3200400"/>
            <a:ext cx="822960" cy="228600"/>
          </a:xfrm>
          <a:prstGeom prst="rect">
            <a:avLst/>
          </a:prstGeom>
          <a:noFill/>
        </p:spPr>
        <p:txBody>
          <a:bodyPr wrap="square" lIns="0" tIns="0" rIns="0" bIns="0" anchor="t"/>
          <a:lstStyle/>
          <a:p>
            <a:pPr algn="l">
              <a:lnSpc>
                <a:spcPct val="110000"/>
              </a:lnSpc>
              <a:spcAft>
                <a:spcPts val="0"/>
              </a:spcAft>
            </a:pPr>
            <a:r>
              <a:rPr sz="1200" b="1" i="0">
                <a:solidFill>
                  <a:srgbClr val="1C1D22"/>
                </a:solidFill>
                <a:latin typeface="Montserrat"/>
                <a:ea typeface="Montserrat"/>
                <a:cs typeface="Montserrat"/>
              </a:rPr>
              <a:t>0.84</a:t>
            </a:r>
          </a:p>
        </p:txBody>
      </p:sp>
      <p:cxnSp>
        <p:nvCxnSpPr>
          <p:cNvPr id="998" name="Connector 997"/>
          <p:cNvCxnSpPr/>
          <p:nvPr/>
        </p:nvCxnSpPr>
        <p:spPr>
          <a:xfrm>
            <a:off x="346075" y="3438144"/>
            <a:ext cx="11479860" cy="0"/>
          </a:xfrm>
          <a:prstGeom prst="line">
            <a:avLst/>
          </a:prstGeom>
          <a:ln w="6350">
            <a:solidFill>
              <a:srgbClr val="C9C3DA"/>
            </a:solidFill>
          </a:ln>
        </p:spPr>
        <p:style>
          <a:lnRef idx="2">
            <a:schemeClr val="accent1"/>
          </a:lnRef>
          <a:fillRef idx="0">
            <a:schemeClr val="accent1"/>
          </a:fillRef>
          <a:effectRef idx="1">
            <a:schemeClr val="accent1"/>
          </a:effectRef>
          <a:fontRef idx="minor">
            <a:schemeClr val="tx1"/>
          </a:fontRef>
        </p:style>
      </p:cxnSp>
      <p:sp>
        <p:nvSpPr>
          <p:cNvPr id="999" name="TextBox 998"/>
          <p:cNvSpPr txBox="1"/>
          <p:nvPr/>
        </p:nvSpPr>
        <p:spPr>
          <a:xfrm>
            <a:off x="346075" y="3557016"/>
            <a:ext cx="2377440" cy="274320"/>
          </a:xfrm>
          <a:prstGeom prst="rect">
            <a:avLst/>
          </a:prstGeom>
          <a:noFill/>
        </p:spPr>
        <p:txBody>
          <a:bodyPr wrap="square" lIns="0" tIns="0" rIns="0" bIns="0" anchor="t"/>
          <a:lstStyle/>
          <a:p>
            <a:pPr algn="l">
              <a:lnSpc>
                <a:spcPct val="110000"/>
              </a:lnSpc>
              <a:spcAft>
                <a:spcPts val="0"/>
              </a:spcAft>
            </a:pPr>
            <a:r>
              <a:rPr sz="1200" b="0" i="0">
                <a:solidFill>
                  <a:srgbClr val="1C1D22"/>
                </a:solidFill>
                <a:latin typeface="Montserrat"/>
                <a:ea typeface="Montserrat"/>
                <a:cs typeface="Montserrat"/>
              </a:rPr>
              <a:t>Ротация бедра</a:t>
            </a:r>
          </a:p>
        </p:txBody>
      </p:sp>
      <p:sp>
        <p:nvSpPr>
          <p:cNvPr id="1000" name="TextBox 999"/>
          <p:cNvSpPr txBox="1"/>
          <p:nvPr/>
        </p:nvSpPr>
        <p:spPr>
          <a:xfrm>
            <a:off x="2697480" y="3557016"/>
            <a:ext cx="731520" cy="274320"/>
          </a:xfrm>
          <a:prstGeom prst="rect">
            <a:avLst/>
          </a:prstGeom>
          <a:noFill/>
        </p:spPr>
        <p:txBody>
          <a:bodyPr wrap="square" lIns="0" tIns="0" rIns="0" bIns="0" anchor="t"/>
          <a:lstStyle/>
          <a:p>
            <a:pPr algn="l">
              <a:lnSpc>
                <a:spcPct val="110000"/>
              </a:lnSpc>
              <a:spcAft>
                <a:spcPts val="0"/>
              </a:spcAft>
            </a:pPr>
            <a:r>
              <a:rPr sz="1150" b="0" i="0">
                <a:solidFill>
                  <a:srgbClr val="1C1D22"/>
                </a:solidFill>
                <a:latin typeface="Montserrat"/>
                <a:ea typeface="Montserrat"/>
                <a:cs typeface="Montserrat"/>
              </a:rPr>
              <a:t>36/150</a:t>
            </a:r>
          </a:p>
        </p:txBody>
      </p:sp>
      <p:sp>
        <p:nvSpPr>
          <p:cNvPr id="1001" name="TextBox 1000"/>
          <p:cNvSpPr txBox="1"/>
          <p:nvPr/>
        </p:nvSpPr>
        <p:spPr>
          <a:xfrm>
            <a:off x="3611880" y="3557016"/>
            <a:ext cx="731520" cy="274320"/>
          </a:xfrm>
          <a:prstGeom prst="rect">
            <a:avLst/>
          </a:prstGeom>
          <a:noFill/>
        </p:spPr>
        <p:txBody>
          <a:bodyPr wrap="square" lIns="0" tIns="0" rIns="0" bIns="0" anchor="t"/>
          <a:lstStyle/>
          <a:p>
            <a:pPr algn="l">
              <a:lnSpc>
                <a:spcPct val="110000"/>
              </a:lnSpc>
              <a:spcAft>
                <a:spcPts val="0"/>
              </a:spcAft>
            </a:pPr>
            <a:r>
              <a:rPr sz="1150" b="0" i="0">
                <a:solidFill>
                  <a:srgbClr val="1C1D22"/>
                </a:solidFill>
                <a:latin typeface="Montserrat"/>
                <a:ea typeface="Montserrat"/>
                <a:cs typeface="Montserrat"/>
              </a:rPr>
              <a:t>0.69</a:t>
            </a:r>
          </a:p>
        </p:txBody>
      </p:sp>
      <p:sp>
        <p:nvSpPr>
          <p:cNvPr id="1002" name="TextBox 1001"/>
          <p:cNvSpPr txBox="1"/>
          <p:nvPr/>
        </p:nvSpPr>
        <p:spPr>
          <a:xfrm>
            <a:off x="4343400" y="3557016"/>
            <a:ext cx="731520" cy="274320"/>
          </a:xfrm>
          <a:prstGeom prst="rect">
            <a:avLst/>
          </a:prstGeom>
          <a:noFill/>
        </p:spPr>
        <p:txBody>
          <a:bodyPr wrap="square" lIns="0" tIns="0" rIns="0" bIns="0" anchor="t"/>
          <a:lstStyle/>
          <a:p>
            <a:pPr algn="l">
              <a:lnSpc>
                <a:spcPct val="110000"/>
              </a:lnSpc>
              <a:spcAft>
                <a:spcPts val="0"/>
              </a:spcAft>
            </a:pPr>
            <a:r>
              <a:rPr sz="1150" b="0" i="0">
                <a:solidFill>
                  <a:srgbClr val="1C1D22"/>
                </a:solidFill>
                <a:latin typeface="Montserrat"/>
                <a:ea typeface="Montserrat"/>
                <a:cs typeface="Montserrat"/>
              </a:rPr>
              <a:t>0.91</a:t>
            </a:r>
          </a:p>
        </p:txBody>
      </p:sp>
      <p:cxnSp>
        <p:nvCxnSpPr>
          <p:cNvPr id="1003" name="Connector 1002"/>
          <p:cNvCxnSpPr/>
          <p:nvPr/>
        </p:nvCxnSpPr>
        <p:spPr>
          <a:xfrm>
            <a:off x="5349240" y="3575304"/>
            <a:ext cx="2286000" cy="0"/>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04" name="Connector 1003"/>
          <p:cNvCxnSpPr/>
          <p:nvPr/>
        </p:nvCxnSpPr>
        <p:spPr>
          <a:xfrm>
            <a:off x="5349240" y="35387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05" name="Connector 1004"/>
          <p:cNvCxnSpPr/>
          <p:nvPr/>
        </p:nvCxnSpPr>
        <p:spPr>
          <a:xfrm>
            <a:off x="5920740" y="35387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06" name="Connector 1005"/>
          <p:cNvCxnSpPr/>
          <p:nvPr/>
        </p:nvCxnSpPr>
        <p:spPr>
          <a:xfrm>
            <a:off x="6492240" y="35387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07" name="Connector 1006"/>
          <p:cNvCxnSpPr/>
          <p:nvPr/>
        </p:nvCxnSpPr>
        <p:spPr>
          <a:xfrm>
            <a:off x="7063740" y="35387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08" name="Connector 1007"/>
          <p:cNvCxnSpPr/>
          <p:nvPr/>
        </p:nvCxnSpPr>
        <p:spPr>
          <a:xfrm>
            <a:off x="7635240" y="35387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09" name="Connector 1008"/>
          <p:cNvCxnSpPr/>
          <p:nvPr/>
        </p:nvCxnSpPr>
        <p:spPr>
          <a:xfrm>
            <a:off x="6038154" y="3575304"/>
            <a:ext cx="728445" cy="0"/>
          </a:xfrm>
          <a:prstGeom prst="line">
            <a:avLst/>
          </a:prstGeom>
          <a:ln w="38100">
            <a:solidFill>
              <a:srgbClr val="8A83D1"/>
            </a:solidFill>
          </a:ln>
        </p:spPr>
        <p:style>
          <a:lnRef idx="2">
            <a:schemeClr val="accent1"/>
          </a:lnRef>
          <a:fillRef idx="0">
            <a:schemeClr val="accent1"/>
          </a:fillRef>
          <a:effectRef idx="1">
            <a:schemeClr val="accent1"/>
          </a:effectRef>
          <a:fontRef idx="minor">
            <a:schemeClr val="tx1"/>
          </a:fontRef>
        </p:style>
      </p:cxnSp>
      <p:sp>
        <p:nvSpPr>
          <p:cNvPr id="1010" name="Oval 1009"/>
          <p:cNvSpPr/>
          <p:nvPr/>
        </p:nvSpPr>
        <p:spPr>
          <a:xfrm>
            <a:off x="6392252" y="3525012"/>
            <a:ext cx="100584" cy="100584"/>
          </a:xfrm>
          <a:prstGeom prst="ellipse">
            <a:avLst/>
          </a:prstGeom>
          <a:solidFill>
            <a:srgbClr val="8A83D1"/>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11" name="Connector 1010"/>
          <p:cNvCxnSpPr/>
          <p:nvPr/>
        </p:nvCxnSpPr>
        <p:spPr>
          <a:xfrm>
            <a:off x="5349240" y="3767328"/>
            <a:ext cx="2286000" cy="0"/>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12" name="Connector 1011"/>
          <p:cNvCxnSpPr/>
          <p:nvPr/>
        </p:nvCxnSpPr>
        <p:spPr>
          <a:xfrm>
            <a:off x="5349240" y="37307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13" name="Connector 1012"/>
          <p:cNvCxnSpPr/>
          <p:nvPr/>
        </p:nvCxnSpPr>
        <p:spPr>
          <a:xfrm>
            <a:off x="5920740" y="37307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14" name="Connector 1013"/>
          <p:cNvCxnSpPr/>
          <p:nvPr/>
        </p:nvCxnSpPr>
        <p:spPr>
          <a:xfrm>
            <a:off x="6492240" y="37307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15" name="Connector 1014"/>
          <p:cNvCxnSpPr/>
          <p:nvPr/>
        </p:nvCxnSpPr>
        <p:spPr>
          <a:xfrm>
            <a:off x="7063740" y="37307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16" name="Connector 1015"/>
          <p:cNvCxnSpPr/>
          <p:nvPr/>
        </p:nvCxnSpPr>
        <p:spPr>
          <a:xfrm>
            <a:off x="7635240" y="37307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17" name="Connector 1016"/>
          <p:cNvCxnSpPr/>
          <p:nvPr/>
        </p:nvCxnSpPr>
        <p:spPr>
          <a:xfrm>
            <a:off x="6645777" y="3767328"/>
            <a:ext cx="566129" cy="0"/>
          </a:xfrm>
          <a:prstGeom prst="line">
            <a:avLst/>
          </a:prstGeom>
          <a:ln w="31750">
            <a:solidFill>
              <a:srgbClr val="FF0053"/>
            </a:solidFill>
          </a:ln>
        </p:spPr>
        <p:style>
          <a:lnRef idx="2">
            <a:schemeClr val="accent1"/>
          </a:lnRef>
          <a:fillRef idx="0">
            <a:schemeClr val="accent1"/>
          </a:fillRef>
          <a:effectRef idx="1">
            <a:schemeClr val="accent1"/>
          </a:effectRef>
          <a:fontRef idx="minor">
            <a:schemeClr val="tx1"/>
          </a:fontRef>
        </p:style>
      </p:cxnSp>
      <p:sp>
        <p:nvSpPr>
          <p:cNvPr id="1018" name="Oval 1017"/>
          <p:cNvSpPr/>
          <p:nvPr/>
        </p:nvSpPr>
        <p:spPr>
          <a:xfrm>
            <a:off x="6890004" y="3707892"/>
            <a:ext cx="118872" cy="118872"/>
          </a:xfrm>
          <a:prstGeom prst="ellipse">
            <a:avLst/>
          </a:prstGeom>
          <a:solidFill>
            <a:srgbClr val="FF005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9" name="TextBox 1018"/>
          <p:cNvSpPr txBox="1"/>
          <p:nvPr/>
        </p:nvSpPr>
        <p:spPr>
          <a:xfrm>
            <a:off x="7680960" y="3474720"/>
            <a:ext cx="822960" cy="201168"/>
          </a:xfrm>
          <a:prstGeom prst="rect">
            <a:avLst/>
          </a:prstGeom>
          <a:noFill/>
        </p:spPr>
        <p:txBody>
          <a:bodyPr wrap="square" lIns="0" tIns="0" rIns="0" bIns="0" anchor="t"/>
          <a:lstStyle/>
          <a:p>
            <a:pPr algn="l">
              <a:lnSpc>
                <a:spcPct val="110000"/>
              </a:lnSpc>
              <a:spcAft>
                <a:spcPts val="0"/>
              </a:spcAft>
            </a:pPr>
            <a:r>
              <a:rPr sz="1000" b="0" i="0">
                <a:solidFill>
                  <a:srgbClr val="8B8599"/>
                </a:solidFill>
                <a:latin typeface="Montserrat"/>
                <a:ea typeface="Montserrat"/>
                <a:cs typeface="Montserrat"/>
              </a:rPr>
              <a:t>0.48</a:t>
            </a:r>
          </a:p>
        </p:txBody>
      </p:sp>
      <p:sp>
        <p:nvSpPr>
          <p:cNvPr id="1020" name="TextBox 1019"/>
          <p:cNvSpPr txBox="1"/>
          <p:nvPr/>
        </p:nvSpPr>
        <p:spPr>
          <a:xfrm>
            <a:off x="7680960" y="3657600"/>
            <a:ext cx="822960" cy="228600"/>
          </a:xfrm>
          <a:prstGeom prst="rect">
            <a:avLst/>
          </a:prstGeom>
          <a:noFill/>
        </p:spPr>
        <p:txBody>
          <a:bodyPr wrap="square" lIns="0" tIns="0" rIns="0" bIns="0" anchor="t"/>
          <a:lstStyle/>
          <a:p>
            <a:pPr algn="l">
              <a:lnSpc>
                <a:spcPct val="110000"/>
              </a:lnSpc>
              <a:spcAft>
                <a:spcPts val="0"/>
              </a:spcAft>
            </a:pPr>
            <a:r>
              <a:rPr sz="1200" b="1" i="0">
                <a:solidFill>
                  <a:srgbClr val="1C1D22"/>
                </a:solidFill>
                <a:latin typeface="Montserrat"/>
                <a:ea typeface="Montserrat"/>
                <a:cs typeface="Montserrat"/>
              </a:rPr>
              <a:t>0.70</a:t>
            </a:r>
          </a:p>
        </p:txBody>
      </p:sp>
      <p:cxnSp>
        <p:nvCxnSpPr>
          <p:cNvPr id="1021" name="Connector 1020"/>
          <p:cNvCxnSpPr/>
          <p:nvPr/>
        </p:nvCxnSpPr>
        <p:spPr>
          <a:xfrm>
            <a:off x="8549640" y="3575304"/>
            <a:ext cx="2286000" cy="0"/>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22" name="Connector 1021"/>
          <p:cNvCxnSpPr/>
          <p:nvPr/>
        </p:nvCxnSpPr>
        <p:spPr>
          <a:xfrm>
            <a:off x="8549640" y="35387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23" name="Connector 1022"/>
          <p:cNvCxnSpPr/>
          <p:nvPr/>
        </p:nvCxnSpPr>
        <p:spPr>
          <a:xfrm>
            <a:off x="9121140" y="35387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24" name="Connector 1023"/>
          <p:cNvCxnSpPr/>
          <p:nvPr/>
        </p:nvCxnSpPr>
        <p:spPr>
          <a:xfrm>
            <a:off x="9692639" y="35387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25" name="Connector 1024"/>
          <p:cNvCxnSpPr/>
          <p:nvPr/>
        </p:nvCxnSpPr>
        <p:spPr>
          <a:xfrm>
            <a:off x="10264140" y="35387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26" name="Connector 1025"/>
          <p:cNvCxnSpPr/>
          <p:nvPr/>
        </p:nvCxnSpPr>
        <p:spPr>
          <a:xfrm>
            <a:off x="10835640" y="35387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27" name="Connector 1026"/>
          <p:cNvCxnSpPr/>
          <p:nvPr/>
        </p:nvCxnSpPr>
        <p:spPr>
          <a:xfrm>
            <a:off x="9114086" y="3575304"/>
            <a:ext cx="943090" cy="0"/>
          </a:xfrm>
          <a:prstGeom prst="line">
            <a:avLst/>
          </a:prstGeom>
          <a:ln w="38100">
            <a:solidFill>
              <a:srgbClr val="8A83D1"/>
            </a:solidFill>
          </a:ln>
        </p:spPr>
        <p:style>
          <a:lnRef idx="2">
            <a:schemeClr val="accent1"/>
          </a:lnRef>
          <a:fillRef idx="0">
            <a:schemeClr val="accent1"/>
          </a:fillRef>
          <a:effectRef idx="1">
            <a:schemeClr val="accent1"/>
          </a:effectRef>
          <a:fontRef idx="minor">
            <a:schemeClr val="tx1"/>
          </a:fontRef>
        </p:style>
      </p:cxnSp>
      <p:sp>
        <p:nvSpPr>
          <p:cNvPr id="1028" name="Oval 1027"/>
          <p:cNvSpPr/>
          <p:nvPr/>
        </p:nvSpPr>
        <p:spPr>
          <a:xfrm>
            <a:off x="9557124" y="3525012"/>
            <a:ext cx="100584" cy="100584"/>
          </a:xfrm>
          <a:prstGeom prst="ellipse">
            <a:avLst/>
          </a:prstGeom>
          <a:solidFill>
            <a:srgbClr val="8A83D1"/>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29" name="Connector 1028"/>
          <p:cNvCxnSpPr/>
          <p:nvPr/>
        </p:nvCxnSpPr>
        <p:spPr>
          <a:xfrm>
            <a:off x="8549640" y="3767328"/>
            <a:ext cx="2286000" cy="0"/>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30" name="Connector 1029"/>
          <p:cNvCxnSpPr/>
          <p:nvPr/>
        </p:nvCxnSpPr>
        <p:spPr>
          <a:xfrm>
            <a:off x="8549640" y="37307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31" name="Connector 1030"/>
          <p:cNvCxnSpPr/>
          <p:nvPr/>
        </p:nvCxnSpPr>
        <p:spPr>
          <a:xfrm>
            <a:off x="9121140" y="37307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32" name="Connector 1031"/>
          <p:cNvCxnSpPr/>
          <p:nvPr/>
        </p:nvCxnSpPr>
        <p:spPr>
          <a:xfrm>
            <a:off x="9692639" y="37307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33" name="Connector 1032"/>
          <p:cNvCxnSpPr/>
          <p:nvPr/>
        </p:nvCxnSpPr>
        <p:spPr>
          <a:xfrm>
            <a:off x="10264140" y="37307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34" name="Connector 1033"/>
          <p:cNvCxnSpPr/>
          <p:nvPr/>
        </p:nvCxnSpPr>
        <p:spPr>
          <a:xfrm>
            <a:off x="10835640" y="37307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35" name="Connector 1034"/>
          <p:cNvCxnSpPr/>
          <p:nvPr/>
        </p:nvCxnSpPr>
        <p:spPr>
          <a:xfrm>
            <a:off x="9902231" y="3767328"/>
            <a:ext cx="647616" cy="0"/>
          </a:xfrm>
          <a:prstGeom prst="line">
            <a:avLst/>
          </a:prstGeom>
          <a:ln w="31750">
            <a:solidFill>
              <a:srgbClr val="FF0053"/>
            </a:solidFill>
          </a:ln>
        </p:spPr>
        <p:style>
          <a:lnRef idx="2">
            <a:schemeClr val="accent1"/>
          </a:lnRef>
          <a:fillRef idx="0">
            <a:schemeClr val="accent1"/>
          </a:fillRef>
          <a:effectRef idx="1">
            <a:schemeClr val="accent1"/>
          </a:effectRef>
          <a:fontRef idx="minor">
            <a:schemeClr val="tx1"/>
          </a:fontRef>
        </p:style>
      </p:cxnSp>
      <p:sp>
        <p:nvSpPr>
          <p:cNvPr id="1036" name="Oval 1035"/>
          <p:cNvSpPr/>
          <p:nvPr/>
        </p:nvSpPr>
        <p:spPr>
          <a:xfrm>
            <a:off x="10166604" y="3707892"/>
            <a:ext cx="118872" cy="118872"/>
          </a:xfrm>
          <a:prstGeom prst="ellipse">
            <a:avLst/>
          </a:prstGeom>
          <a:solidFill>
            <a:srgbClr val="FF005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7" name="TextBox 1036"/>
          <p:cNvSpPr txBox="1"/>
          <p:nvPr/>
        </p:nvSpPr>
        <p:spPr>
          <a:xfrm>
            <a:off x="11018520" y="3474720"/>
            <a:ext cx="822960" cy="201168"/>
          </a:xfrm>
          <a:prstGeom prst="rect">
            <a:avLst/>
          </a:prstGeom>
          <a:noFill/>
        </p:spPr>
        <p:txBody>
          <a:bodyPr wrap="square" lIns="0" tIns="0" rIns="0" bIns="0" anchor="t"/>
          <a:lstStyle/>
          <a:p>
            <a:pPr algn="l">
              <a:lnSpc>
                <a:spcPct val="110000"/>
              </a:lnSpc>
              <a:spcAft>
                <a:spcPts val="0"/>
              </a:spcAft>
            </a:pPr>
            <a:r>
              <a:rPr sz="1000" b="0" i="0">
                <a:solidFill>
                  <a:srgbClr val="8B8599"/>
                </a:solidFill>
                <a:latin typeface="Montserrat"/>
                <a:ea typeface="Montserrat"/>
                <a:cs typeface="Montserrat"/>
              </a:rPr>
              <a:t>0.68</a:t>
            </a:r>
          </a:p>
        </p:txBody>
      </p:sp>
      <p:sp>
        <p:nvSpPr>
          <p:cNvPr id="1038" name="TextBox 1037"/>
          <p:cNvSpPr txBox="1"/>
          <p:nvPr/>
        </p:nvSpPr>
        <p:spPr>
          <a:xfrm>
            <a:off x="11018520" y="3657600"/>
            <a:ext cx="822960" cy="228600"/>
          </a:xfrm>
          <a:prstGeom prst="rect">
            <a:avLst/>
          </a:prstGeom>
          <a:noFill/>
        </p:spPr>
        <p:txBody>
          <a:bodyPr wrap="square" lIns="0" tIns="0" rIns="0" bIns="0" anchor="t"/>
          <a:lstStyle/>
          <a:p>
            <a:pPr algn="l">
              <a:lnSpc>
                <a:spcPct val="110000"/>
              </a:lnSpc>
              <a:spcAft>
                <a:spcPts val="0"/>
              </a:spcAft>
            </a:pPr>
            <a:r>
              <a:rPr sz="1200" b="1" i="0">
                <a:solidFill>
                  <a:srgbClr val="1C1D22"/>
                </a:solidFill>
                <a:latin typeface="Montserrat"/>
                <a:ea typeface="Montserrat"/>
                <a:cs typeface="Montserrat"/>
              </a:rPr>
              <a:t>0.84</a:t>
            </a:r>
          </a:p>
        </p:txBody>
      </p:sp>
      <p:cxnSp>
        <p:nvCxnSpPr>
          <p:cNvPr id="1039" name="Connector 1038"/>
          <p:cNvCxnSpPr/>
          <p:nvPr/>
        </p:nvCxnSpPr>
        <p:spPr>
          <a:xfrm>
            <a:off x="346075" y="3895344"/>
            <a:ext cx="11479860" cy="0"/>
          </a:xfrm>
          <a:prstGeom prst="line">
            <a:avLst/>
          </a:prstGeom>
          <a:ln w="6350">
            <a:solidFill>
              <a:srgbClr val="C9C3DA"/>
            </a:solidFill>
          </a:ln>
        </p:spPr>
        <p:style>
          <a:lnRef idx="2">
            <a:schemeClr val="accent1"/>
          </a:lnRef>
          <a:fillRef idx="0">
            <a:schemeClr val="accent1"/>
          </a:fillRef>
          <a:effectRef idx="1">
            <a:schemeClr val="accent1"/>
          </a:effectRef>
          <a:fontRef idx="minor">
            <a:schemeClr val="tx1"/>
          </a:fontRef>
        </p:style>
      </p:cxnSp>
      <p:sp>
        <p:nvSpPr>
          <p:cNvPr id="1040" name="TextBox 1039"/>
          <p:cNvSpPr txBox="1"/>
          <p:nvPr/>
        </p:nvSpPr>
        <p:spPr>
          <a:xfrm>
            <a:off x="346075" y="4014216"/>
            <a:ext cx="2377440" cy="274320"/>
          </a:xfrm>
          <a:prstGeom prst="rect">
            <a:avLst/>
          </a:prstGeom>
          <a:noFill/>
        </p:spPr>
        <p:txBody>
          <a:bodyPr wrap="square" lIns="0" tIns="0" rIns="0" bIns="0" anchor="t"/>
          <a:lstStyle/>
          <a:p>
            <a:pPr algn="l">
              <a:lnSpc>
                <a:spcPct val="110000"/>
              </a:lnSpc>
              <a:spcAft>
                <a:spcPts val="0"/>
              </a:spcAft>
            </a:pPr>
            <a:r>
              <a:rPr sz="1200" b="0" i="0">
                <a:solidFill>
                  <a:srgbClr val="1C1D22"/>
                </a:solidFill>
                <a:latin typeface="Montserrat"/>
                <a:ea typeface="Montserrat"/>
                <a:cs typeface="Montserrat"/>
              </a:rPr>
              <a:t>Отступы поля</a:t>
            </a:r>
          </a:p>
        </p:txBody>
      </p:sp>
      <p:sp>
        <p:nvSpPr>
          <p:cNvPr id="1041" name="TextBox 1040"/>
          <p:cNvSpPr txBox="1"/>
          <p:nvPr/>
        </p:nvSpPr>
        <p:spPr>
          <a:xfrm>
            <a:off x="2697480" y="4014216"/>
            <a:ext cx="731520" cy="274320"/>
          </a:xfrm>
          <a:prstGeom prst="rect">
            <a:avLst/>
          </a:prstGeom>
          <a:noFill/>
        </p:spPr>
        <p:txBody>
          <a:bodyPr wrap="square" lIns="0" tIns="0" rIns="0" bIns="0" anchor="t"/>
          <a:lstStyle/>
          <a:p>
            <a:pPr algn="l">
              <a:lnSpc>
                <a:spcPct val="110000"/>
              </a:lnSpc>
              <a:spcAft>
                <a:spcPts val="0"/>
              </a:spcAft>
            </a:pPr>
            <a:r>
              <a:rPr sz="1150" b="0" i="0">
                <a:solidFill>
                  <a:srgbClr val="1C1D22"/>
                </a:solidFill>
                <a:latin typeface="Montserrat"/>
                <a:ea typeface="Montserrat"/>
                <a:cs typeface="Montserrat"/>
              </a:rPr>
              <a:t>12/150</a:t>
            </a:r>
          </a:p>
        </p:txBody>
      </p:sp>
      <p:sp>
        <p:nvSpPr>
          <p:cNvPr id="1042" name="TextBox 1041"/>
          <p:cNvSpPr txBox="1"/>
          <p:nvPr/>
        </p:nvSpPr>
        <p:spPr>
          <a:xfrm>
            <a:off x="3611880" y="4014216"/>
            <a:ext cx="731520" cy="274320"/>
          </a:xfrm>
          <a:prstGeom prst="rect">
            <a:avLst/>
          </a:prstGeom>
          <a:noFill/>
        </p:spPr>
        <p:txBody>
          <a:bodyPr wrap="square" lIns="0" tIns="0" rIns="0" bIns="0" anchor="t"/>
          <a:lstStyle/>
          <a:p>
            <a:pPr algn="l">
              <a:lnSpc>
                <a:spcPct val="110000"/>
              </a:lnSpc>
              <a:spcAft>
                <a:spcPts val="0"/>
              </a:spcAft>
            </a:pPr>
            <a:r>
              <a:rPr sz="1150" b="0" i="0">
                <a:solidFill>
                  <a:srgbClr val="1C1D22"/>
                </a:solidFill>
                <a:latin typeface="Montserrat"/>
                <a:ea typeface="Montserrat"/>
                <a:cs typeface="Montserrat"/>
              </a:rPr>
              <a:t>0.92</a:t>
            </a:r>
          </a:p>
        </p:txBody>
      </p:sp>
      <p:sp>
        <p:nvSpPr>
          <p:cNvPr id="1043" name="TextBox 1042"/>
          <p:cNvSpPr txBox="1"/>
          <p:nvPr/>
        </p:nvSpPr>
        <p:spPr>
          <a:xfrm>
            <a:off x="4343400" y="4014216"/>
            <a:ext cx="731520" cy="274320"/>
          </a:xfrm>
          <a:prstGeom prst="rect">
            <a:avLst/>
          </a:prstGeom>
          <a:noFill/>
        </p:spPr>
        <p:txBody>
          <a:bodyPr wrap="square" lIns="0" tIns="0" rIns="0" bIns="0" anchor="t"/>
          <a:lstStyle/>
          <a:p>
            <a:pPr algn="l">
              <a:lnSpc>
                <a:spcPct val="110000"/>
              </a:lnSpc>
              <a:spcAft>
                <a:spcPts val="0"/>
              </a:spcAft>
            </a:pPr>
            <a:r>
              <a:rPr sz="1150" b="0" i="0">
                <a:solidFill>
                  <a:srgbClr val="1C1D22"/>
                </a:solidFill>
                <a:latin typeface="Montserrat"/>
                <a:ea typeface="Montserrat"/>
                <a:cs typeface="Montserrat"/>
              </a:rPr>
              <a:t>0.96</a:t>
            </a:r>
          </a:p>
        </p:txBody>
      </p:sp>
      <p:cxnSp>
        <p:nvCxnSpPr>
          <p:cNvPr id="1044" name="Connector 1043"/>
          <p:cNvCxnSpPr/>
          <p:nvPr/>
        </p:nvCxnSpPr>
        <p:spPr>
          <a:xfrm>
            <a:off x="5349240" y="4032504"/>
            <a:ext cx="2286000" cy="0"/>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45" name="Connector 1044"/>
          <p:cNvCxnSpPr/>
          <p:nvPr/>
        </p:nvCxnSpPr>
        <p:spPr>
          <a:xfrm>
            <a:off x="5349240" y="39959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46" name="Connector 1045"/>
          <p:cNvCxnSpPr/>
          <p:nvPr/>
        </p:nvCxnSpPr>
        <p:spPr>
          <a:xfrm>
            <a:off x="5920740" y="39959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47" name="Connector 1046"/>
          <p:cNvCxnSpPr/>
          <p:nvPr/>
        </p:nvCxnSpPr>
        <p:spPr>
          <a:xfrm>
            <a:off x="6492240" y="39959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48" name="Connector 1047"/>
          <p:cNvCxnSpPr/>
          <p:nvPr/>
        </p:nvCxnSpPr>
        <p:spPr>
          <a:xfrm>
            <a:off x="7063740" y="39959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49" name="Connector 1048"/>
          <p:cNvCxnSpPr/>
          <p:nvPr/>
        </p:nvCxnSpPr>
        <p:spPr>
          <a:xfrm>
            <a:off x="7635240" y="39959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50" name="Connector 1049"/>
          <p:cNvCxnSpPr/>
          <p:nvPr/>
        </p:nvCxnSpPr>
        <p:spPr>
          <a:xfrm>
            <a:off x="5349240" y="4032504"/>
            <a:ext cx="1418896" cy="0"/>
          </a:xfrm>
          <a:prstGeom prst="line">
            <a:avLst/>
          </a:prstGeom>
          <a:ln w="38100">
            <a:solidFill>
              <a:srgbClr val="8A83D1"/>
            </a:solidFill>
          </a:ln>
        </p:spPr>
        <p:style>
          <a:lnRef idx="2">
            <a:schemeClr val="accent1"/>
          </a:lnRef>
          <a:fillRef idx="0">
            <a:schemeClr val="accent1"/>
          </a:fillRef>
          <a:effectRef idx="1">
            <a:schemeClr val="accent1"/>
          </a:effectRef>
          <a:fontRef idx="minor">
            <a:schemeClr val="tx1"/>
          </a:fontRef>
        </p:style>
      </p:cxnSp>
      <p:sp>
        <p:nvSpPr>
          <p:cNvPr id="1051" name="Oval 1050"/>
          <p:cNvSpPr/>
          <p:nvPr/>
        </p:nvSpPr>
        <p:spPr>
          <a:xfrm>
            <a:off x="6094078" y="3982212"/>
            <a:ext cx="100584" cy="100584"/>
          </a:xfrm>
          <a:prstGeom prst="ellipse">
            <a:avLst/>
          </a:prstGeom>
          <a:solidFill>
            <a:srgbClr val="8A83D1"/>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52" name="Connector 1051"/>
          <p:cNvCxnSpPr/>
          <p:nvPr/>
        </p:nvCxnSpPr>
        <p:spPr>
          <a:xfrm>
            <a:off x="5349240" y="4224528"/>
            <a:ext cx="2286000" cy="0"/>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53" name="Connector 1052"/>
          <p:cNvCxnSpPr/>
          <p:nvPr/>
        </p:nvCxnSpPr>
        <p:spPr>
          <a:xfrm>
            <a:off x="5349240" y="41879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54" name="Connector 1053"/>
          <p:cNvCxnSpPr/>
          <p:nvPr/>
        </p:nvCxnSpPr>
        <p:spPr>
          <a:xfrm>
            <a:off x="5920740" y="41879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55" name="Connector 1054"/>
          <p:cNvCxnSpPr/>
          <p:nvPr/>
        </p:nvCxnSpPr>
        <p:spPr>
          <a:xfrm>
            <a:off x="6492240" y="41879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56" name="Connector 1055"/>
          <p:cNvCxnSpPr/>
          <p:nvPr/>
        </p:nvCxnSpPr>
        <p:spPr>
          <a:xfrm>
            <a:off x="7063740" y="41879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57" name="Connector 1056"/>
          <p:cNvCxnSpPr/>
          <p:nvPr/>
        </p:nvCxnSpPr>
        <p:spPr>
          <a:xfrm>
            <a:off x="7635240" y="41879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58" name="Connector 1057"/>
          <p:cNvCxnSpPr/>
          <p:nvPr/>
        </p:nvCxnSpPr>
        <p:spPr>
          <a:xfrm>
            <a:off x="6596149" y="4224528"/>
            <a:ext cx="831272" cy="0"/>
          </a:xfrm>
          <a:prstGeom prst="line">
            <a:avLst/>
          </a:prstGeom>
          <a:ln w="31750">
            <a:solidFill>
              <a:srgbClr val="FF0053"/>
            </a:solidFill>
          </a:ln>
        </p:spPr>
        <p:style>
          <a:lnRef idx="2">
            <a:schemeClr val="accent1"/>
          </a:lnRef>
          <a:fillRef idx="0">
            <a:schemeClr val="accent1"/>
          </a:fillRef>
          <a:effectRef idx="1">
            <a:schemeClr val="accent1"/>
          </a:effectRef>
          <a:fontRef idx="minor">
            <a:schemeClr val="tx1"/>
          </a:fontRef>
        </p:style>
      </p:cxnSp>
      <p:sp>
        <p:nvSpPr>
          <p:cNvPr id="1059" name="Oval 1058"/>
          <p:cNvSpPr/>
          <p:nvPr/>
        </p:nvSpPr>
        <p:spPr>
          <a:xfrm>
            <a:off x="7027164" y="4165092"/>
            <a:ext cx="118872" cy="118872"/>
          </a:xfrm>
          <a:prstGeom prst="ellipse">
            <a:avLst/>
          </a:prstGeom>
          <a:solidFill>
            <a:srgbClr val="FF005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0" name="TextBox 1059"/>
          <p:cNvSpPr txBox="1"/>
          <p:nvPr/>
        </p:nvSpPr>
        <p:spPr>
          <a:xfrm>
            <a:off x="7680960" y="3931920"/>
            <a:ext cx="822960" cy="201168"/>
          </a:xfrm>
          <a:prstGeom prst="rect">
            <a:avLst/>
          </a:prstGeom>
          <a:noFill/>
        </p:spPr>
        <p:txBody>
          <a:bodyPr wrap="square" lIns="0" tIns="0" rIns="0" bIns="0" anchor="t"/>
          <a:lstStyle/>
          <a:p>
            <a:pPr algn="l">
              <a:lnSpc>
                <a:spcPct val="110000"/>
              </a:lnSpc>
              <a:spcAft>
                <a:spcPts val="0"/>
              </a:spcAft>
            </a:pPr>
            <a:r>
              <a:rPr sz="1000" b="0" i="0">
                <a:solidFill>
                  <a:srgbClr val="8B8599"/>
                </a:solidFill>
                <a:latin typeface="Montserrat"/>
                <a:ea typeface="Montserrat"/>
                <a:cs typeface="Montserrat"/>
              </a:rPr>
              <a:t>0.35</a:t>
            </a:r>
          </a:p>
        </p:txBody>
      </p:sp>
      <p:sp>
        <p:nvSpPr>
          <p:cNvPr id="1061" name="TextBox 1060"/>
          <p:cNvSpPr txBox="1"/>
          <p:nvPr/>
        </p:nvSpPr>
        <p:spPr>
          <a:xfrm>
            <a:off x="7680960" y="4114800"/>
            <a:ext cx="822960" cy="228600"/>
          </a:xfrm>
          <a:prstGeom prst="rect">
            <a:avLst/>
          </a:prstGeom>
          <a:noFill/>
        </p:spPr>
        <p:txBody>
          <a:bodyPr wrap="square" lIns="0" tIns="0" rIns="0" bIns="0" anchor="t"/>
          <a:lstStyle/>
          <a:p>
            <a:pPr algn="l">
              <a:lnSpc>
                <a:spcPct val="110000"/>
              </a:lnSpc>
              <a:spcAft>
                <a:spcPts val="0"/>
              </a:spcAft>
            </a:pPr>
            <a:r>
              <a:rPr sz="1200" b="1" i="0">
                <a:solidFill>
                  <a:srgbClr val="1C1D22"/>
                </a:solidFill>
                <a:latin typeface="Montserrat"/>
                <a:ea typeface="Montserrat"/>
                <a:cs typeface="Montserrat"/>
              </a:rPr>
              <a:t>0.76</a:t>
            </a:r>
          </a:p>
        </p:txBody>
      </p:sp>
      <p:cxnSp>
        <p:nvCxnSpPr>
          <p:cNvPr id="1062" name="Connector 1061"/>
          <p:cNvCxnSpPr/>
          <p:nvPr/>
        </p:nvCxnSpPr>
        <p:spPr>
          <a:xfrm>
            <a:off x="8549640" y="4032504"/>
            <a:ext cx="2286000" cy="0"/>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63" name="Connector 1062"/>
          <p:cNvCxnSpPr/>
          <p:nvPr/>
        </p:nvCxnSpPr>
        <p:spPr>
          <a:xfrm>
            <a:off x="8549640" y="39959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64" name="Connector 1063"/>
          <p:cNvCxnSpPr/>
          <p:nvPr/>
        </p:nvCxnSpPr>
        <p:spPr>
          <a:xfrm>
            <a:off x="9121140" y="39959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65" name="Connector 1064"/>
          <p:cNvCxnSpPr/>
          <p:nvPr/>
        </p:nvCxnSpPr>
        <p:spPr>
          <a:xfrm>
            <a:off x="9692639" y="39959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66" name="Connector 1065"/>
          <p:cNvCxnSpPr/>
          <p:nvPr/>
        </p:nvCxnSpPr>
        <p:spPr>
          <a:xfrm>
            <a:off x="10264140" y="39959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67" name="Connector 1066"/>
          <p:cNvCxnSpPr/>
          <p:nvPr/>
        </p:nvCxnSpPr>
        <p:spPr>
          <a:xfrm>
            <a:off x="10835640" y="39959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68" name="Connector 1067"/>
          <p:cNvCxnSpPr/>
          <p:nvPr/>
        </p:nvCxnSpPr>
        <p:spPr>
          <a:xfrm>
            <a:off x="9831609" y="4032504"/>
            <a:ext cx="974452" cy="0"/>
          </a:xfrm>
          <a:prstGeom prst="line">
            <a:avLst/>
          </a:prstGeom>
          <a:ln w="38100">
            <a:solidFill>
              <a:srgbClr val="8A83D1"/>
            </a:solidFill>
          </a:ln>
        </p:spPr>
        <p:style>
          <a:lnRef idx="2">
            <a:schemeClr val="accent1"/>
          </a:lnRef>
          <a:fillRef idx="0">
            <a:schemeClr val="accent1"/>
          </a:fillRef>
          <a:effectRef idx="1">
            <a:schemeClr val="accent1"/>
          </a:effectRef>
          <a:fontRef idx="minor">
            <a:schemeClr val="tx1"/>
          </a:fontRef>
        </p:style>
      </p:cxnSp>
      <p:sp>
        <p:nvSpPr>
          <p:cNvPr id="1069" name="Oval 1068"/>
          <p:cNvSpPr/>
          <p:nvPr/>
        </p:nvSpPr>
        <p:spPr>
          <a:xfrm>
            <a:off x="10372375" y="3982212"/>
            <a:ext cx="100584" cy="100584"/>
          </a:xfrm>
          <a:prstGeom prst="ellipse">
            <a:avLst/>
          </a:prstGeom>
          <a:solidFill>
            <a:srgbClr val="8A83D1"/>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70" name="Connector 1069"/>
          <p:cNvCxnSpPr/>
          <p:nvPr/>
        </p:nvCxnSpPr>
        <p:spPr>
          <a:xfrm>
            <a:off x="8549640" y="4224528"/>
            <a:ext cx="2286000" cy="0"/>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71" name="Connector 1070"/>
          <p:cNvCxnSpPr/>
          <p:nvPr/>
        </p:nvCxnSpPr>
        <p:spPr>
          <a:xfrm>
            <a:off x="8549640" y="41879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72" name="Connector 1071"/>
          <p:cNvCxnSpPr/>
          <p:nvPr/>
        </p:nvCxnSpPr>
        <p:spPr>
          <a:xfrm>
            <a:off x="9121140" y="41879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73" name="Connector 1072"/>
          <p:cNvCxnSpPr/>
          <p:nvPr/>
        </p:nvCxnSpPr>
        <p:spPr>
          <a:xfrm>
            <a:off x="9692639" y="41879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74" name="Connector 1073"/>
          <p:cNvCxnSpPr/>
          <p:nvPr/>
        </p:nvCxnSpPr>
        <p:spPr>
          <a:xfrm>
            <a:off x="10264140" y="41879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75" name="Connector 1074"/>
          <p:cNvCxnSpPr/>
          <p:nvPr/>
        </p:nvCxnSpPr>
        <p:spPr>
          <a:xfrm>
            <a:off x="10835640" y="41879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76" name="Connector 1075"/>
          <p:cNvCxnSpPr/>
          <p:nvPr/>
        </p:nvCxnSpPr>
        <p:spPr>
          <a:xfrm>
            <a:off x="10385565" y="4224528"/>
            <a:ext cx="450074" cy="0"/>
          </a:xfrm>
          <a:prstGeom prst="line">
            <a:avLst/>
          </a:prstGeom>
          <a:ln w="31750">
            <a:solidFill>
              <a:srgbClr val="FF0053"/>
            </a:solidFill>
          </a:ln>
        </p:spPr>
        <p:style>
          <a:lnRef idx="2">
            <a:schemeClr val="accent1"/>
          </a:lnRef>
          <a:fillRef idx="0">
            <a:schemeClr val="accent1"/>
          </a:fillRef>
          <a:effectRef idx="1">
            <a:schemeClr val="accent1"/>
          </a:effectRef>
          <a:fontRef idx="minor">
            <a:schemeClr val="tx1"/>
          </a:fontRef>
        </p:style>
      </p:cxnSp>
      <p:sp>
        <p:nvSpPr>
          <p:cNvPr id="1077" name="Oval 1076"/>
          <p:cNvSpPr/>
          <p:nvPr/>
        </p:nvSpPr>
        <p:spPr>
          <a:xfrm>
            <a:off x="10623804" y="4165092"/>
            <a:ext cx="118872" cy="118872"/>
          </a:xfrm>
          <a:prstGeom prst="ellipse">
            <a:avLst/>
          </a:prstGeom>
          <a:solidFill>
            <a:srgbClr val="FF005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8" name="TextBox 1077"/>
          <p:cNvSpPr txBox="1"/>
          <p:nvPr/>
        </p:nvSpPr>
        <p:spPr>
          <a:xfrm>
            <a:off x="11018520" y="3931920"/>
            <a:ext cx="822960" cy="201168"/>
          </a:xfrm>
          <a:prstGeom prst="rect">
            <a:avLst/>
          </a:prstGeom>
          <a:noFill/>
        </p:spPr>
        <p:txBody>
          <a:bodyPr wrap="square" lIns="0" tIns="0" rIns="0" bIns="0" anchor="t"/>
          <a:lstStyle/>
          <a:p>
            <a:pPr algn="l">
              <a:lnSpc>
                <a:spcPct val="110000"/>
              </a:lnSpc>
              <a:spcAft>
                <a:spcPts val="0"/>
              </a:spcAft>
            </a:pPr>
            <a:r>
              <a:rPr sz="1000" b="0" i="0">
                <a:solidFill>
                  <a:srgbClr val="8B8599"/>
                </a:solidFill>
                <a:latin typeface="Montserrat"/>
                <a:ea typeface="Montserrat"/>
                <a:cs typeface="Montserrat"/>
              </a:rPr>
              <a:t>0.89</a:t>
            </a:r>
          </a:p>
        </p:txBody>
      </p:sp>
      <p:sp>
        <p:nvSpPr>
          <p:cNvPr id="1079" name="TextBox 1078"/>
          <p:cNvSpPr txBox="1"/>
          <p:nvPr/>
        </p:nvSpPr>
        <p:spPr>
          <a:xfrm>
            <a:off x="11018520" y="4114800"/>
            <a:ext cx="822960" cy="228600"/>
          </a:xfrm>
          <a:prstGeom prst="rect">
            <a:avLst/>
          </a:prstGeom>
          <a:noFill/>
        </p:spPr>
        <p:txBody>
          <a:bodyPr wrap="square" lIns="0" tIns="0" rIns="0" bIns="0" anchor="t"/>
          <a:lstStyle/>
          <a:p>
            <a:pPr algn="l">
              <a:lnSpc>
                <a:spcPct val="110000"/>
              </a:lnSpc>
              <a:spcAft>
                <a:spcPts val="0"/>
              </a:spcAft>
            </a:pPr>
            <a:r>
              <a:rPr sz="1200" b="1" i="0">
                <a:solidFill>
                  <a:srgbClr val="1C1D22"/>
                </a:solidFill>
                <a:latin typeface="Montserrat"/>
                <a:ea typeface="Montserrat"/>
                <a:cs typeface="Montserrat"/>
              </a:rPr>
              <a:t>0.96</a:t>
            </a:r>
          </a:p>
        </p:txBody>
      </p:sp>
      <p:cxnSp>
        <p:nvCxnSpPr>
          <p:cNvPr id="1080" name="Connector 1079"/>
          <p:cNvCxnSpPr/>
          <p:nvPr/>
        </p:nvCxnSpPr>
        <p:spPr>
          <a:xfrm>
            <a:off x="346075" y="4352544"/>
            <a:ext cx="11479860" cy="0"/>
          </a:xfrm>
          <a:prstGeom prst="line">
            <a:avLst/>
          </a:prstGeom>
          <a:ln w="6350">
            <a:solidFill>
              <a:srgbClr val="C9C3DA"/>
            </a:solidFill>
          </a:ln>
        </p:spPr>
        <p:style>
          <a:lnRef idx="2">
            <a:schemeClr val="accent1"/>
          </a:lnRef>
          <a:fillRef idx="0">
            <a:schemeClr val="accent1"/>
          </a:fillRef>
          <a:effectRef idx="1">
            <a:schemeClr val="accent1"/>
          </a:effectRef>
          <a:fontRef idx="minor">
            <a:schemeClr val="tx1"/>
          </a:fontRef>
        </p:style>
      </p:cxnSp>
      <p:sp>
        <p:nvSpPr>
          <p:cNvPr id="1081" name="TextBox 1080"/>
          <p:cNvSpPr txBox="1"/>
          <p:nvPr/>
        </p:nvSpPr>
        <p:spPr>
          <a:xfrm>
            <a:off x="346075" y="4471416"/>
            <a:ext cx="2377440" cy="274320"/>
          </a:xfrm>
          <a:prstGeom prst="rect">
            <a:avLst/>
          </a:prstGeom>
          <a:noFill/>
        </p:spPr>
        <p:txBody>
          <a:bodyPr wrap="square" lIns="0" tIns="0" rIns="0" bIns="0" anchor="t"/>
          <a:lstStyle/>
          <a:p>
            <a:pPr algn="l">
              <a:lnSpc>
                <a:spcPct val="110000"/>
              </a:lnSpc>
              <a:spcAft>
                <a:spcPts val="0"/>
              </a:spcAft>
            </a:pPr>
            <a:r>
              <a:rPr sz="1200" b="0" i="0">
                <a:solidFill>
                  <a:srgbClr val="1C1D22"/>
                </a:solidFill>
                <a:latin typeface="Montserrat"/>
                <a:ea typeface="Montserrat"/>
                <a:cs typeface="Montserrat"/>
              </a:rPr>
              <a:t>Позвоночник (любое)</a:t>
            </a:r>
          </a:p>
        </p:txBody>
      </p:sp>
      <p:sp>
        <p:nvSpPr>
          <p:cNvPr id="1082" name="TextBox 1081"/>
          <p:cNvSpPr txBox="1"/>
          <p:nvPr/>
        </p:nvSpPr>
        <p:spPr>
          <a:xfrm>
            <a:off x="2697480" y="4471416"/>
            <a:ext cx="731520" cy="274320"/>
          </a:xfrm>
          <a:prstGeom prst="rect">
            <a:avLst/>
          </a:prstGeom>
          <a:noFill/>
        </p:spPr>
        <p:txBody>
          <a:bodyPr wrap="square" lIns="0" tIns="0" rIns="0" bIns="0" anchor="t"/>
          <a:lstStyle/>
          <a:p>
            <a:pPr algn="l">
              <a:lnSpc>
                <a:spcPct val="110000"/>
              </a:lnSpc>
              <a:spcAft>
                <a:spcPts val="0"/>
              </a:spcAft>
            </a:pPr>
            <a:r>
              <a:rPr sz="1150" b="0" i="0">
                <a:solidFill>
                  <a:srgbClr val="1C1D22"/>
                </a:solidFill>
                <a:latin typeface="Montserrat"/>
                <a:ea typeface="Montserrat"/>
                <a:cs typeface="Montserrat"/>
              </a:rPr>
              <a:t>31/99</a:t>
            </a:r>
          </a:p>
        </p:txBody>
      </p:sp>
      <p:sp>
        <p:nvSpPr>
          <p:cNvPr id="1083" name="TextBox 1082"/>
          <p:cNvSpPr txBox="1"/>
          <p:nvPr/>
        </p:nvSpPr>
        <p:spPr>
          <a:xfrm>
            <a:off x="3611880" y="4471416"/>
            <a:ext cx="731520" cy="274320"/>
          </a:xfrm>
          <a:prstGeom prst="rect">
            <a:avLst/>
          </a:prstGeom>
          <a:noFill/>
        </p:spPr>
        <p:txBody>
          <a:bodyPr wrap="square" lIns="0" tIns="0" rIns="0" bIns="0" anchor="t"/>
          <a:lstStyle/>
          <a:p>
            <a:pPr algn="l">
              <a:lnSpc>
                <a:spcPct val="110000"/>
              </a:lnSpc>
              <a:spcAft>
                <a:spcPts val="0"/>
              </a:spcAft>
            </a:pPr>
            <a:r>
              <a:rPr sz="1150" b="0" i="0">
                <a:solidFill>
                  <a:srgbClr val="1C1D22"/>
                </a:solidFill>
                <a:latin typeface="Montserrat"/>
                <a:ea typeface="Montserrat"/>
                <a:cs typeface="Montserrat"/>
              </a:rPr>
              <a:t>0.71</a:t>
            </a:r>
          </a:p>
        </p:txBody>
      </p:sp>
      <p:sp>
        <p:nvSpPr>
          <p:cNvPr id="1084" name="TextBox 1083"/>
          <p:cNvSpPr txBox="1"/>
          <p:nvPr/>
        </p:nvSpPr>
        <p:spPr>
          <a:xfrm>
            <a:off x="4343400" y="4471416"/>
            <a:ext cx="731520" cy="274320"/>
          </a:xfrm>
          <a:prstGeom prst="rect">
            <a:avLst/>
          </a:prstGeom>
          <a:noFill/>
        </p:spPr>
        <p:txBody>
          <a:bodyPr wrap="square" lIns="0" tIns="0" rIns="0" bIns="0" anchor="t"/>
          <a:lstStyle/>
          <a:p>
            <a:pPr algn="l">
              <a:lnSpc>
                <a:spcPct val="110000"/>
              </a:lnSpc>
              <a:spcAft>
                <a:spcPts val="0"/>
              </a:spcAft>
            </a:pPr>
            <a:r>
              <a:rPr sz="1150" b="0" i="0">
                <a:solidFill>
                  <a:srgbClr val="1C1D22"/>
                </a:solidFill>
                <a:latin typeface="Montserrat"/>
                <a:ea typeface="Montserrat"/>
                <a:cs typeface="Montserrat"/>
              </a:rPr>
              <a:t>0.87</a:t>
            </a:r>
          </a:p>
        </p:txBody>
      </p:sp>
      <p:cxnSp>
        <p:nvCxnSpPr>
          <p:cNvPr id="1085" name="Connector 1084"/>
          <p:cNvCxnSpPr/>
          <p:nvPr/>
        </p:nvCxnSpPr>
        <p:spPr>
          <a:xfrm>
            <a:off x="5349240" y="4489704"/>
            <a:ext cx="2286000" cy="0"/>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86" name="Connector 1085"/>
          <p:cNvCxnSpPr/>
          <p:nvPr/>
        </p:nvCxnSpPr>
        <p:spPr>
          <a:xfrm>
            <a:off x="5349240" y="44531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87" name="Connector 1086"/>
          <p:cNvCxnSpPr/>
          <p:nvPr/>
        </p:nvCxnSpPr>
        <p:spPr>
          <a:xfrm>
            <a:off x="5920740" y="44531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88" name="Connector 1087"/>
          <p:cNvCxnSpPr/>
          <p:nvPr/>
        </p:nvCxnSpPr>
        <p:spPr>
          <a:xfrm>
            <a:off x="6492240" y="44531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89" name="Connector 1088"/>
          <p:cNvCxnSpPr/>
          <p:nvPr/>
        </p:nvCxnSpPr>
        <p:spPr>
          <a:xfrm>
            <a:off x="7063740" y="44531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90" name="Connector 1089"/>
          <p:cNvCxnSpPr/>
          <p:nvPr/>
        </p:nvCxnSpPr>
        <p:spPr>
          <a:xfrm>
            <a:off x="7635240" y="44531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91" name="Connector 1090"/>
          <p:cNvCxnSpPr/>
          <p:nvPr/>
        </p:nvCxnSpPr>
        <p:spPr>
          <a:xfrm>
            <a:off x="6111240" y="4489704"/>
            <a:ext cx="673395" cy="0"/>
          </a:xfrm>
          <a:prstGeom prst="line">
            <a:avLst/>
          </a:prstGeom>
          <a:ln w="38100">
            <a:solidFill>
              <a:srgbClr val="8A83D1"/>
            </a:solidFill>
          </a:ln>
        </p:spPr>
        <p:style>
          <a:lnRef idx="2">
            <a:schemeClr val="accent1"/>
          </a:lnRef>
          <a:fillRef idx="0">
            <a:schemeClr val="accent1"/>
          </a:fillRef>
          <a:effectRef idx="1">
            <a:schemeClr val="accent1"/>
          </a:effectRef>
          <a:fontRef idx="minor">
            <a:schemeClr val="tx1"/>
          </a:fontRef>
        </p:style>
      </p:cxnSp>
      <p:sp>
        <p:nvSpPr>
          <p:cNvPr id="1092" name="Oval 1091"/>
          <p:cNvSpPr/>
          <p:nvPr/>
        </p:nvSpPr>
        <p:spPr>
          <a:xfrm>
            <a:off x="6409290" y="4439412"/>
            <a:ext cx="100584" cy="100584"/>
          </a:xfrm>
          <a:prstGeom prst="ellipse">
            <a:avLst/>
          </a:prstGeom>
          <a:solidFill>
            <a:srgbClr val="8A83D1"/>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93" name="Connector 1092"/>
          <p:cNvCxnSpPr/>
          <p:nvPr/>
        </p:nvCxnSpPr>
        <p:spPr>
          <a:xfrm>
            <a:off x="5349240" y="4681728"/>
            <a:ext cx="2286000" cy="0"/>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94" name="Connector 1093"/>
          <p:cNvCxnSpPr/>
          <p:nvPr/>
        </p:nvCxnSpPr>
        <p:spPr>
          <a:xfrm>
            <a:off x="5349240" y="46451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95" name="Connector 1094"/>
          <p:cNvCxnSpPr/>
          <p:nvPr/>
        </p:nvCxnSpPr>
        <p:spPr>
          <a:xfrm>
            <a:off x="5920740" y="46451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96" name="Connector 1095"/>
          <p:cNvCxnSpPr/>
          <p:nvPr/>
        </p:nvCxnSpPr>
        <p:spPr>
          <a:xfrm>
            <a:off x="6492240" y="46451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97" name="Connector 1096"/>
          <p:cNvCxnSpPr/>
          <p:nvPr/>
        </p:nvCxnSpPr>
        <p:spPr>
          <a:xfrm>
            <a:off x="7063740" y="46451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98" name="Connector 1097"/>
          <p:cNvCxnSpPr/>
          <p:nvPr/>
        </p:nvCxnSpPr>
        <p:spPr>
          <a:xfrm>
            <a:off x="7635240" y="46451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099" name="Connector 1098"/>
          <p:cNvCxnSpPr/>
          <p:nvPr/>
        </p:nvCxnSpPr>
        <p:spPr>
          <a:xfrm>
            <a:off x="6643202" y="4681728"/>
            <a:ext cx="595797" cy="0"/>
          </a:xfrm>
          <a:prstGeom prst="line">
            <a:avLst/>
          </a:prstGeom>
          <a:ln w="31750">
            <a:solidFill>
              <a:srgbClr val="FF0053"/>
            </a:solidFill>
          </a:ln>
        </p:spPr>
        <p:style>
          <a:lnRef idx="2">
            <a:schemeClr val="accent1"/>
          </a:lnRef>
          <a:fillRef idx="0">
            <a:schemeClr val="accent1"/>
          </a:fillRef>
          <a:effectRef idx="1">
            <a:schemeClr val="accent1"/>
          </a:effectRef>
          <a:fontRef idx="minor">
            <a:schemeClr val="tx1"/>
          </a:fontRef>
        </p:style>
      </p:cxnSp>
      <p:sp>
        <p:nvSpPr>
          <p:cNvPr id="1100" name="Oval 1099"/>
          <p:cNvSpPr/>
          <p:nvPr/>
        </p:nvSpPr>
        <p:spPr>
          <a:xfrm>
            <a:off x="6912864" y="4622292"/>
            <a:ext cx="118872" cy="118872"/>
          </a:xfrm>
          <a:prstGeom prst="ellipse">
            <a:avLst/>
          </a:prstGeom>
          <a:solidFill>
            <a:srgbClr val="FF005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1" name="TextBox 1100"/>
          <p:cNvSpPr txBox="1"/>
          <p:nvPr/>
        </p:nvSpPr>
        <p:spPr>
          <a:xfrm>
            <a:off x="7680960" y="4389120"/>
            <a:ext cx="822960" cy="201168"/>
          </a:xfrm>
          <a:prstGeom prst="rect">
            <a:avLst/>
          </a:prstGeom>
          <a:noFill/>
        </p:spPr>
        <p:txBody>
          <a:bodyPr wrap="square" lIns="0" tIns="0" rIns="0" bIns="0" anchor="t"/>
          <a:lstStyle/>
          <a:p>
            <a:pPr algn="l">
              <a:lnSpc>
                <a:spcPct val="110000"/>
              </a:lnSpc>
              <a:spcAft>
                <a:spcPts val="0"/>
              </a:spcAft>
            </a:pPr>
            <a:r>
              <a:rPr sz="1000" b="0" i="0">
                <a:solidFill>
                  <a:srgbClr val="8B8599"/>
                </a:solidFill>
                <a:latin typeface="Montserrat"/>
                <a:ea typeface="Montserrat"/>
                <a:cs typeface="Montserrat"/>
              </a:rPr>
              <a:t>0.49</a:t>
            </a:r>
          </a:p>
        </p:txBody>
      </p:sp>
      <p:sp>
        <p:nvSpPr>
          <p:cNvPr id="1102" name="TextBox 1101"/>
          <p:cNvSpPr txBox="1"/>
          <p:nvPr/>
        </p:nvSpPr>
        <p:spPr>
          <a:xfrm>
            <a:off x="7680960" y="4572000"/>
            <a:ext cx="822960" cy="228600"/>
          </a:xfrm>
          <a:prstGeom prst="rect">
            <a:avLst/>
          </a:prstGeom>
          <a:noFill/>
        </p:spPr>
        <p:txBody>
          <a:bodyPr wrap="square" lIns="0" tIns="0" rIns="0" bIns="0" anchor="t"/>
          <a:lstStyle/>
          <a:p>
            <a:pPr algn="l">
              <a:lnSpc>
                <a:spcPct val="110000"/>
              </a:lnSpc>
              <a:spcAft>
                <a:spcPts val="0"/>
              </a:spcAft>
            </a:pPr>
            <a:r>
              <a:rPr sz="1200" b="1" i="0">
                <a:solidFill>
                  <a:srgbClr val="1C1D22"/>
                </a:solidFill>
                <a:latin typeface="Montserrat"/>
                <a:ea typeface="Montserrat"/>
                <a:cs typeface="Montserrat"/>
              </a:rPr>
              <a:t>0.71</a:t>
            </a:r>
          </a:p>
        </p:txBody>
      </p:sp>
      <p:cxnSp>
        <p:nvCxnSpPr>
          <p:cNvPr id="1103" name="Connector 1102"/>
          <p:cNvCxnSpPr/>
          <p:nvPr/>
        </p:nvCxnSpPr>
        <p:spPr>
          <a:xfrm>
            <a:off x="8549640" y="4489704"/>
            <a:ext cx="2286000" cy="0"/>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04" name="Connector 1103"/>
          <p:cNvCxnSpPr/>
          <p:nvPr/>
        </p:nvCxnSpPr>
        <p:spPr>
          <a:xfrm>
            <a:off x="8549640" y="44531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05" name="Connector 1104"/>
          <p:cNvCxnSpPr/>
          <p:nvPr/>
        </p:nvCxnSpPr>
        <p:spPr>
          <a:xfrm>
            <a:off x="9121140" y="44531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06" name="Connector 1105"/>
          <p:cNvCxnSpPr/>
          <p:nvPr/>
        </p:nvCxnSpPr>
        <p:spPr>
          <a:xfrm>
            <a:off x="9692639" y="44531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07" name="Connector 1106"/>
          <p:cNvCxnSpPr/>
          <p:nvPr/>
        </p:nvCxnSpPr>
        <p:spPr>
          <a:xfrm>
            <a:off x="10264140" y="44531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08" name="Connector 1107"/>
          <p:cNvCxnSpPr/>
          <p:nvPr/>
        </p:nvCxnSpPr>
        <p:spPr>
          <a:xfrm>
            <a:off x="10835640" y="44531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09" name="Connector 1108"/>
          <p:cNvCxnSpPr/>
          <p:nvPr/>
        </p:nvCxnSpPr>
        <p:spPr>
          <a:xfrm>
            <a:off x="9039107" y="4489704"/>
            <a:ext cx="890073" cy="0"/>
          </a:xfrm>
          <a:prstGeom prst="line">
            <a:avLst/>
          </a:prstGeom>
          <a:ln w="38100">
            <a:solidFill>
              <a:srgbClr val="8A83D1"/>
            </a:solidFill>
          </a:ln>
        </p:spPr>
        <p:style>
          <a:lnRef idx="2">
            <a:schemeClr val="accent1"/>
          </a:lnRef>
          <a:fillRef idx="0">
            <a:schemeClr val="accent1"/>
          </a:fillRef>
          <a:effectRef idx="1">
            <a:schemeClr val="accent1"/>
          </a:effectRef>
          <a:fontRef idx="minor">
            <a:schemeClr val="tx1"/>
          </a:fontRef>
        </p:style>
      </p:cxnSp>
      <p:sp>
        <p:nvSpPr>
          <p:cNvPr id="1110" name="Oval 1109"/>
          <p:cNvSpPr/>
          <p:nvPr/>
        </p:nvSpPr>
        <p:spPr>
          <a:xfrm>
            <a:off x="9432508" y="4439412"/>
            <a:ext cx="100584" cy="100584"/>
          </a:xfrm>
          <a:prstGeom prst="ellipse">
            <a:avLst/>
          </a:prstGeom>
          <a:solidFill>
            <a:srgbClr val="8A83D1"/>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11" name="Connector 1110"/>
          <p:cNvCxnSpPr/>
          <p:nvPr/>
        </p:nvCxnSpPr>
        <p:spPr>
          <a:xfrm>
            <a:off x="8549640" y="4681728"/>
            <a:ext cx="2286000" cy="0"/>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12" name="Connector 1111"/>
          <p:cNvCxnSpPr/>
          <p:nvPr/>
        </p:nvCxnSpPr>
        <p:spPr>
          <a:xfrm>
            <a:off x="8549640" y="46451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13" name="Connector 1112"/>
          <p:cNvCxnSpPr/>
          <p:nvPr/>
        </p:nvCxnSpPr>
        <p:spPr>
          <a:xfrm>
            <a:off x="9121140" y="46451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14" name="Connector 1113"/>
          <p:cNvCxnSpPr/>
          <p:nvPr/>
        </p:nvCxnSpPr>
        <p:spPr>
          <a:xfrm>
            <a:off x="9692639" y="46451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15" name="Connector 1114"/>
          <p:cNvCxnSpPr/>
          <p:nvPr/>
        </p:nvCxnSpPr>
        <p:spPr>
          <a:xfrm>
            <a:off x="10264140" y="46451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16" name="Connector 1115"/>
          <p:cNvCxnSpPr/>
          <p:nvPr/>
        </p:nvCxnSpPr>
        <p:spPr>
          <a:xfrm>
            <a:off x="10835640" y="46451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17" name="Connector 1116"/>
          <p:cNvCxnSpPr/>
          <p:nvPr/>
        </p:nvCxnSpPr>
        <p:spPr>
          <a:xfrm>
            <a:off x="9462251" y="4681728"/>
            <a:ext cx="841777" cy="0"/>
          </a:xfrm>
          <a:prstGeom prst="line">
            <a:avLst/>
          </a:prstGeom>
          <a:ln w="31750">
            <a:solidFill>
              <a:srgbClr val="FF0053"/>
            </a:solidFill>
          </a:ln>
        </p:spPr>
        <p:style>
          <a:lnRef idx="2">
            <a:schemeClr val="accent1"/>
          </a:lnRef>
          <a:fillRef idx="0">
            <a:schemeClr val="accent1"/>
          </a:fillRef>
          <a:effectRef idx="1">
            <a:schemeClr val="accent1"/>
          </a:effectRef>
          <a:fontRef idx="minor">
            <a:schemeClr val="tx1"/>
          </a:fontRef>
        </p:style>
      </p:cxnSp>
      <p:sp>
        <p:nvSpPr>
          <p:cNvPr id="1118" name="Oval 1117"/>
          <p:cNvSpPr/>
          <p:nvPr/>
        </p:nvSpPr>
        <p:spPr>
          <a:xfrm>
            <a:off x="9823704" y="4622292"/>
            <a:ext cx="118872" cy="118872"/>
          </a:xfrm>
          <a:prstGeom prst="ellipse">
            <a:avLst/>
          </a:prstGeom>
          <a:solidFill>
            <a:srgbClr val="FF005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9" name="TextBox 1118"/>
          <p:cNvSpPr txBox="1"/>
          <p:nvPr/>
        </p:nvSpPr>
        <p:spPr>
          <a:xfrm>
            <a:off x="11018520" y="4389120"/>
            <a:ext cx="822960" cy="201168"/>
          </a:xfrm>
          <a:prstGeom prst="rect">
            <a:avLst/>
          </a:prstGeom>
          <a:noFill/>
        </p:spPr>
        <p:txBody>
          <a:bodyPr wrap="square" lIns="0" tIns="0" rIns="0" bIns="0" anchor="t"/>
          <a:lstStyle/>
          <a:p>
            <a:pPr algn="l">
              <a:lnSpc>
                <a:spcPct val="110000"/>
              </a:lnSpc>
              <a:spcAft>
                <a:spcPts val="0"/>
              </a:spcAft>
            </a:pPr>
            <a:r>
              <a:rPr sz="1000" b="0" i="0">
                <a:solidFill>
                  <a:srgbClr val="8B8599"/>
                </a:solidFill>
                <a:latin typeface="Montserrat"/>
                <a:ea typeface="Montserrat"/>
                <a:cs typeface="Montserrat"/>
              </a:rPr>
              <a:t>0.64</a:t>
            </a:r>
          </a:p>
        </p:txBody>
      </p:sp>
      <p:sp>
        <p:nvSpPr>
          <p:cNvPr id="1120" name="TextBox 1119"/>
          <p:cNvSpPr txBox="1"/>
          <p:nvPr/>
        </p:nvSpPr>
        <p:spPr>
          <a:xfrm>
            <a:off x="11018520" y="4572000"/>
            <a:ext cx="822960" cy="228600"/>
          </a:xfrm>
          <a:prstGeom prst="rect">
            <a:avLst/>
          </a:prstGeom>
          <a:noFill/>
        </p:spPr>
        <p:txBody>
          <a:bodyPr wrap="square" lIns="0" tIns="0" rIns="0" bIns="0" anchor="t"/>
          <a:lstStyle/>
          <a:p>
            <a:pPr algn="l">
              <a:lnSpc>
                <a:spcPct val="110000"/>
              </a:lnSpc>
              <a:spcAft>
                <a:spcPts val="0"/>
              </a:spcAft>
            </a:pPr>
            <a:r>
              <a:rPr sz="1200" b="1" i="0">
                <a:solidFill>
                  <a:srgbClr val="1C1D22"/>
                </a:solidFill>
                <a:latin typeface="Montserrat"/>
                <a:ea typeface="Montserrat"/>
                <a:cs typeface="Montserrat"/>
              </a:rPr>
              <a:t>0.75</a:t>
            </a:r>
          </a:p>
        </p:txBody>
      </p:sp>
      <p:cxnSp>
        <p:nvCxnSpPr>
          <p:cNvPr id="1121" name="Connector 1120"/>
          <p:cNvCxnSpPr/>
          <p:nvPr/>
        </p:nvCxnSpPr>
        <p:spPr>
          <a:xfrm>
            <a:off x="346075" y="4809744"/>
            <a:ext cx="11479860" cy="0"/>
          </a:xfrm>
          <a:prstGeom prst="line">
            <a:avLst/>
          </a:prstGeom>
          <a:ln w="6350">
            <a:solidFill>
              <a:srgbClr val="C9C3DA"/>
            </a:solidFill>
          </a:ln>
        </p:spPr>
        <p:style>
          <a:lnRef idx="2">
            <a:schemeClr val="accent1"/>
          </a:lnRef>
          <a:fillRef idx="0">
            <a:schemeClr val="accent1"/>
          </a:fillRef>
          <a:effectRef idx="1">
            <a:schemeClr val="accent1"/>
          </a:effectRef>
          <a:fontRef idx="minor">
            <a:schemeClr val="tx1"/>
          </a:fontRef>
        </p:style>
      </p:cxnSp>
      <p:sp>
        <p:nvSpPr>
          <p:cNvPr id="1122" name="TextBox 1121"/>
          <p:cNvSpPr txBox="1"/>
          <p:nvPr/>
        </p:nvSpPr>
        <p:spPr>
          <a:xfrm>
            <a:off x="346075" y="4928616"/>
            <a:ext cx="2377440" cy="274320"/>
          </a:xfrm>
          <a:prstGeom prst="rect">
            <a:avLst/>
          </a:prstGeom>
          <a:noFill/>
        </p:spPr>
        <p:txBody>
          <a:bodyPr wrap="square" lIns="0" tIns="0" rIns="0" bIns="0" anchor="t"/>
          <a:lstStyle/>
          <a:p>
            <a:pPr algn="l">
              <a:lnSpc>
                <a:spcPct val="110000"/>
              </a:lnSpc>
              <a:spcAft>
                <a:spcPts val="0"/>
              </a:spcAft>
            </a:pPr>
            <a:r>
              <a:rPr sz="1200" b="0" i="0">
                <a:solidFill>
                  <a:srgbClr val="1C1D22"/>
                </a:solidFill>
                <a:latin typeface="Montserrat"/>
                <a:ea typeface="Montserrat"/>
                <a:cs typeface="Montserrat"/>
              </a:rPr>
              <a:t>Бедро (любое)</a:t>
            </a:r>
          </a:p>
        </p:txBody>
      </p:sp>
      <p:sp>
        <p:nvSpPr>
          <p:cNvPr id="1123" name="TextBox 1122"/>
          <p:cNvSpPr txBox="1"/>
          <p:nvPr/>
        </p:nvSpPr>
        <p:spPr>
          <a:xfrm>
            <a:off x="2697480" y="4928616"/>
            <a:ext cx="731520" cy="274320"/>
          </a:xfrm>
          <a:prstGeom prst="rect">
            <a:avLst/>
          </a:prstGeom>
          <a:noFill/>
        </p:spPr>
        <p:txBody>
          <a:bodyPr wrap="square" lIns="0" tIns="0" rIns="0" bIns="0" anchor="t"/>
          <a:lstStyle/>
          <a:p>
            <a:pPr algn="l">
              <a:lnSpc>
                <a:spcPct val="110000"/>
              </a:lnSpc>
              <a:spcAft>
                <a:spcPts val="0"/>
              </a:spcAft>
            </a:pPr>
            <a:r>
              <a:rPr sz="1150" b="0" i="0">
                <a:solidFill>
                  <a:srgbClr val="1C1D22"/>
                </a:solidFill>
                <a:latin typeface="Montserrat"/>
                <a:ea typeface="Montserrat"/>
                <a:cs typeface="Montserrat"/>
              </a:rPr>
              <a:t>44/150</a:t>
            </a:r>
          </a:p>
        </p:txBody>
      </p:sp>
      <p:sp>
        <p:nvSpPr>
          <p:cNvPr id="1124" name="TextBox 1123"/>
          <p:cNvSpPr txBox="1"/>
          <p:nvPr/>
        </p:nvSpPr>
        <p:spPr>
          <a:xfrm>
            <a:off x="3611880" y="4928616"/>
            <a:ext cx="731520" cy="274320"/>
          </a:xfrm>
          <a:prstGeom prst="rect">
            <a:avLst/>
          </a:prstGeom>
          <a:noFill/>
        </p:spPr>
        <p:txBody>
          <a:bodyPr wrap="square" lIns="0" tIns="0" rIns="0" bIns="0" anchor="t"/>
          <a:lstStyle/>
          <a:p>
            <a:pPr algn="l">
              <a:lnSpc>
                <a:spcPct val="110000"/>
              </a:lnSpc>
              <a:spcAft>
                <a:spcPts val="0"/>
              </a:spcAft>
            </a:pPr>
            <a:r>
              <a:rPr sz="1150" b="0" i="0">
                <a:solidFill>
                  <a:srgbClr val="1C1D22"/>
                </a:solidFill>
                <a:latin typeface="Montserrat"/>
                <a:ea typeface="Montserrat"/>
                <a:cs typeface="Montserrat"/>
              </a:rPr>
              <a:t>0.77</a:t>
            </a:r>
          </a:p>
        </p:txBody>
      </p:sp>
      <p:sp>
        <p:nvSpPr>
          <p:cNvPr id="1125" name="TextBox 1124"/>
          <p:cNvSpPr txBox="1"/>
          <p:nvPr/>
        </p:nvSpPr>
        <p:spPr>
          <a:xfrm>
            <a:off x="4343400" y="4928616"/>
            <a:ext cx="731520" cy="274320"/>
          </a:xfrm>
          <a:prstGeom prst="rect">
            <a:avLst/>
          </a:prstGeom>
          <a:noFill/>
        </p:spPr>
        <p:txBody>
          <a:bodyPr wrap="square" lIns="0" tIns="0" rIns="0" bIns="0" anchor="t"/>
          <a:lstStyle/>
          <a:p>
            <a:pPr algn="l">
              <a:lnSpc>
                <a:spcPct val="110000"/>
              </a:lnSpc>
              <a:spcAft>
                <a:spcPts val="0"/>
              </a:spcAft>
            </a:pPr>
            <a:r>
              <a:rPr sz="1150" b="0" i="0">
                <a:solidFill>
                  <a:srgbClr val="1C1D22"/>
                </a:solidFill>
                <a:latin typeface="Montserrat"/>
                <a:ea typeface="Montserrat"/>
                <a:cs typeface="Montserrat"/>
              </a:rPr>
              <a:t>0.87</a:t>
            </a:r>
          </a:p>
        </p:txBody>
      </p:sp>
      <p:cxnSp>
        <p:nvCxnSpPr>
          <p:cNvPr id="1126" name="Connector 1125"/>
          <p:cNvCxnSpPr/>
          <p:nvPr/>
        </p:nvCxnSpPr>
        <p:spPr>
          <a:xfrm>
            <a:off x="5349240" y="4946904"/>
            <a:ext cx="2286000" cy="0"/>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27" name="Connector 1126"/>
          <p:cNvCxnSpPr/>
          <p:nvPr/>
        </p:nvCxnSpPr>
        <p:spPr>
          <a:xfrm>
            <a:off x="5349240" y="49103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28" name="Connector 1127"/>
          <p:cNvCxnSpPr/>
          <p:nvPr/>
        </p:nvCxnSpPr>
        <p:spPr>
          <a:xfrm>
            <a:off x="5920740" y="49103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29" name="Connector 1128"/>
          <p:cNvCxnSpPr/>
          <p:nvPr/>
        </p:nvCxnSpPr>
        <p:spPr>
          <a:xfrm>
            <a:off x="6492240" y="49103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30" name="Connector 1129"/>
          <p:cNvCxnSpPr/>
          <p:nvPr/>
        </p:nvCxnSpPr>
        <p:spPr>
          <a:xfrm>
            <a:off x="7063740" y="49103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31" name="Connector 1130"/>
          <p:cNvCxnSpPr/>
          <p:nvPr/>
        </p:nvCxnSpPr>
        <p:spPr>
          <a:xfrm>
            <a:off x="7635240" y="49103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32" name="Connector 1131"/>
          <p:cNvCxnSpPr/>
          <p:nvPr/>
        </p:nvCxnSpPr>
        <p:spPr>
          <a:xfrm>
            <a:off x="6120405" y="4946904"/>
            <a:ext cx="655356" cy="0"/>
          </a:xfrm>
          <a:prstGeom prst="line">
            <a:avLst/>
          </a:prstGeom>
          <a:ln w="38100">
            <a:solidFill>
              <a:srgbClr val="8A83D1"/>
            </a:solidFill>
          </a:ln>
        </p:spPr>
        <p:style>
          <a:lnRef idx="2">
            <a:schemeClr val="accent1"/>
          </a:lnRef>
          <a:fillRef idx="0">
            <a:schemeClr val="accent1"/>
          </a:fillRef>
          <a:effectRef idx="1">
            <a:schemeClr val="accent1"/>
          </a:effectRef>
          <a:fontRef idx="minor">
            <a:schemeClr val="tx1"/>
          </a:fontRef>
        </p:style>
      </p:cxnSp>
      <p:sp>
        <p:nvSpPr>
          <p:cNvPr id="1133" name="Oval 1132"/>
          <p:cNvSpPr/>
          <p:nvPr/>
        </p:nvSpPr>
        <p:spPr>
          <a:xfrm>
            <a:off x="6441948" y="4896612"/>
            <a:ext cx="100584" cy="100584"/>
          </a:xfrm>
          <a:prstGeom prst="ellipse">
            <a:avLst/>
          </a:prstGeom>
          <a:solidFill>
            <a:srgbClr val="8A83D1"/>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34" name="Connector 1133"/>
          <p:cNvCxnSpPr/>
          <p:nvPr/>
        </p:nvCxnSpPr>
        <p:spPr>
          <a:xfrm>
            <a:off x="5349240" y="5138928"/>
            <a:ext cx="2286000" cy="0"/>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35" name="Connector 1134"/>
          <p:cNvCxnSpPr/>
          <p:nvPr/>
        </p:nvCxnSpPr>
        <p:spPr>
          <a:xfrm>
            <a:off x="5349240" y="51023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36" name="Connector 1135"/>
          <p:cNvCxnSpPr/>
          <p:nvPr/>
        </p:nvCxnSpPr>
        <p:spPr>
          <a:xfrm>
            <a:off x="5920740" y="51023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37" name="Connector 1136"/>
          <p:cNvCxnSpPr/>
          <p:nvPr/>
        </p:nvCxnSpPr>
        <p:spPr>
          <a:xfrm>
            <a:off x="6492240" y="51023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38" name="Connector 1137"/>
          <p:cNvCxnSpPr/>
          <p:nvPr/>
        </p:nvCxnSpPr>
        <p:spPr>
          <a:xfrm>
            <a:off x="7063740" y="51023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39" name="Connector 1138"/>
          <p:cNvCxnSpPr/>
          <p:nvPr/>
        </p:nvCxnSpPr>
        <p:spPr>
          <a:xfrm>
            <a:off x="7635240" y="51023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40" name="Connector 1139"/>
          <p:cNvCxnSpPr/>
          <p:nvPr/>
        </p:nvCxnSpPr>
        <p:spPr>
          <a:xfrm>
            <a:off x="6781432" y="5138928"/>
            <a:ext cx="469034" cy="0"/>
          </a:xfrm>
          <a:prstGeom prst="line">
            <a:avLst/>
          </a:prstGeom>
          <a:ln w="31750">
            <a:solidFill>
              <a:srgbClr val="FF0053"/>
            </a:solidFill>
          </a:ln>
        </p:spPr>
        <p:style>
          <a:lnRef idx="2">
            <a:schemeClr val="accent1"/>
          </a:lnRef>
          <a:fillRef idx="0">
            <a:schemeClr val="accent1"/>
          </a:fillRef>
          <a:effectRef idx="1">
            <a:schemeClr val="accent1"/>
          </a:effectRef>
          <a:fontRef idx="minor">
            <a:schemeClr val="tx1"/>
          </a:fontRef>
        </p:style>
      </p:cxnSp>
      <p:sp>
        <p:nvSpPr>
          <p:cNvPr id="1141" name="Oval 1140"/>
          <p:cNvSpPr/>
          <p:nvPr/>
        </p:nvSpPr>
        <p:spPr>
          <a:xfrm>
            <a:off x="6981444" y="5079492"/>
            <a:ext cx="118872" cy="118872"/>
          </a:xfrm>
          <a:prstGeom prst="ellipse">
            <a:avLst/>
          </a:prstGeom>
          <a:solidFill>
            <a:srgbClr val="FF005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2" name="TextBox 1141"/>
          <p:cNvSpPr txBox="1"/>
          <p:nvPr/>
        </p:nvSpPr>
        <p:spPr>
          <a:xfrm>
            <a:off x="7680960" y="4846320"/>
            <a:ext cx="822960" cy="201168"/>
          </a:xfrm>
          <a:prstGeom prst="rect">
            <a:avLst/>
          </a:prstGeom>
          <a:noFill/>
        </p:spPr>
        <p:txBody>
          <a:bodyPr wrap="square" lIns="0" tIns="0" rIns="0" bIns="0" anchor="t"/>
          <a:lstStyle/>
          <a:p>
            <a:pPr algn="l">
              <a:lnSpc>
                <a:spcPct val="110000"/>
              </a:lnSpc>
              <a:spcAft>
                <a:spcPts val="0"/>
              </a:spcAft>
            </a:pPr>
            <a:r>
              <a:rPr sz="1000" b="0" i="0">
                <a:solidFill>
                  <a:srgbClr val="8B8599"/>
                </a:solidFill>
                <a:latin typeface="Montserrat"/>
                <a:ea typeface="Montserrat"/>
                <a:cs typeface="Montserrat"/>
              </a:rPr>
              <a:t>0.50</a:t>
            </a:r>
          </a:p>
        </p:txBody>
      </p:sp>
      <p:sp>
        <p:nvSpPr>
          <p:cNvPr id="1143" name="TextBox 1142"/>
          <p:cNvSpPr txBox="1"/>
          <p:nvPr/>
        </p:nvSpPr>
        <p:spPr>
          <a:xfrm>
            <a:off x="7680960" y="5029200"/>
            <a:ext cx="822960" cy="228600"/>
          </a:xfrm>
          <a:prstGeom prst="rect">
            <a:avLst/>
          </a:prstGeom>
          <a:noFill/>
        </p:spPr>
        <p:txBody>
          <a:bodyPr wrap="square" lIns="0" tIns="0" rIns="0" bIns="0" anchor="t"/>
          <a:lstStyle/>
          <a:p>
            <a:pPr algn="l">
              <a:lnSpc>
                <a:spcPct val="110000"/>
              </a:lnSpc>
              <a:spcAft>
                <a:spcPts val="0"/>
              </a:spcAft>
            </a:pPr>
            <a:r>
              <a:rPr sz="1200" b="1" i="0">
                <a:solidFill>
                  <a:srgbClr val="1C1D22"/>
                </a:solidFill>
                <a:latin typeface="Montserrat"/>
                <a:ea typeface="Montserrat"/>
                <a:cs typeface="Montserrat"/>
              </a:rPr>
              <a:t>0.74</a:t>
            </a:r>
          </a:p>
        </p:txBody>
      </p:sp>
      <p:cxnSp>
        <p:nvCxnSpPr>
          <p:cNvPr id="1144" name="Connector 1143"/>
          <p:cNvCxnSpPr/>
          <p:nvPr/>
        </p:nvCxnSpPr>
        <p:spPr>
          <a:xfrm>
            <a:off x="8549640" y="4946904"/>
            <a:ext cx="2286000" cy="0"/>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45" name="Connector 1144"/>
          <p:cNvCxnSpPr/>
          <p:nvPr/>
        </p:nvCxnSpPr>
        <p:spPr>
          <a:xfrm>
            <a:off x="8549640" y="49103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46" name="Connector 1145"/>
          <p:cNvCxnSpPr/>
          <p:nvPr/>
        </p:nvCxnSpPr>
        <p:spPr>
          <a:xfrm>
            <a:off x="9121140" y="49103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47" name="Connector 1146"/>
          <p:cNvCxnSpPr/>
          <p:nvPr/>
        </p:nvCxnSpPr>
        <p:spPr>
          <a:xfrm>
            <a:off x="9692639" y="49103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48" name="Connector 1147"/>
          <p:cNvCxnSpPr/>
          <p:nvPr/>
        </p:nvCxnSpPr>
        <p:spPr>
          <a:xfrm>
            <a:off x="10264140" y="49103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49" name="Connector 1148"/>
          <p:cNvCxnSpPr/>
          <p:nvPr/>
        </p:nvCxnSpPr>
        <p:spPr>
          <a:xfrm>
            <a:off x="10835640" y="49103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50" name="Connector 1149"/>
          <p:cNvCxnSpPr/>
          <p:nvPr/>
        </p:nvCxnSpPr>
        <p:spPr>
          <a:xfrm>
            <a:off x="9164173" y="4946904"/>
            <a:ext cx="915143" cy="0"/>
          </a:xfrm>
          <a:prstGeom prst="line">
            <a:avLst/>
          </a:prstGeom>
          <a:ln w="38100">
            <a:solidFill>
              <a:srgbClr val="8A83D1"/>
            </a:solidFill>
          </a:ln>
        </p:spPr>
        <p:style>
          <a:lnRef idx="2">
            <a:schemeClr val="accent1"/>
          </a:lnRef>
          <a:fillRef idx="0">
            <a:schemeClr val="accent1"/>
          </a:fillRef>
          <a:effectRef idx="1">
            <a:schemeClr val="accent1"/>
          </a:effectRef>
          <a:fontRef idx="minor">
            <a:schemeClr val="tx1"/>
          </a:fontRef>
        </p:style>
      </p:cxnSp>
      <p:sp>
        <p:nvSpPr>
          <p:cNvPr id="1151" name="Oval 1150"/>
          <p:cNvSpPr/>
          <p:nvPr/>
        </p:nvSpPr>
        <p:spPr>
          <a:xfrm>
            <a:off x="9584972" y="4896612"/>
            <a:ext cx="100584" cy="100584"/>
          </a:xfrm>
          <a:prstGeom prst="ellipse">
            <a:avLst/>
          </a:prstGeom>
          <a:solidFill>
            <a:srgbClr val="8A83D1"/>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52" name="Connector 1151"/>
          <p:cNvCxnSpPr/>
          <p:nvPr/>
        </p:nvCxnSpPr>
        <p:spPr>
          <a:xfrm>
            <a:off x="8549640" y="5138928"/>
            <a:ext cx="2286000" cy="0"/>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53" name="Connector 1152"/>
          <p:cNvCxnSpPr/>
          <p:nvPr/>
        </p:nvCxnSpPr>
        <p:spPr>
          <a:xfrm>
            <a:off x="8549640" y="51023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54" name="Connector 1153"/>
          <p:cNvCxnSpPr/>
          <p:nvPr/>
        </p:nvCxnSpPr>
        <p:spPr>
          <a:xfrm>
            <a:off x="9121140" y="51023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55" name="Connector 1154"/>
          <p:cNvCxnSpPr/>
          <p:nvPr/>
        </p:nvCxnSpPr>
        <p:spPr>
          <a:xfrm>
            <a:off x="9692639" y="51023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56" name="Connector 1155"/>
          <p:cNvCxnSpPr/>
          <p:nvPr/>
        </p:nvCxnSpPr>
        <p:spPr>
          <a:xfrm>
            <a:off x="10264140" y="51023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57" name="Connector 1156"/>
          <p:cNvCxnSpPr/>
          <p:nvPr/>
        </p:nvCxnSpPr>
        <p:spPr>
          <a:xfrm>
            <a:off x="10835640" y="51023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58" name="Connector 1157"/>
          <p:cNvCxnSpPr/>
          <p:nvPr/>
        </p:nvCxnSpPr>
        <p:spPr>
          <a:xfrm>
            <a:off x="9883686" y="5138928"/>
            <a:ext cx="608507" cy="0"/>
          </a:xfrm>
          <a:prstGeom prst="line">
            <a:avLst/>
          </a:prstGeom>
          <a:ln w="31750">
            <a:solidFill>
              <a:srgbClr val="FF0053"/>
            </a:solidFill>
          </a:ln>
        </p:spPr>
        <p:style>
          <a:lnRef idx="2">
            <a:schemeClr val="accent1"/>
          </a:lnRef>
          <a:fillRef idx="0">
            <a:schemeClr val="accent1"/>
          </a:fillRef>
          <a:effectRef idx="1">
            <a:schemeClr val="accent1"/>
          </a:effectRef>
          <a:fontRef idx="minor">
            <a:schemeClr val="tx1"/>
          </a:fontRef>
        </p:style>
      </p:cxnSp>
      <p:sp>
        <p:nvSpPr>
          <p:cNvPr id="1159" name="Oval 1158"/>
          <p:cNvSpPr/>
          <p:nvPr/>
        </p:nvSpPr>
        <p:spPr>
          <a:xfrm>
            <a:off x="10128504" y="5079492"/>
            <a:ext cx="118872" cy="118872"/>
          </a:xfrm>
          <a:prstGeom prst="ellipse">
            <a:avLst/>
          </a:prstGeom>
          <a:solidFill>
            <a:srgbClr val="FF005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0" name="TextBox 1159"/>
          <p:cNvSpPr txBox="1"/>
          <p:nvPr/>
        </p:nvSpPr>
        <p:spPr>
          <a:xfrm>
            <a:off x="11018520" y="4846320"/>
            <a:ext cx="822960" cy="201168"/>
          </a:xfrm>
          <a:prstGeom prst="rect">
            <a:avLst/>
          </a:prstGeom>
          <a:noFill/>
        </p:spPr>
        <p:txBody>
          <a:bodyPr wrap="square" lIns="0" tIns="0" rIns="0" bIns="0" anchor="t"/>
          <a:lstStyle/>
          <a:p>
            <a:pPr algn="l">
              <a:lnSpc>
                <a:spcPct val="110000"/>
              </a:lnSpc>
              <a:spcAft>
                <a:spcPts val="0"/>
              </a:spcAft>
            </a:pPr>
            <a:r>
              <a:rPr sz="1000" b="0" i="0">
                <a:solidFill>
                  <a:srgbClr val="8B8599"/>
                </a:solidFill>
                <a:latin typeface="Montserrat"/>
                <a:ea typeface="Montserrat"/>
                <a:cs typeface="Montserrat"/>
              </a:rPr>
              <a:t>0.68</a:t>
            </a:r>
          </a:p>
        </p:txBody>
      </p:sp>
      <p:sp>
        <p:nvSpPr>
          <p:cNvPr id="1161" name="TextBox 1160"/>
          <p:cNvSpPr txBox="1"/>
          <p:nvPr/>
        </p:nvSpPr>
        <p:spPr>
          <a:xfrm>
            <a:off x="11018520" y="5029200"/>
            <a:ext cx="822960" cy="228600"/>
          </a:xfrm>
          <a:prstGeom prst="rect">
            <a:avLst/>
          </a:prstGeom>
          <a:noFill/>
        </p:spPr>
        <p:txBody>
          <a:bodyPr wrap="square" lIns="0" tIns="0" rIns="0" bIns="0" anchor="t"/>
          <a:lstStyle/>
          <a:p>
            <a:pPr algn="l">
              <a:lnSpc>
                <a:spcPct val="110000"/>
              </a:lnSpc>
              <a:spcAft>
                <a:spcPts val="0"/>
              </a:spcAft>
            </a:pPr>
            <a:r>
              <a:rPr sz="1200" b="1" i="0">
                <a:solidFill>
                  <a:srgbClr val="1C1D22"/>
                </a:solidFill>
                <a:latin typeface="Montserrat"/>
                <a:ea typeface="Montserrat"/>
                <a:cs typeface="Montserrat"/>
              </a:rPr>
              <a:t>0.83</a:t>
            </a:r>
          </a:p>
        </p:txBody>
      </p:sp>
      <p:cxnSp>
        <p:nvCxnSpPr>
          <p:cNvPr id="1162" name="Connector 1161"/>
          <p:cNvCxnSpPr/>
          <p:nvPr/>
        </p:nvCxnSpPr>
        <p:spPr>
          <a:xfrm>
            <a:off x="346075" y="5266944"/>
            <a:ext cx="11479860" cy="0"/>
          </a:xfrm>
          <a:prstGeom prst="line">
            <a:avLst/>
          </a:prstGeom>
          <a:ln w="6350">
            <a:solidFill>
              <a:srgbClr val="C9C3DA"/>
            </a:solidFill>
          </a:ln>
        </p:spPr>
        <p:style>
          <a:lnRef idx="2">
            <a:schemeClr val="accent1"/>
          </a:lnRef>
          <a:fillRef idx="0">
            <a:schemeClr val="accent1"/>
          </a:fillRef>
          <a:effectRef idx="1">
            <a:schemeClr val="accent1"/>
          </a:effectRef>
          <a:fontRef idx="minor">
            <a:schemeClr val="tx1"/>
          </a:fontRef>
        </p:style>
      </p:cxnSp>
      <p:sp>
        <p:nvSpPr>
          <p:cNvPr id="1163" name="TextBox 1162"/>
          <p:cNvSpPr txBox="1"/>
          <p:nvPr/>
        </p:nvSpPr>
        <p:spPr>
          <a:xfrm>
            <a:off x="346075" y="5385816"/>
            <a:ext cx="2377440" cy="274320"/>
          </a:xfrm>
          <a:prstGeom prst="rect">
            <a:avLst/>
          </a:prstGeom>
          <a:noFill/>
        </p:spPr>
        <p:txBody>
          <a:bodyPr wrap="square" lIns="0" tIns="0" rIns="0" bIns="0" anchor="t"/>
          <a:lstStyle/>
          <a:p>
            <a:pPr algn="l">
              <a:lnSpc>
                <a:spcPct val="110000"/>
              </a:lnSpc>
              <a:spcAft>
                <a:spcPts val="0"/>
              </a:spcAft>
            </a:pPr>
            <a:r>
              <a:rPr sz="1200" b="1" i="0">
                <a:solidFill>
                  <a:srgbClr val="1C1D22"/>
                </a:solidFill>
                <a:latin typeface="Montserrat"/>
                <a:ea typeface="Montserrat"/>
                <a:cs typeface="Montserrat"/>
              </a:rPr>
              <a:t>Все снимки (любое)</a:t>
            </a:r>
          </a:p>
        </p:txBody>
      </p:sp>
      <p:sp>
        <p:nvSpPr>
          <p:cNvPr id="1164" name="TextBox 1163"/>
          <p:cNvSpPr txBox="1"/>
          <p:nvPr/>
        </p:nvSpPr>
        <p:spPr>
          <a:xfrm>
            <a:off x="2697480" y="5385816"/>
            <a:ext cx="731520" cy="274320"/>
          </a:xfrm>
          <a:prstGeom prst="rect">
            <a:avLst/>
          </a:prstGeom>
          <a:noFill/>
        </p:spPr>
        <p:txBody>
          <a:bodyPr wrap="square" lIns="0" tIns="0" rIns="0" bIns="0" anchor="t"/>
          <a:lstStyle/>
          <a:p>
            <a:pPr algn="l">
              <a:lnSpc>
                <a:spcPct val="110000"/>
              </a:lnSpc>
              <a:spcAft>
                <a:spcPts val="0"/>
              </a:spcAft>
            </a:pPr>
            <a:r>
              <a:rPr sz="1150" b="0" i="0">
                <a:solidFill>
                  <a:srgbClr val="1C1D22"/>
                </a:solidFill>
                <a:latin typeface="Montserrat"/>
                <a:ea typeface="Montserrat"/>
                <a:cs typeface="Montserrat"/>
              </a:rPr>
              <a:t>75/249</a:t>
            </a:r>
          </a:p>
        </p:txBody>
      </p:sp>
      <p:sp>
        <p:nvSpPr>
          <p:cNvPr id="1165" name="TextBox 1164"/>
          <p:cNvSpPr txBox="1"/>
          <p:nvPr/>
        </p:nvSpPr>
        <p:spPr>
          <a:xfrm>
            <a:off x="3611880" y="5385816"/>
            <a:ext cx="731520" cy="274320"/>
          </a:xfrm>
          <a:prstGeom prst="rect">
            <a:avLst/>
          </a:prstGeom>
          <a:noFill/>
        </p:spPr>
        <p:txBody>
          <a:bodyPr wrap="square" lIns="0" tIns="0" rIns="0" bIns="0" anchor="t"/>
          <a:lstStyle/>
          <a:p>
            <a:pPr algn="l">
              <a:lnSpc>
                <a:spcPct val="110000"/>
              </a:lnSpc>
              <a:spcAft>
                <a:spcPts val="0"/>
              </a:spcAft>
            </a:pPr>
            <a:r>
              <a:rPr sz="1150" b="0" i="0">
                <a:solidFill>
                  <a:srgbClr val="1C1D22"/>
                </a:solidFill>
                <a:latin typeface="Montserrat"/>
                <a:ea typeface="Montserrat"/>
                <a:cs typeface="Montserrat"/>
              </a:rPr>
              <a:t>0.75</a:t>
            </a:r>
          </a:p>
        </p:txBody>
      </p:sp>
      <p:sp>
        <p:nvSpPr>
          <p:cNvPr id="1166" name="TextBox 1165"/>
          <p:cNvSpPr txBox="1"/>
          <p:nvPr/>
        </p:nvSpPr>
        <p:spPr>
          <a:xfrm>
            <a:off x="4343400" y="5385816"/>
            <a:ext cx="731520" cy="274320"/>
          </a:xfrm>
          <a:prstGeom prst="rect">
            <a:avLst/>
          </a:prstGeom>
          <a:noFill/>
        </p:spPr>
        <p:txBody>
          <a:bodyPr wrap="square" lIns="0" tIns="0" rIns="0" bIns="0" anchor="t"/>
          <a:lstStyle/>
          <a:p>
            <a:pPr algn="l">
              <a:lnSpc>
                <a:spcPct val="110000"/>
              </a:lnSpc>
              <a:spcAft>
                <a:spcPts val="0"/>
              </a:spcAft>
            </a:pPr>
            <a:r>
              <a:rPr sz="1150" b="0" i="0">
                <a:solidFill>
                  <a:srgbClr val="1C1D22"/>
                </a:solidFill>
                <a:latin typeface="Montserrat"/>
                <a:ea typeface="Montserrat"/>
                <a:cs typeface="Montserrat"/>
              </a:rPr>
              <a:t>0.87</a:t>
            </a:r>
          </a:p>
        </p:txBody>
      </p:sp>
      <p:cxnSp>
        <p:nvCxnSpPr>
          <p:cNvPr id="1167" name="Connector 1166"/>
          <p:cNvCxnSpPr/>
          <p:nvPr/>
        </p:nvCxnSpPr>
        <p:spPr>
          <a:xfrm>
            <a:off x="5349240" y="5404104"/>
            <a:ext cx="2286000" cy="0"/>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68" name="Connector 1167"/>
          <p:cNvCxnSpPr/>
          <p:nvPr/>
        </p:nvCxnSpPr>
        <p:spPr>
          <a:xfrm>
            <a:off x="5349240" y="53675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69" name="Connector 1168"/>
          <p:cNvCxnSpPr/>
          <p:nvPr/>
        </p:nvCxnSpPr>
        <p:spPr>
          <a:xfrm>
            <a:off x="5920740" y="53675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70" name="Connector 1169"/>
          <p:cNvCxnSpPr/>
          <p:nvPr/>
        </p:nvCxnSpPr>
        <p:spPr>
          <a:xfrm>
            <a:off x="6492240" y="53675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71" name="Connector 1170"/>
          <p:cNvCxnSpPr/>
          <p:nvPr/>
        </p:nvCxnSpPr>
        <p:spPr>
          <a:xfrm>
            <a:off x="7063740" y="53675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72" name="Connector 1171"/>
          <p:cNvCxnSpPr/>
          <p:nvPr/>
        </p:nvCxnSpPr>
        <p:spPr>
          <a:xfrm>
            <a:off x="7635240" y="53675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73" name="Connector 1172"/>
          <p:cNvCxnSpPr/>
          <p:nvPr/>
        </p:nvCxnSpPr>
        <p:spPr>
          <a:xfrm>
            <a:off x="6244264" y="5404104"/>
            <a:ext cx="455269" cy="0"/>
          </a:xfrm>
          <a:prstGeom prst="line">
            <a:avLst/>
          </a:prstGeom>
          <a:ln w="38100">
            <a:solidFill>
              <a:srgbClr val="8A83D1"/>
            </a:solidFill>
          </a:ln>
        </p:spPr>
        <p:style>
          <a:lnRef idx="2">
            <a:schemeClr val="accent1"/>
          </a:lnRef>
          <a:fillRef idx="0">
            <a:schemeClr val="accent1"/>
          </a:fillRef>
          <a:effectRef idx="1">
            <a:schemeClr val="accent1"/>
          </a:effectRef>
          <a:fontRef idx="minor">
            <a:schemeClr val="tx1"/>
          </a:fontRef>
        </p:style>
      </p:cxnSp>
      <p:sp>
        <p:nvSpPr>
          <p:cNvPr id="1174" name="Oval 1173"/>
          <p:cNvSpPr/>
          <p:nvPr/>
        </p:nvSpPr>
        <p:spPr>
          <a:xfrm>
            <a:off x="6428810" y="5353812"/>
            <a:ext cx="100584" cy="100584"/>
          </a:xfrm>
          <a:prstGeom prst="ellipse">
            <a:avLst/>
          </a:prstGeom>
          <a:solidFill>
            <a:srgbClr val="8A83D1"/>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75" name="Connector 1174"/>
          <p:cNvCxnSpPr/>
          <p:nvPr/>
        </p:nvCxnSpPr>
        <p:spPr>
          <a:xfrm>
            <a:off x="5349240" y="5596128"/>
            <a:ext cx="2286000" cy="0"/>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76" name="Connector 1175"/>
          <p:cNvCxnSpPr/>
          <p:nvPr/>
        </p:nvCxnSpPr>
        <p:spPr>
          <a:xfrm>
            <a:off x="5349240" y="55595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77" name="Connector 1176"/>
          <p:cNvCxnSpPr/>
          <p:nvPr/>
        </p:nvCxnSpPr>
        <p:spPr>
          <a:xfrm>
            <a:off x="5920740" y="55595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78" name="Connector 1177"/>
          <p:cNvCxnSpPr/>
          <p:nvPr/>
        </p:nvCxnSpPr>
        <p:spPr>
          <a:xfrm>
            <a:off x="6492240" y="55595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79" name="Connector 1178"/>
          <p:cNvCxnSpPr/>
          <p:nvPr/>
        </p:nvCxnSpPr>
        <p:spPr>
          <a:xfrm>
            <a:off x="7063740" y="55595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80" name="Connector 1179"/>
          <p:cNvCxnSpPr/>
          <p:nvPr/>
        </p:nvCxnSpPr>
        <p:spPr>
          <a:xfrm>
            <a:off x="7635240" y="55595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81" name="Connector 1180"/>
          <p:cNvCxnSpPr/>
          <p:nvPr/>
        </p:nvCxnSpPr>
        <p:spPr>
          <a:xfrm>
            <a:off x="6813708" y="5596128"/>
            <a:ext cx="369647" cy="0"/>
          </a:xfrm>
          <a:prstGeom prst="line">
            <a:avLst/>
          </a:prstGeom>
          <a:ln w="31750">
            <a:solidFill>
              <a:srgbClr val="FF0053"/>
            </a:solidFill>
          </a:ln>
        </p:spPr>
        <p:style>
          <a:lnRef idx="2">
            <a:schemeClr val="accent1"/>
          </a:lnRef>
          <a:fillRef idx="0">
            <a:schemeClr val="accent1"/>
          </a:fillRef>
          <a:effectRef idx="1">
            <a:schemeClr val="accent1"/>
          </a:effectRef>
          <a:fontRef idx="minor">
            <a:schemeClr val="tx1"/>
          </a:fontRef>
        </p:style>
      </p:cxnSp>
      <p:sp>
        <p:nvSpPr>
          <p:cNvPr id="1182" name="Oval 1181"/>
          <p:cNvSpPr/>
          <p:nvPr/>
        </p:nvSpPr>
        <p:spPr>
          <a:xfrm>
            <a:off x="6958584" y="5536692"/>
            <a:ext cx="118872" cy="118872"/>
          </a:xfrm>
          <a:prstGeom prst="ellipse">
            <a:avLst/>
          </a:prstGeom>
          <a:solidFill>
            <a:srgbClr val="FF005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3" name="TextBox 1182"/>
          <p:cNvSpPr txBox="1"/>
          <p:nvPr/>
        </p:nvSpPr>
        <p:spPr>
          <a:xfrm>
            <a:off x="7680960" y="5303520"/>
            <a:ext cx="822960" cy="201168"/>
          </a:xfrm>
          <a:prstGeom prst="rect">
            <a:avLst/>
          </a:prstGeom>
          <a:noFill/>
        </p:spPr>
        <p:txBody>
          <a:bodyPr wrap="square" lIns="0" tIns="0" rIns="0" bIns="0" anchor="t"/>
          <a:lstStyle/>
          <a:p>
            <a:pPr algn="l">
              <a:lnSpc>
                <a:spcPct val="110000"/>
              </a:lnSpc>
              <a:spcAft>
                <a:spcPts val="0"/>
              </a:spcAft>
            </a:pPr>
            <a:r>
              <a:rPr sz="1000" b="0" i="0">
                <a:solidFill>
                  <a:srgbClr val="8B8599"/>
                </a:solidFill>
                <a:latin typeface="Montserrat"/>
                <a:ea typeface="Montserrat"/>
                <a:cs typeface="Montserrat"/>
              </a:rPr>
              <a:t>0.49</a:t>
            </a:r>
          </a:p>
        </p:txBody>
      </p:sp>
      <p:sp>
        <p:nvSpPr>
          <p:cNvPr id="1184" name="TextBox 1183"/>
          <p:cNvSpPr txBox="1"/>
          <p:nvPr/>
        </p:nvSpPr>
        <p:spPr>
          <a:xfrm>
            <a:off x="7680960" y="5486400"/>
            <a:ext cx="822960" cy="228600"/>
          </a:xfrm>
          <a:prstGeom prst="rect">
            <a:avLst/>
          </a:prstGeom>
          <a:noFill/>
        </p:spPr>
        <p:txBody>
          <a:bodyPr wrap="square" lIns="0" tIns="0" rIns="0" bIns="0" anchor="t"/>
          <a:lstStyle/>
          <a:p>
            <a:pPr algn="l">
              <a:lnSpc>
                <a:spcPct val="110000"/>
              </a:lnSpc>
              <a:spcAft>
                <a:spcPts val="0"/>
              </a:spcAft>
            </a:pPr>
            <a:r>
              <a:rPr sz="1200" b="1" i="0">
                <a:solidFill>
                  <a:srgbClr val="1C1D22"/>
                </a:solidFill>
                <a:latin typeface="Montserrat"/>
                <a:ea typeface="Montserrat"/>
                <a:cs typeface="Montserrat"/>
              </a:rPr>
              <a:t>0.73</a:t>
            </a:r>
          </a:p>
        </p:txBody>
      </p:sp>
      <p:cxnSp>
        <p:nvCxnSpPr>
          <p:cNvPr id="1185" name="Connector 1184"/>
          <p:cNvCxnSpPr/>
          <p:nvPr/>
        </p:nvCxnSpPr>
        <p:spPr>
          <a:xfrm>
            <a:off x="8549640" y="5404104"/>
            <a:ext cx="2286000" cy="0"/>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86" name="Connector 1185"/>
          <p:cNvCxnSpPr/>
          <p:nvPr/>
        </p:nvCxnSpPr>
        <p:spPr>
          <a:xfrm>
            <a:off x="8549640" y="53675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87" name="Connector 1186"/>
          <p:cNvCxnSpPr/>
          <p:nvPr/>
        </p:nvCxnSpPr>
        <p:spPr>
          <a:xfrm>
            <a:off x="9121140" y="53675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88" name="Connector 1187"/>
          <p:cNvCxnSpPr/>
          <p:nvPr/>
        </p:nvCxnSpPr>
        <p:spPr>
          <a:xfrm>
            <a:off x="9692639" y="53675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89" name="Connector 1188"/>
          <p:cNvCxnSpPr/>
          <p:nvPr/>
        </p:nvCxnSpPr>
        <p:spPr>
          <a:xfrm>
            <a:off x="10264140" y="53675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90" name="Connector 1189"/>
          <p:cNvCxnSpPr/>
          <p:nvPr/>
        </p:nvCxnSpPr>
        <p:spPr>
          <a:xfrm>
            <a:off x="10835640" y="5367528"/>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91" name="Connector 1190"/>
          <p:cNvCxnSpPr/>
          <p:nvPr/>
        </p:nvCxnSpPr>
        <p:spPr>
          <a:xfrm>
            <a:off x="9326828" y="5404104"/>
            <a:ext cx="595818" cy="0"/>
          </a:xfrm>
          <a:prstGeom prst="line">
            <a:avLst/>
          </a:prstGeom>
          <a:ln w="38100">
            <a:solidFill>
              <a:srgbClr val="8A83D1"/>
            </a:solidFill>
          </a:ln>
        </p:spPr>
        <p:style>
          <a:lnRef idx="2">
            <a:schemeClr val="accent1"/>
          </a:lnRef>
          <a:fillRef idx="0">
            <a:schemeClr val="accent1"/>
          </a:fillRef>
          <a:effectRef idx="1">
            <a:schemeClr val="accent1"/>
          </a:effectRef>
          <a:fontRef idx="minor">
            <a:schemeClr val="tx1"/>
          </a:fontRef>
        </p:style>
      </p:cxnSp>
      <p:sp>
        <p:nvSpPr>
          <p:cNvPr id="1192" name="Oval 1191"/>
          <p:cNvSpPr/>
          <p:nvPr/>
        </p:nvSpPr>
        <p:spPr>
          <a:xfrm>
            <a:off x="9568264" y="5353812"/>
            <a:ext cx="100584" cy="100584"/>
          </a:xfrm>
          <a:prstGeom prst="ellipse">
            <a:avLst/>
          </a:prstGeom>
          <a:solidFill>
            <a:srgbClr val="8A83D1"/>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93" name="Connector 1192"/>
          <p:cNvCxnSpPr/>
          <p:nvPr/>
        </p:nvCxnSpPr>
        <p:spPr>
          <a:xfrm>
            <a:off x="8549640" y="5596128"/>
            <a:ext cx="2286000" cy="0"/>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94" name="Connector 1193"/>
          <p:cNvCxnSpPr/>
          <p:nvPr/>
        </p:nvCxnSpPr>
        <p:spPr>
          <a:xfrm>
            <a:off x="8549640" y="55595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95" name="Connector 1194"/>
          <p:cNvCxnSpPr/>
          <p:nvPr/>
        </p:nvCxnSpPr>
        <p:spPr>
          <a:xfrm>
            <a:off x="9121140" y="55595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96" name="Connector 1195"/>
          <p:cNvCxnSpPr/>
          <p:nvPr/>
        </p:nvCxnSpPr>
        <p:spPr>
          <a:xfrm>
            <a:off x="9692639" y="55595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97" name="Connector 1196"/>
          <p:cNvCxnSpPr/>
          <p:nvPr/>
        </p:nvCxnSpPr>
        <p:spPr>
          <a:xfrm>
            <a:off x="10264140" y="55595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98" name="Connector 1197"/>
          <p:cNvCxnSpPr/>
          <p:nvPr/>
        </p:nvCxnSpPr>
        <p:spPr>
          <a:xfrm>
            <a:off x="10835640" y="5559552"/>
            <a:ext cx="0" cy="73152"/>
          </a:xfrm>
          <a:prstGeom prst="line">
            <a:avLst/>
          </a:prstGeom>
          <a:ln w="9525">
            <a:solidFill>
              <a:srgbClr val="C9C3DA"/>
            </a:solidFill>
          </a:ln>
        </p:spPr>
        <p:style>
          <a:lnRef idx="2">
            <a:schemeClr val="accent1"/>
          </a:lnRef>
          <a:fillRef idx="0">
            <a:schemeClr val="accent1"/>
          </a:fillRef>
          <a:effectRef idx="1">
            <a:schemeClr val="accent1"/>
          </a:effectRef>
          <a:fontRef idx="minor">
            <a:schemeClr val="tx1"/>
          </a:fontRef>
        </p:style>
      </p:cxnSp>
      <p:cxnSp>
        <p:nvCxnSpPr>
          <p:cNvPr id="1199" name="Connector 1198"/>
          <p:cNvCxnSpPr/>
          <p:nvPr/>
        </p:nvCxnSpPr>
        <p:spPr>
          <a:xfrm>
            <a:off x="9825273" y="5596128"/>
            <a:ext cx="496732" cy="0"/>
          </a:xfrm>
          <a:prstGeom prst="line">
            <a:avLst/>
          </a:prstGeom>
          <a:ln w="31750">
            <a:solidFill>
              <a:srgbClr val="FF0053"/>
            </a:solidFill>
          </a:ln>
        </p:spPr>
        <p:style>
          <a:lnRef idx="2">
            <a:schemeClr val="accent1"/>
          </a:lnRef>
          <a:fillRef idx="0">
            <a:schemeClr val="accent1"/>
          </a:fillRef>
          <a:effectRef idx="1">
            <a:schemeClr val="accent1"/>
          </a:effectRef>
          <a:fontRef idx="minor">
            <a:schemeClr val="tx1"/>
          </a:fontRef>
        </p:style>
      </p:cxnSp>
      <p:sp>
        <p:nvSpPr>
          <p:cNvPr id="1200" name="Oval 1199"/>
          <p:cNvSpPr/>
          <p:nvPr/>
        </p:nvSpPr>
        <p:spPr>
          <a:xfrm>
            <a:off x="10014204" y="5536692"/>
            <a:ext cx="118872" cy="118872"/>
          </a:xfrm>
          <a:prstGeom prst="ellipse">
            <a:avLst/>
          </a:prstGeom>
          <a:solidFill>
            <a:srgbClr val="FF005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1" name="TextBox 1200"/>
          <p:cNvSpPr txBox="1"/>
          <p:nvPr/>
        </p:nvSpPr>
        <p:spPr>
          <a:xfrm>
            <a:off x="11018520" y="5303520"/>
            <a:ext cx="822960" cy="201168"/>
          </a:xfrm>
          <a:prstGeom prst="rect">
            <a:avLst/>
          </a:prstGeom>
          <a:noFill/>
        </p:spPr>
        <p:txBody>
          <a:bodyPr wrap="square" lIns="0" tIns="0" rIns="0" bIns="0" anchor="t"/>
          <a:lstStyle/>
          <a:p>
            <a:pPr algn="l">
              <a:lnSpc>
                <a:spcPct val="110000"/>
              </a:lnSpc>
              <a:spcAft>
                <a:spcPts val="0"/>
              </a:spcAft>
            </a:pPr>
            <a:r>
              <a:rPr sz="1000" b="0" i="0">
                <a:solidFill>
                  <a:srgbClr val="8B8599"/>
                </a:solidFill>
                <a:latin typeface="Montserrat"/>
                <a:ea typeface="Montserrat"/>
                <a:cs typeface="Montserrat"/>
              </a:rPr>
              <a:t>0.68</a:t>
            </a:r>
          </a:p>
        </p:txBody>
      </p:sp>
      <p:sp>
        <p:nvSpPr>
          <p:cNvPr id="1202" name="TextBox 1201"/>
          <p:cNvSpPr txBox="1"/>
          <p:nvPr/>
        </p:nvSpPr>
        <p:spPr>
          <a:xfrm>
            <a:off x="11018520" y="5486400"/>
            <a:ext cx="822960" cy="228600"/>
          </a:xfrm>
          <a:prstGeom prst="rect">
            <a:avLst/>
          </a:prstGeom>
          <a:noFill/>
        </p:spPr>
        <p:txBody>
          <a:bodyPr wrap="square" lIns="0" tIns="0" rIns="0" bIns="0" anchor="t"/>
          <a:lstStyle/>
          <a:p>
            <a:pPr algn="l">
              <a:lnSpc>
                <a:spcPct val="110000"/>
              </a:lnSpc>
              <a:spcAft>
                <a:spcPts val="0"/>
              </a:spcAft>
            </a:pPr>
            <a:r>
              <a:rPr sz="1200" b="1" i="0">
                <a:solidFill>
                  <a:srgbClr val="1C1D22"/>
                </a:solidFill>
                <a:latin typeface="Montserrat"/>
                <a:ea typeface="Montserrat"/>
                <a:cs typeface="Montserrat"/>
              </a:rPr>
              <a:t>0.80</a:t>
            </a:r>
          </a:p>
        </p:txBody>
      </p:sp>
      <p:cxnSp>
        <p:nvCxnSpPr>
          <p:cNvPr id="1203" name="Connector 1202"/>
          <p:cNvCxnSpPr/>
          <p:nvPr/>
        </p:nvCxnSpPr>
        <p:spPr>
          <a:xfrm>
            <a:off x="346075" y="5724144"/>
            <a:ext cx="11479860" cy="0"/>
          </a:xfrm>
          <a:prstGeom prst="line">
            <a:avLst/>
          </a:prstGeom>
          <a:ln w="6350">
            <a:solidFill>
              <a:srgbClr val="C9C3DA"/>
            </a:solidFill>
          </a:ln>
        </p:spPr>
        <p:style>
          <a:lnRef idx="2">
            <a:schemeClr val="accent1"/>
          </a:lnRef>
          <a:fillRef idx="0">
            <a:schemeClr val="accent1"/>
          </a:fillRef>
          <a:effectRef idx="1">
            <a:schemeClr val="accent1"/>
          </a:effectRef>
          <a:fontRef idx="minor">
            <a:schemeClr val="tx1"/>
          </a:fontRef>
        </p:style>
      </p:cxnSp>
      <p:sp>
        <p:nvSpPr>
          <p:cNvPr id="1204" name="Rectangle 1203"/>
          <p:cNvSpPr/>
          <p:nvPr/>
        </p:nvSpPr>
        <p:spPr>
          <a:xfrm>
            <a:off x="346075" y="5870448"/>
            <a:ext cx="274320" cy="91440"/>
          </a:xfrm>
          <a:prstGeom prst="rect">
            <a:avLst/>
          </a:prstGeom>
          <a:solidFill>
            <a:srgbClr val="8A83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05" name="TextBox 1204"/>
          <p:cNvSpPr txBox="1"/>
          <p:nvPr/>
        </p:nvSpPr>
        <p:spPr>
          <a:xfrm>
            <a:off x="693547" y="5806440"/>
            <a:ext cx="3931920" cy="228600"/>
          </a:xfrm>
          <a:prstGeom prst="rect">
            <a:avLst/>
          </a:prstGeom>
          <a:noFill/>
        </p:spPr>
        <p:txBody>
          <a:bodyPr wrap="square" lIns="0" tIns="0" rIns="0" bIns="0" anchor="t"/>
          <a:lstStyle/>
          <a:p>
            <a:pPr algn="l">
              <a:lnSpc>
                <a:spcPct val="110000"/>
              </a:lnSpc>
              <a:spcAft>
                <a:spcPts val="0"/>
              </a:spcAft>
            </a:pPr>
            <a:r>
              <a:rPr sz="1050" b="0" i="0">
                <a:solidFill>
                  <a:srgbClr val="4A4458"/>
                </a:solidFill>
                <a:latin typeface="Montserrat"/>
                <a:ea typeface="Montserrat"/>
                <a:cs typeface="Montserrat"/>
              </a:rPr>
              <a:t>базовая геометрия без нейросети</a:t>
            </a:r>
          </a:p>
        </p:txBody>
      </p:sp>
      <p:sp>
        <p:nvSpPr>
          <p:cNvPr id="1206" name="Rectangle 1205"/>
          <p:cNvSpPr/>
          <p:nvPr/>
        </p:nvSpPr>
        <p:spPr>
          <a:xfrm>
            <a:off x="4572000" y="5870448"/>
            <a:ext cx="274320" cy="91440"/>
          </a:xfrm>
          <a:prstGeom prst="rect">
            <a:avLst/>
          </a:prstGeom>
          <a:solidFill>
            <a:srgbClr val="FF0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07" name="TextBox 1206"/>
          <p:cNvSpPr txBox="1"/>
          <p:nvPr/>
        </p:nvSpPr>
        <p:spPr>
          <a:xfrm>
            <a:off x="4919472" y="5806440"/>
            <a:ext cx="3383280" cy="228600"/>
          </a:xfrm>
          <a:prstGeom prst="rect">
            <a:avLst/>
          </a:prstGeom>
          <a:noFill/>
        </p:spPr>
        <p:txBody>
          <a:bodyPr wrap="square" lIns="0" tIns="0" rIns="0" bIns="0" anchor="t"/>
          <a:lstStyle/>
          <a:p>
            <a:pPr algn="l">
              <a:lnSpc>
                <a:spcPct val="110000"/>
              </a:lnSpc>
              <a:spcAft>
                <a:spcPts val="0"/>
              </a:spcAft>
            </a:pPr>
            <a:r>
              <a:rPr sz="1050" b="0" i="0">
                <a:solidFill>
                  <a:srgbClr val="4A4458"/>
                </a:solidFill>
                <a:latin typeface="Montserrat"/>
                <a:ea typeface="Montserrat"/>
                <a:cs typeface="Montserrat"/>
              </a:rPr>
              <a:t>текущая версия сервиса</a:t>
            </a:r>
          </a:p>
        </p:txBody>
      </p:sp>
      <p:sp>
        <p:nvSpPr>
          <p:cNvPr id="1208" name="TextBox 1207"/>
          <p:cNvSpPr txBox="1"/>
          <p:nvPr/>
        </p:nvSpPr>
        <p:spPr>
          <a:xfrm>
            <a:off x="8321040" y="5806440"/>
            <a:ext cx="3502152" cy="228600"/>
          </a:xfrm>
          <a:prstGeom prst="rect">
            <a:avLst/>
          </a:prstGeom>
          <a:noFill/>
        </p:spPr>
        <p:txBody>
          <a:bodyPr wrap="square" lIns="0" tIns="0" rIns="0" bIns="0" anchor="t"/>
          <a:lstStyle/>
          <a:p>
            <a:pPr algn="r">
              <a:lnSpc>
                <a:spcPct val="110000"/>
              </a:lnSpc>
              <a:spcAft>
                <a:spcPts val="0"/>
              </a:spcAft>
            </a:pPr>
            <a:endParaRPr/>
          </a:p>
        </p:txBody>
      </p:sp>
      <p:sp>
        <p:nvSpPr>
          <p:cNvPr id="1209" name="TextBox 1208"/>
          <p:cNvSpPr txBox="1"/>
          <p:nvPr/>
        </p:nvSpPr>
        <p:spPr>
          <a:xfrm>
            <a:off x="346075" y="6117336"/>
            <a:ext cx="11479860" cy="228600"/>
          </a:xfrm>
          <a:prstGeom prst="rect">
            <a:avLst/>
          </a:prstGeom>
          <a:noFill/>
        </p:spPr>
        <p:txBody>
          <a:bodyPr wrap="square" lIns="0" tIns="0" rIns="0" bIns="0" anchor="t"/>
          <a:lstStyle/>
          <a:p>
            <a:r>
              <a:rPr sz="1000">
                <a:latin typeface="Montserrat"/>
              </a:rPr>
              <a:t>Розовые полосы — приближённые 95% интервалы из сводных чисел: F1 — бутстрэп кадров, ROC-AUC — формула Hanley–McNeil. Сиреневые — прежняя версия.</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Rounded Rectangle 1"/>
          <p:cNvSpPr/>
          <p:nvPr/>
        </p:nvSpPr>
        <p:spPr>
          <a:xfrm>
            <a:off x="346075" y="324562"/>
            <a:ext cx="2935224" cy="620919"/>
          </a:xfrm>
          <a:prstGeom prst="roundRect">
            <a:avLst>
              <a:gd name="adj" fmla="val 18700"/>
            </a:avLst>
          </a:prstGeom>
          <a:solidFill>
            <a:srgbClr val="520977"/>
          </a:solidFill>
          <a:ln>
            <a:noFill/>
          </a:ln>
          <a:effectLst/>
        </p:spPr>
        <p:style>
          <a:lnRef idx="1">
            <a:schemeClr val="accent1"/>
          </a:lnRef>
          <a:fillRef idx="3">
            <a:schemeClr val="accent1"/>
          </a:fillRef>
          <a:effectRef idx="2">
            <a:schemeClr val="accent1"/>
          </a:effectRef>
          <a:fontRef idx="minor">
            <a:schemeClr val="lt1"/>
          </a:fontRef>
        </p:style>
        <p:txBody>
          <a:bodyPr wrap="none" lIns="274320" tIns="0" rIns="182880" bIns="0" rtlCol="0" anchor="ctr"/>
          <a:lstStyle/>
          <a:p>
            <a:pPr algn="l"/>
            <a:r>
              <a:rPr sz="2000" b="1" i="0">
                <a:solidFill>
                  <a:srgbClr val="FFFFFF"/>
                </a:solidFill>
                <a:latin typeface="Montserrat"/>
                <a:ea typeface="Montserrat"/>
                <a:cs typeface="Montserrat"/>
              </a:rPr>
              <a:t>ЭКСПЕРИМЕНТЫ</a:t>
            </a:r>
          </a:p>
        </p:txBody>
      </p:sp>
      <p:sp>
        <p:nvSpPr>
          <p:cNvPr id="3" name="TextBox 2"/>
          <p:cNvSpPr txBox="1"/>
          <p:nvPr/>
        </p:nvSpPr>
        <p:spPr>
          <a:xfrm>
            <a:off x="346075" y="1097280"/>
            <a:ext cx="11338560" cy="822960"/>
          </a:xfrm>
          <a:prstGeom prst="rect">
            <a:avLst/>
          </a:prstGeom>
          <a:noFill/>
        </p:spPr>
        <p:txBody>
          <a:bodyPr wrap="square" lIns="0" tIns="0" rIns="0" bIns="0" anchor="t"/>
          <a:lstStyle/>
          <a:p>
            <a:pPr algn="l">
              <a:lnSpc>
                <a:spcPct val="102000"/>
              </a:lnSpc>
              <a:spcAft>
                <a:spcPts val="0"/>
              </a:spcAft>
            </a:pPr>
            <a:r>
              <a:rPr sz="2200" b="1" i="0">
                <a:solidFill>
                  <a:srgbClr val="520977"/>
                </a:solidFill>
                <a:latin typeface="Montserrat"/>
                <a:ea typeface="Montserrat"/>
                <a:cs typeface="Montserrat"/>
              </a:rPr>
              <a:t>Сравнение моделей ротации и посторонних предметов, OOF</a:t>
            </a:r>
          </a:p>
        </p:txBody>
      </p:sp>
      <p:sp>
        <p:nvSpPr>
          <p:cNvPr id="902" name="Номер слайда"/>
          <p:cNvSpPr>
            <a:spLocks noGrp="1"/>
          </p:cNvSpPr>
          <p:nvPr>
            <p:ph type="sldNum" sz="quarter" idx="4"/>
          </p:nvPr>
        </p:nvSpPr>
        <p:spPr>
          <a:xfrm>
            <a:off x="11064240" y="6355080"/>
            <a:ext cx="868680" cy="365760"/>
          </a:xfrm>
        </p:spPr>
        <p:txBody>
          <a:bodyPr/>
          <a:lstStyle/>
          <a:p>
            <a:r>
              <a:rPr/>
              <a:t>7</a:t>
            </a:r>
          </a:p>
        </p:txBody>
      </p:sp>
      <p:sp>
        <p:nvSpPr>
          <p:cNvPr id="903" name="TextBox 902"/>
          <p:cNvSpPr txBox="1"/>
          <p:nvPr/>
        </p:nvSpPr>
        <p:spPr>
          <a:xfrm>
            <a:off x="346075" y="1828800"/>
            <a:ext cx="5486400" cy="320040"/>
          </a:xfrm>
          <a:prstGeom prst="rect">
            <a:avLst/>
          </a:prstGeom>
          <a:noFill/>
        </p:spPr>
        <p:txBody>
          <a:bodyPr wrap="square" lIns="0" tIns="0" rIns="0" bIns="0" anchor="t"/>
          <a:lstStyle/>
          <a:p>
            <a:pPr algn="l">
              <a:lnSpc>
                <a:spcPct val="110000"/>
              </a:lnSpc>
              <a:spcAft>
                <a:spcPts val="0"/>
              </a:spcAft>
            </a:pPr>
            <a:r>
              <a:rPr sz="1500" b="1" i="0">
                <a:solidFill>
                  <a:srgbClr val="520977"/>
                </a:solidFill>
                <a:latin typeface="Montserrat"/>
                <a:ea typeface="Montserrat"/>
                <a:cs typeface="Montserrat"/>
              </a:rPr>
              <a:t>Ротация бедра · 36 из 150</a:t>
            </a:r>
          </a:p>
        </p:txBody>
      </p:sp>
      <p:graphicFrame>
        <p:nvGraphicFramePr>
          <p:cNvPr id="904" name="Chart 903"/>
          <p:cNvGraphicFramePr>
            <a:graphicFrameLocks noGrp="1"/>
          </p:cNvGraphicFramePr>
          <p:nvPr/>
        </p:nvGraphicFramePr>
        <p:xfrm>
          <a:off x="254635" y="2194560"/>
          <a:ext cx="3246120" cy="3246120"/>
        </p:xfrm>
        <a:graphic>
          <a:graphicData uri="http://schemas.openxmlformats.org/drawingml/2006/chart">
            <c:chart xmlns:c="http://schemas.openxmlformats.org/drawingml/2006/chart" xmlns:r="http://schemas.openxmlformats.org/officeDocument/2006/relationships" r:id="rId4"/>
          </a:graphicData>
        </a:graphic>
      </p:graphicFrame>
      <p:sp>
        <p:nvSpPr>
          <p:cNvPr id="905" name="TextBox 904"/>
          <p:cNvSpPr txBox="1"/>
          <p:nvPr/>
        </p:nvSpPr>
        <p:spPr>
          <a:xfrm>
            <a:off x="3500755" y="2084832"/>
            <a:ext cx="2606040" cy="228600"/>
          </a:xfrm>
          <a:prstGeom prst="rect">
            <a:avLst/>
          </a:prstGeom>
          <a:noFill/>
        </p:spPr>
        <p:txBody>
          <a:bodyPr wrap="square" lIns="0" tIns="0" rIns="0" bIns="0" anchor="t"/>
          <a:lstStyle/>
          <a:p>
            <a:pPr algn="l">
              <a:lnSpc>
                <a:spcPct val="110000"/>
              </a:lnSpc>
              <a:spcAft>
                <a:spcPts val="0"/>
              </a:spcAft>
            </a:pPr>
            <a:r>
              <a:rPr sz="950" b="0" i="0">
                <a:solidFill>
                  <a:srgbClr val="8B8599"/>
                </a:solidFill>
                <a:latin typeface="Montserrat"/>
                <a:ea typeface="Montserrat"/>
                <a:cs typeface="Montserrat"/>
              </a:rPr>
              <a:t>ROC-AUC (1.0 — идеал):</a:t>
            </a:r>
          </a:p>
        </p:txBody>
      </p:sp>
      <p:sp>
        <p:nvSpPr>
          <p:cNvPr id="906" name="Rectangle 905"/>
          <p:cNvSpPr/>
          <p:nvPr/>
        </p:nvSpPr>
        <p:spPr>
          <a:xfrm>
            <a:off x="3500755" y="2423160"/>
            <a:ext cx="256032" cy="91440"/>
          </a:xfrm>
          <a:prstGeom prst="rect">
            <a:avLst/>
          </a:prstGeom>
          <a:solidFill>
            <a:srgbClr val="8A83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7" name="TextBox 906"/>
          <p:cNvSpPr txBox="1"/>
          <p:nvPr/>
        </p:nvSpPr>
        <p:spPr>
          <a:xfrm>
            <a:off x="3848227" y="2340864"/>
            <a:ext cx="2286000" cy="256032"/>
          </a:xfrm>
          <a:prstGeom prst="rect">
            <a:avLst/>
          </a:prstGeom>
          <a:noFill/>
        </p:spPr>
        <p:txBody>
          <a:bodyPr wrap="square" lIns="0" tIns="0" rIns="0" bIns="0" anchor="t"/>
          <a:lstStyle/>
          <a:p>
            <a:pPr algn="l">
              <a:lnSpc>
                <a:spcPct val="110000"/>
              </a:lnSpc>
              <a:spcAft>
                <a:spcPts val="0"/>
              </a:spcAft>
            </a:pPr>
            <a:r>
              <a:rPr sz="1100" b="0" i="0">
                <a:solidFill>
                  <a:srgbClr val="1C1D22"/>
                </a:solidFill>
                <a:latin typeface="Montserrat"/>
                <a:ea typeface="Montserrat"/>
                <a:cs typeface="Montserrat"/>
              </a:rPr>
              <a:t>выступ 0.68</a:t>
            </a:r>
          </a:p>
        </p:txBody>
      </p:sp>
      <p:sp>
        <p:nvSpPr>
          <p:cNvPr id="908" name="Rectangle 907"/>
          <p:cNvSpPr/>
          <p:nvPr/>
        </p:nvSpPr>
        <p:spPr>
          <a:xfrm>
            <a:off x="3500755" y="2734056"/>
            <a:ext cx="256032" cy="91440"/>
          </a:xfrm>
          <a:prstGeom prst="rect">
            <a:avLst/>
          </a:prstGeom>
          <a:solidFill>
            <a:srgbClr val="FC3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9" name="TextBox 908"/>
          <p:cNvSpPr txBox="1"/>
          <p:nvPr/>
        </p:nvSpPr>
        <p:spPr>
          <a:xfrm>
            <a:off x="3848227" y="2651760"/>
            <a:ext cx="2286000" cy="256032"/>
          </a:xfrm>
          <a:prstGeom prst="rect">
            <a:avLst/>
          </a:prstGeom>
          <a:noFill/>
        </p:spPr>
        <p:txBody>
          <a:bodyPr wrap="square" lIns="0" tIns="0" rIns="0" bIns="0" anchor="t"/>
          <a:lstStyle/>
          <a:p>
            <a:pPr algn="l">
              <a:lnSpc>
                <a:spcPct val="110000"/>
              </a:lnSpc>
              <a:spcAft>
                <a:spcPts val="0"/>
              </a:spcAft>
            </a:pPr>
            <a:r>
              <a:rPr sz="1100" b="0" i="0">
                <a:solidFill>
                  <a:srgbClr val="1C1D22"/>
                </a:solidFill>
                <a:latin typeface="Montserrat"/>
                <a:ea typeface="Montserrat"/>
                <a:cs typeface="Montserrat"/>
              </a:rPr>
              <a:t>нейросеть 0.80</a:t>
            </a:r>
          </a:p>
        </p:txBody>
      </p:sp>
      <p:sp>
        <p:nvSpPr>
          <p:cNvPr id="910" name="Rectangle 909"/>
          <p:cNvSpPr/>
          <p:nvPr/>
        </p:nvSpPr>
        <p:spPr>
          <a:xfrm>
            <a:off x="3500755" y="3044952"/>
            <a:ext cx="256032" cy="91440"/>
          </a:xfrm>
          <a:prstGeom prst="rect">
            <a:avLst/>
          </a:prstGeom>
          <a:solidFill>
            <a:srgbClr val="520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1" name="TextBox 910"/>
          <p:cNvSpPr txBox="1"/>
          <p:nvPr/>
        </p:nvSpPr>
        <p:spPr>
          <a:xfrm>
            <a:off x="3848227" y="2962656"/>
            <a:ext cx="2286000" cy="256032"/>
          </a:xfrm>
          <a:prstGeom prst="rect">
            <a:avLst/>
          </a:prstGeom>
          <a:noFill/>
        </p:spPr>
        <p:txBody>
          <a:bodyPr wrap="square" lIns="0" tIns="0" rIns="0" bIns="0" anchor="t"/>
          <a:lstStyle/>
          <a:p>
            <a:pPr algn="l">
              <a:lnSpc>
                <a:spcPct val="110000"/>
              </a:lnSpc>
              <a:spcAft>
                <a:spcPts val="0"/>
              </a:spcAft>
            </a:pPr>
            <a:r>
              <a:rPr sz="1100" b="1" i="0">
                <a:solidFill>
                  <a:srgbClr val="1C1D22"/>
                </a:solidFill>
                <a:latin typeface="Montserrat"/>
                <a:ea typeface="Montserrat"/>
                <a:cs typeface="Montserrat"/>
              </a:rPr>
              <a:t>нейросеть + измерение 0.82</a:t>
            </a:r>
          </a:p>
        </p:txBody>
      </p:sp>
      <p:sp>
        <p:nvSpPr>
          <p:cNvPr id="912" name="TextBox 911"/>
          <p:cNvSpPr txBox="1"/>
          <p:nvPr/>
        </p:nvSpPr>
        <p:spPr>
          <a:xfrm>
            <a:off x="3500755" y="3429000"/>
            <a:ext cx="2606040" cy="502920"/>
          </a:xfrm>
          <a:prstGeom prst="rect">
            <a:avLst/>
          </a:prstGeom>
          <a:noFill/>
        </p:spPr>
        <p:txBody>
          <a:bodyPr wrap="square" lIns="0" tIns="0" rIns="0" bIns="0" anchor="t"/>
          <a:lstStyle/>
          <a:p>
            <a:pPr algn="l">
              <a:lnSpc>
                <a:spcPct val="105000"/>
              </a:lnSpc>
              <a:spcAft>
                <a:spcPts val="0"/>
              </a:spcAft>
            </a:pPr>
            <a:r>
              <a:rPr sz="950" b="0" i="0">
                <a:solidFill>
                  <a:srgbClr val="8B8599"/>
                </a:solidFill>
                <a:latin typeface="Montserrat"/>
                <a:ea typeface="Montserrat"/>
                <a:cs typeface="Montserrat"/>
              </a:rPr>
              <a:t>Правило объединения и порог настроены без проверочного фолда; статистическая значимость прибавки не установлена.</a:t>
            </a:r>
          </a:p>
        </p:txBody>
      </p:sp>
      <p:graphicFrame>
        <p:nvGraphicFramePr>
          <p:cNvPr id="913" name="Table 912"/>
          <p:cNvGraphicFramePr>
            <a:graphicFrameLocks noGrp="1"/>
          </p:cNvGraphicFramePr>
          <p:nvPr/>
        </p:nvGraphicFramePr>
        <p:xfrm>
          <a:off x="3500755" y="4023360"/>
          <a:ext cx="2606040" cy="893064"/>
        </p:xfrm>
        <a:graphic>
          <a:graphicData uri="http://schemas.openxmlformats.org/drawingml/2006/table">
            <a:tbl>
              <a:tblPr>
                <a:tableStyleId>{2D5ABB26-0587-4C30-8999-92F81FD0307C}</a:tableStyleId>
              </a:tblPr>
              <a:tblGrid>
                <a:gridCol w="105156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tblGrid>
              <a:tr h="274320">
                <a:tc>
                  <a:txBody>
                    <a:bodyPr/>
                    <a:lstStyle/>
                    <a:p>
                      <a:pPr algn="l"/>
                      <a:endParaRPr/>
                    </a:p>
                  </a:txBody>
                  <a:tcPr marL="45720" marR="73152" marT="27432" marB="27432" anchor="ctr">
                    <a:lnL w="0">
                      <a:noFill/>
                    </a:lnL>
                    <a:lnR w="0">
                      <a:noFill/>
                    </a:lnR>
                    <a:lnT w="0">
                      <a:noFill/>
                    </a:lnT>
                    <a:lnB w="19050">
                      <a:solidFill>
                        <a:srgbClr val="520977"/>
                      </a:solidFill>
                    </a:lnB>
                    <a:noFill/>
                  </a:tcPr>
                </a:tc>
                <a:tc>
                  <a:txBody>
                    <a:bodyPr/>
                    <a:lstStyle/>
                    <a:p>
                      <a:pPr algn="r"/>
                      <a:r>
                        <a:rPr sz="650" b="1" i="0">
                          <a:solidFill>
                            <a:srgbClr val="520977"/>
                          </a:solidFill>
                          <a:latin typeface="Montserrat"/>
                          <a:ea typeface="Montserrat"/>
                          <a:cs typeface="Montserrat"/>
                        </a:rPr>
                        <a:t>НАШЛИ</a:t>
                      </a:r>
                    </a:p>
                  </a:txBody>
                  <a:tcPr marL="64008" marR="73152" marT="27432" marB="27432" anchor="ctr">
                    <a:lnL w="0">
                      <a:noFill/>
                    </a:lnL>
                    <a:lnR w="0">
                      <a:noFill/>
                    </a:lnR>
                    <a:lnT w="0">
                      <a:noFill/>
                    </a:lnT>
                    <a:lnB w="19050">
                      <a:solidFill>
                        <a:srgbClr val="520977"/>
                      </a:solidFill>
                    </a:lnB>
                    <a:noFill/>
                  </a:tcPr>
                </a:tc>
                <a:tc>
                  <a:txBody>
                    <a:bodyPr/>
                    <a:lstStyle/>
                    <a:p>
                      <a:pPr algn="r"/>
                      <a:r>
                        <a:rPr sz="650" b="1" i="0">
                          <a:solidFill>
                            <a:srgbClr val="520977"/>
                          </a:solidFill>
                          <a:latin typeface="Montserrat"/>
                          <a:ea typeface="Montserrat"/>
                          <a:cs typeface="Montserrat"/>
                        </a:rPr>
                        <a:t>БЕЗ ЛОЖНЫХ</a:t>
                      </a:r>
                    </a:p>
                  </a:txBody>
                  <a:tcPr marL="64008" marR="73152" marT="27432" marB="27432" anchor="ctr">
                    <a:lnL w="0">
                      <a:noFill/>
                    </a:lnL>
                    <a:lnR w="0">
                      <a:noFill/>
                    </a:lnR>
                    <a:lnT w="0">
                      <a:noFill/>
                    </a:lnT>
                    <a:lnB w="19050">
                      <a:solidFill>
                        <a:srgbClr val="520977"/>
                      </a:solidFill>
                    </a:lnB>
                    <a:noFill/>
                  </a:tcPr>
                </a:tc>
                <a:tc>
                  <a:txBody>
                    <a:bodyPr/>
                    <a:lstStyle/>
                    <a:p>
                      <a:pPr algn="r"/>
                      <a:r>
                        <a:rPr sz="650" b="1" i="0">
                          <a:solidFill>
                            <a:srgbClr val="520977"/>
                          </a:solidFill>
                          <a:latin typeface="Montserrat"/>
                          <a:ea typeface="Montserrat"/>
                          <a:cs typeface="Montserrat"/>
                        </a:rPr>
                        <a:t>F1</a:t>
                      </a:r>
                    </a:p>
                  </a:txBody>
                  <a:tcPr marL="64008" marR="73152" marT="27432" marB="27432" anchor="ctr">
                    <a:lnL w="0">
                      <a:noFill/>
                    </a:lnL>
                    <a:lnR w="0">
                      <a:noFill/>
                    </a:lnR>
                    <a:lnT w="0">
                      <a:noFill/>
                    </a:lnT>
                    <a:lnB w="19050">
                      <a:solidFill>
                        <a:srgbClr val="520977"/>
                      </a:solidFill>
                    </a:lnB>
                    <a:noFill/>
                  </a:tcPr>
                </a:tc>
                <a:extLst>
                  <a:ext uri="{0D108BD9-81ED-4DB2-BD59-A6C34878D82A}">
                    <a16:rowId xmlns:a16="http://schemas.microsoft.com/office/drawing/2014/main" val="10000"/>
                  </a:ext>
                </a:extLst>
              </a:tr>
              <a:tr h="274320">
                <a:tc>
                  <a:txBody>
                    <a:bodyPr/>
                    <a:lstStyle/>
                    <a:p>
                      <a:pPr algn="l"/>
                      <a:r>
                        <a:rPr sz="950" b="0" i="0">
                          <a:solidFill>
                            <a:srgbClr val="1C1D22"/>
                          </a:solidFill>
                          <a:latin typeface="Montserrat"/>
                          <a:ea typeface="Montserrat"/>
                          <a:cs typeface="Montserrat"/>
                        </a:rPr>
                        <a:t>выступ</a:t>
                      </a:r>
                    </a:p>
                  </a:txBody>
                  <a:tcPr marL="45720" marR="73152" marT="27432" marB="27432" anchor="ctr">
                    <a:lnL w="0">
                      <a:noFill/>
                    </a:lnL>
                    <a:lnR w="0">
                      <a:noFill/>
                    </a:lnR>
                    <a:lnT w="19050" cap="flat" cmpd="sng" algn="ctr">
                      <a:solidFill>
                        <a:srgbClr val="520977"/>
                      </a:solidFill>
                      <a:prstDash val="solid"/>
                      <a:round/>
                      <a:headEnd type="none" w="med" len="med"/>
                      <a:tailEnd type="none" w="med" len="med"/>
                    </a:lnT>
                    <a:lnB w="9525">
                      <a:solidFill>
                        <a:srgbClr val="C9C3DA"/>
                      </a:solidFill>
                    </a:lnB>
                    <a:noFill/>
                  </a:tcPr>
                </a:tc>
                <a:tc>
                  <a:txBody>
                    <a:bodyPr/>
                    <a:lstStyle/>
                    <a:p>
                      <a:pPr algn="r"/>
                      <a:r>
                        <a:rPr sz="950" b="0" i="0">
                          <a:solidFill>
                            <a:srgbClr val="1C1D22"/>
                          </a:solidFill>
                          <a:latin typeface="Montserrat"/>
                          <a:ea typeface="Montserrat"/>
                          <a:cs typeface="Montserrat"/>
                        </a:rPr>
                        <a:t>0.61</a:t>
                      </a:r>
                    </a:p>
                  </a:txBody>
                  <a:tcPr marL="64008" marR="73152" marT="27432" marB="27432" anchor="ctr">
                    <a:lnL w="0">
                      <a:noFill/>
                    </a:lnL>
                    <a:lnR w="0">
                      <a:noFill/>
                    </a:lnR>
                    <a:lnT w="19050" cap="flat" cmpd="sng" algn="ctr">
                      <a:solidFill>
                        <a:srgbClr val="520977"/>
                      </a:solidFill>
                      <a:prstDash val="solid"/>
                      <a:round/>
                      <a:headEnd type="none" w="med" len="med"/>
                      <a:tailEnd type="none" w="med" len="med"/>
                    </a:lnT>
                    <a:lnB w="9525">
                      <a:solidFill>
                        <a:srgbClr val="C9C3DA"/>
                      </a:solidFill>
                    </a:lnB>
                    <a:noFill/>
                  </a:tcPr>
                </a:tc>
                <a:tc>
                  <a:txBody>
                    <a:bodyPr/>
                    <a:lstStyle/>
                    <a:p>
                      <a:pPr algn="r"/>
                      <a:r>
                        <a:rPr sz="950" b="0" i="0">
                          <a:solidFill>
                            <a:srgbClr val="1C1D22"/>
                          </a:solidFill>
                          <a:latin typeface="Montserrat"/>
                          <a:ea typeface="Montserrat"/>
                          <a:cs typeface="Montserrat"/>
                        </a:rPr>
                        <a:t>0.70</a:t>
                      </a:r>
                    </a:p>
                  </a:txBody>
                  <a:tcPr marL="64008" marR="73152" marT="27432" marB="27432" anchor="ctr">
                    <a:lnL w="0">
                      <a:noFill/>
                    </a:lnL>
                    <a:lnR w="0">
                      <a:noFill/>
                    </a:lnR>
                    <a:lnT w="19050" cap="flat" cmpd="sng" algn="ctr">
                      <a:solidFill>
                        <a:srgbClr val="520977"/>
                      </a:solidFill>
                      <a:prstDash val="solid"/>
                      <a:round/>
                      <a:headEnd type="none" w="med" len="med"/>
                      <a:tailEnd type="none" w="med" len="med"/>
                    </a:lnT>
                    <a:lnB w="9525">
                      <a:solidFill>
                        <a:srgbClr val="C9C3DA"/>
                      </a:solidFill>
                    </a:lnB>
                    <a:noFill/>
                  </a:tcPr>
                </a:tc>
                <a:tc>
                  <a:txBody>
                    <a:bodyPr/>
                    <a:lstStyle/>
                    <a:p>
                      <a:pPr algn="r"/>
                      <a:r>
                        <a:rPr sz="950" b="0" i="0">
                          <a:solidFill>
                            <a:srgbClr val="1C1D22"/>
                          </a:solidFill>
                          <a:latin typeface="Montserrat"/>
                          <a:ea typeface="Montserrat"/>
                          <a:cs typeface="Montserrat"/>
                        </a:rPr>
                        <a:t>0.48</a:t>
                      </a:r>
                    </a:p>
                  </a:txBody>
                  <a:tcPr marL="64008" marR="73152" marT="27432" marB="27432" anchor="ctr">
                    <a:lnL w="0">
                      <a:noFill/>
                    </a:lnL>
                    <a:lnR w="0">
                      <a:noFill/>
                    </a:lnR>
                    <a:lnT w="19050" cap="flat" cmpd="sng" algn="ctr">
                      <a:solidFill>
                        <a:srgbClr val="520977"/>
                      </a:solidFill>
                      <a:prstDash val="solid"/>
                      <a:round/>
                      <a:headEnd type="none" w="med" len="med"/>
                      <a:tailEnd type="none" w="med" len="med"/>
                    </a:lnT>
                    <a:lnB w="9525">
                      <a:solidFill>
                        <a:srgbClr val="C9C3DA"/>
                      </a:solidFill>
                    </a:lnB>
                    <a:noFill/>
                  </a:tcPr>
                </a:tc>
                <a:extLst>
                  <a:ext uri="{0D108BD9-81ED-4DB2-BD59-A6C34878D82A}">
                    <a16:rowId xmlns:a16="http://schemas.microsoft.com/office/drawing/2014/main" val="10001"/>
                  </a:ext>
                </a:extLst>
              </a:tr>
              <a:tr h="274320">
                <a:tc>
                  <a:txBody>
                    <a:bodyPr/>
                    <a:lstStyle/>
                    <a:p>
                      <a:pPr algn="l"/>
                      <a:r>
                        <a:rPr sz="950" b="0" i="0">
                          <a:solidFill>
                            <a:srgbClr val="1C1D22"/>
                          </a:solidFill>
                          <a:latin typeface="Montserrat"/>
                          <a:ea typeface="Montserrat"/>
                          <a:cs typeface="Montserrat"/>
                        </a:rPr>
                        <a:t>нейросеть + измерение</a:t>
                      </a:r>
                    </a:p>
                  </a:txBody>
                  <a:tcPr marL="45720" marR="73152" marT="27432" marB="27432" anchor="ctr">
                    <a:lnL w="0">
                      <a:noFill/>
                    </a:lnL>
                    <a:lnR w="0">
                      <a:noFill/>
                    </a:lnR>
                    <a:lnT w="9525" cap="flat" cmpd="sng" algn="ctr">
                      <a:solidFill>
                        <a:srgbClr val="C9C3DA"/>
                      </a:solidFill>
                      <a:prstDash val="solid"/>
                      <a:round/>
                      <a:headEnd type="none" w="med" len="med"/>
                      <a:tailEnd type="none" w="med" len="med"/>
                    </a:lnT>
                    <a:lnB w="9525">
                      <a:solidFill>
                        <a:srgbClr val="C9C3DA"/>
                      </a:solidFill>
                    </a:lnB>
                    <a:noFill/>
                  </a:tcPr>
                </a:tc>
                <a:tc>
                  <a:txBody>
                    <a:bodyPr/>
                    <a:lstStyle/>
                    <a:p>
                      <a:pPr algn="r"/>
                      <a:r>
                        <a:rPr sz="950" b="0" i="0">
                          <a:solidFill>
                            <a:srgbClr val="1C1D22"/>
                          </a:solidFill>
                          <a:latin typeface="Montserrat"/>
                          <a:ea typeface="Montserrat"/>
                          <a:cs typeface="Montserrat"/>
                        </a:rPr>
                        <a:t>0.67</a:t>
                      </a:r>
                    </a:p>
                  </a:txBody>
                  <a:tcPr marL="64008" marR="73152" marT="27432" marB="27432" anchor="ctr">
                    <a:lnL w="0">
                      <a:noFill/>
                    </a:lnL>
                    <a:lnR w="0">
                      <a:noFill/>
                    </a:lnR>
                    <a:lnT w="9525" cap="flat" cmpd="sng" algn="ctr">
                      <a:solidFill>
                        <a:srgbClr val="C9C3DA"/>
                      </a:solidFill>
                      <a:prstDash val="solid"/>
                      <a:round/>
                      <a:headEnd type="none" w="med" len="med"/>
                      <a:tailEnd type="none" w="med" len="med"/>
                    </a:lnT>
                    <a:lnB w="9525">
                      <a:solidFill>
                        <a:srgbClr val="C9C3DA"/>
                      </a:solidFill>
                    </a:lnB>
                    <a:noFill/>
                  </a:tcPr>
                </a:tc>
                <a:tc>
                  <a:txBody>
                    <a:bodyPr/>
                    <a:lstStyle/>
                    <a:p>
                      <a:pPr algn="r"/>
                      <a:r>
                        <a:rPr sz="950" b="0" i="0">
                          <a:solidFill>
                            <a:srgbClr val="1C1D22"/>
                          </a:solidFill>
                          <a:latin typeface="Montserrat"/>
                          <a:ea typeface="Montserrat"/>
                          <a:cs typeface="Montserrat"/>
                        </a:rPr>
                        <a:t>0.76</a:t>
                      </a:r>
                    </a:p>
                  </a:txBody>
                  <a:tcPr marL="64008" marR="73152" marT="27432" marB="27432" anchor="ctr">
                    <a:lnL w="0">
                      <a:noFill/>
                    </a:lnL>
                    <a:lnR w="0">
                      <a:noFill/>
                    </a:lnR>
                    <a:lnT w="9525" cap="flat" cmpd="sng" algn="ctr">
                      <a:solidFill>
                        <a:srgbClr val="C9C3DA"/>
                      </a:solidFill>
                      <a:prstDash val="solid"/>
                      <a:round/>
                      <a:headEnd type="none" w="med" len="med"/>
                      <a:tailEnd type="none" w="med" len="med"/>
                    </a:lnT>
                    <a:lnB w="9525">
                      <a:solidFill>
                        <a:srgbClr val="C9C3DA"/>
                      </a:solidFill>
                    </a:lnB>
                    <a:noFill/>
                  </a:tcPr>
                </a:tc>
                <a:tc>
                  <a:txBody>
                    <a:bodyPr/>
                    <a:lstStyle/>
                    <a:p>
                      <a:pPr algn="r"/>
                      <a:r>
                        <a:rPr sz="950" b="1" i="0">
                          <a:solidFill>
                            <a:srgbClr val="1C1D22"/>
                          </a:solidFill>
                          <a:latin typeface="Montserrat"/>
                          <a:ea typeface="Montserrat"/>
                          <a:cs typeface="Montserrat"/>
                        </a:rPr>
                        <a:t>0.55</a:t>
                      </a:r>
                    </a:p>
                  </a:txBody>
                  <a:tcPr marL="64008" marR="73152" marT="27432" marB="27432" anchor="ctr">
                    <a:lnL w="0">
                      <a:noFill/>
                    </a:lnL>
                    <a:lnR w="0">
                      <a:noFill/>
                    </a:lnR>
                    <a:lnT w="9525" cap="flat" cmpd="sng" algn="ctr">
                      <a:solidFill>
                        <a:srgbClr val="C9C3DA"/>
                      </a:solidFill>
                      <a:prstDash val="solid"/>
                      <a:round/>
                      <a:headEnd type="none" w="med" len="med"/>
                      <a:tailEnd type="none" w="med" len="med"/>
                    </a:lnT>
                    <a:lnB w="9525">
                      <a:solidFill>
                        <a:srgbClr val="C9C3DA"/>
                      </a:solidFill>
                    </a:lnB>
                    <a:noFill/>
                  </a:tcPr>
                </a:tc>
                <a:extLst>
                  <a:ext uri="{0D108BD9-81ED-4DB2-BD59-A6C34878D82A}">
                    <a16:rowId xmlns:a16="http://schemas.microsoft.com/office/drawing/2014/main" val="10002"/>
                  </a:ext>
                </a:extLst>
              </a:tr>
            </a:tbl>
          </a:graphicData>
        </a:graphic>
      </p:graphicFrame>
      <p:sp>
        <p:nvSpPr>
          <p:cNvPr id="914" name="TextBox 913"/>
          <p:cNvSpPr txBox="1"/>
          <p:nvPr/>
        </p:nvSpPr>
        <p:spPr>
          <a:xfrm>
            <a:off x="346075" y="5532120"/>
            <a:ext cx="3200400" cy="228600"/>
          </a:xfrm>
          <a:prstGeom prst="rect">
            <a:avLst/>
          </a:prstGeom>
          <a:noFill/>
        </p:spPr>
        <p:txBody>
          <a:bodyPr wrap="square" lIns="0" tIns="0" rIns="0" bIns="0" anchor="t"/>
          <a:lstStyle/>
          <a:p>
            <a:pPr algn="l">
              <a:lnSpc>
                <a:spcPct val="110000"/>
              </a:lnSpc>
              <a:spcAft>
                <a:spcPts val="0"/>
              </a:spcAft>
            </a:pPr>
            <a:r>
              <a:rPr sz="950" b="0" i="0">
                <a:solidFill>
                  <a:srgbClr val="8B8599"/>
                </a:solidFill>
                <a:latin typeface="Montserrat"/>
                <a:ea typeface="Montserrat"/>
                <a:cs typeface="Montserrat"/>
              </a:rPr>
              <a:t>по горизонтали — доля ложных тревог, по вертикали — доля найденных нарушений</a:t>
            </a:r>
          </a:p>
        </p:txBody>
      </p:sp>
      <p:sp>
        <p:nvSpPr>
          <p:cNvPr id="915" name="TextBox 914"/>
          <p:cNvSpPr txBox="1"/>
          <p:nvPr/>
        </p:nvSpPr>
        <p:spPr>
          <a:xfrm>
            <a:off x="6152515" y="1828800"/>
            <a:ext cx="5486400" cy="320040"/>
          </a:xfrm>
          <a:prstGeom prst="rect">
            <a:avLst/>
          </a:prstGeom>
          <a:noFill/>
        </p:spPr>
        <p:txBody>
          <a:bodyPr wrap="square" lIns="0" tIns="0" rIns="0" bIns="0" anchor="t"/>
          <a:lstStyle/>
          <a:p>
            <a:pPr algn="l">
              <a:lnSpc>
                <a:spcPct val="110000"/>
              </a:lnSpc>
              <a:spcAft>
                <a:spcPts val="0"/>
              </a:spcAft>
            </a:pPr>
            <a:r>
              <a:rPr sz="1500" b="1" i="0">
                <a:solidFill>
                  <a:srgbClr val="520977"/>
                </a:solidFill>
                <a:latin typeface="Montserrat"/>
                <a:ea typeface="Montserrat"/>
                <a:cs typeface="Montserrat"/>
              </a:rPr>
              <a:t>Посторонние предметы · 17 из 99</a:t>
            </a:r>
          </a:p>
        </p:txBody>
      </p:sp>
      <p:graphicFrame>
        <p:nvGraphicFramePr>
          <p:cNvPr id="916" name="Chart 915"/>
          <p:cNvGraphicFramePr>
            <a:graphicFrameLocks noGrp="1"/>
          </p:cNvGraphicFramePr>
          <p:nvPr/>
        </p:nvGraphicFramePr>
        <p:xfrm>
          <a:off x="6061075" y="2194560"/>
          <a:ext cx="3246120" cy="3246120"/>
        </p:xfrm>
        <a:graphic>
          <a:graphicData uri="http://schemas.openxmlformats.org/drawingml/2006/chart">
            <c:chart xmlns:c="http://schemas.openxmlformats.org/drawingml/2006/chart" xmlns:r="http://schemas.openxmlformats.org/officeDocument/2006/relationships" r:id="rId5"/>
          </a:graphicData>
        </a:graphic>
      </p:graphicFrame>
      <p:sp>
        <p:nvSpPr>
          <p:cNvPr id="917" name="TextBox 916"/>
          <p:cNvSpPr txBox="1"/>
          <p:nvPr/>
        </p:nvSpPr>
        <p:spPr>
          <a:xfrm>
            <a:off x="9307195" y="2084832"/>
            <a:ext cx="2606040" cy="228600"/>
          </a:xfrm>
          <a:prstGeom prst="rect">
            <a:avLst/>
          </a:prstGeom>
          <a:noFill/>
        </p:spPr>
        <p:txBody>
          <a:bodyPr wrap="square" lIns="0" tIns="0" rIns="0" bIns="0" anchor="t"/>
          <a:lstStyle/>
          <a:p>
            <a:pPr algn="l">
              <a:lnSpc>
                <a:spcPct val="110000"/>
              </a:lnSpc>
              <a:spcAft>
                <a:spcPts val="0"/>
              </a:spcAft>
            </a:pPr>
            <a:r>
              <a:rPr sz="950" b="0" i="0">
                <a:solidFill>
                  <a:srgbClr val="8B8599"/>
                </a:solidFill>
                <a:latin typeface="Montserrat"/>
                <a:ea typeface="Montserrat"/>
                <a:cs typeface="Montserrat"/>
              </a:rPr>
              <a:t>ROC-AUC (1.0 — идеал):</a:t>
            </a:r>
          </a:p>
        </p:txBody>
      </p:sp>
      <p:sp>
        <p:nvSpPr>
          <p:cNvPr id="918" name="Rectangle 917"/>
          <p:cNvSpPr/>
          <p:nvPr/>
        </p:nvSpPr>
        <p:spPr>
          <a:xfrm>
            <a:off x="9307195" y="2423160"/>
            <a:ext cx="256032" cy="91440"/>
          </a:xfrm>
          <a:prstGeom prst="rect">
            <a:avLst/>
          </a:prstGeom>
          <a:solidFill>
            <a:srgbClr val="8A83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9" name="TextBox 918"/>
          <p:cNvSpPr txBox="1"/>
          <p:nvPr/>
        </p:nvSpPr>
        <p:spPr>
          <a:xfrm>
            <a:off x="9654667" y="2340864"/>
            <a:ext cx="2286000" cy="256032"/>
          </a:xfrm>
          <a:prstGeom prst="rect">
            <a:avLst/>
          </a:prstGeom>
          <a:noFill/>
        </p:spPr>
        <p:txBody>
          <a:bodyPr wrap="square" lIns="0" tIns="0" rIns="0" bIns="0" anchor="t"/>
          <a:lstStyle/>
          <a:p>
            <a:pPr algn="l">
              <a:lnSpc>
                <a:spcPct val="110000"/>
              </a:lnSpc>
              <a:spcAft>
                <a:spcPts val="0"/>
              </a:spcAft>
            </a:pPr>
            <a:r>
              <a:rPr sz="1100" b="0" i="0">
                <a:solidFill>
                  <a:srgbClr val="1C1D22"/>
                </a:solidFill>
                <a:latin typeface="Montserrat"/>
                <a:ea typeface="Montserrat"/>
                <a:cs typeface="Montserrat"/>
              </a:rPr>
              <a:t>top-hat 0.79</a:t>
            </a:r>
          </a:p>
        </p:txBody>
      </p:sp>
      <p:sp>
        <p:nvSpPr>
          <p:cNvPr id="920" name="Rectangle 919"/>
          <p:cNvSpPr/>
          <p:nvPr/>
        </p:nvSpPr>
        <p:spPr>
          <a:xfrm>
            <a:off x="9307195" y="2734056"/>
            <a:ext cx="256032" cy="91440"/>
          </a:xfrm>
          <a:prstGeom prst="rect">
            <a:avLst/>
          </a:prstGeom>
          <a:solidFill>
            <a:srgbClr val="FC3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1" name="TextBox 920"/>
          <p:cNvSpPr txBox="1"/>
          <p:nvPr/>
        </p:nvSpPr>
        <p:spPr>
          <a:xfrm>
            <a:off x="9654667" y="2651760"/>
            <a:ext cx="2286000" cy="256032"/>
          </a:xfrm>
          <a:prstGeom prst="rect">
            <a:avLst/>
          </a:prstGeom>
          <a:noFill/>
        </p:spPr>
        <p:txBody>
          <a:bodyPr wrap="square" lIns="0" tIns="0" rIns="0" bIns="0" anchor="t"/>
          <a:lstStyle/>
          <a:p>
            <a:pPr algn="l">
              <a:lnSpc>
                <a:spcPct val="110000"/>
              </a:lnSpc>
              <a:spcAft>
                <a:spcPts val="0"/>
              </a:spcAft>
            </a:pPr>
            <a:r>
              <a:rPr sz="1100" b="0" i="0">
                <a:solidFill>
                  <a:srgbClr val="1C1D22"/>
                </a:solidFill>
                <a:latin typeface="Montserrat"/>
                <a:ea typeface="Montserrat"/>
                <a:cs typeface="Montserrat"/>
              </a:rPr>
              <a:t>нейросеть 0.83</a:t>
            </a:r>
          </a:p>
        </p:txBody>
      </p:sp>
      <p:sp>
        <p:nvSpPr>
          <p:cNvPr id="922" name="Rectangle 921"/>
          <p:cNvSpPr/>
          <p:nvPr/>
        </p:nvSpPr>
        <p:spPr>
          <a:xfrm>
            <a:off x="9307195" y="3044952"/>
            <a:ext cx="256032" cy="91440"/>
          </a:xfrm>
          <a:prstGeom prst="rect">
            <a:avLst/>
          </a:prstGeom>
          <a:solidFill>
            <a:srgbClr val="520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3" name="TextBox 922"/>
          <p:cNvSpPr txBox="1"/>
          <p:nvPr/>
        </p:nvSpPr>
        <p:spPr>
          <a:xfrm>
            <a:off x="9654667" y="2962656"/>
            <a:ext cx="2286000" cy="256032"/>
          </a:xfrm>
          <a:prstGeom prst="rect">
            <a:avLst/>
          </a:prstGeom>
          <a:noFill/>
        </p:spPr>
        <p:txBody>
          <a:bodyPr wrap="square" lIns="0" tIns="0" rIns="0" bIns="0" anchor="t"/>
          <a:lstStyle/>
          <a:p>
            <a:pPr algn="l">
              <a:lnSpc>
                <a:spcPct val="110000"/>
              </a:lnSpc>
              <a:spcAft>
                <a:spcPts val="0"/>
              </a:spcAft>
            </a:pPr>
            <a:r>
              <a:rPr sz="1100" b="1" i="0">
                <a:solidFill>
                  <a:srgbClr val="1C1D22"/>
                </a:solidFill>
                <a:latin typeface="Montserrat"/>
                <a:ea typeface="Montserrat"/>
                <a:cs typeface="Montserrat"/>
              </a:rPr>
              <a:t>нейросеть + измерение 0.85</a:t>
            </a:r>
          </a:p>
        </p:txBody>
      </p:sp>
      <p:sp>
        <p:nvSpPr>
          <p:cNvPr id="924" name="TextBox 923"/>
          <p:cNvSpPr txBox="1"/>
          <p:nvPr/>
        </p:nvSpPr>
        <p:spPr>
          <a:xfrm>
            <a:off x="9307195" y="3429000"/>
            <a:ext cx="2606040" cy="502920"/>
          </a:xfrm>
          <a:prstGeom prst="rect">
            <a:avLst/>
          </a:prstGeom>
          <a:noFill/>
        </p:spPr>
        <p:txBody>
          <a:bodyPr wrap="square" lIns="0" tIns="0" rIns="0" bIns="0" anchor="t"/>
          <a:lstStyle/>
          <a:p>
            <a:pPr algn="l">
              <a:lnSpc>
                <a:spcPct val="105000"/>
              </a:lnSpc>
              <a:spcAft>
                <a:spcPts val="0"/>
              </a:spcAft>
            </a:pPr>
            <a:r>
              <a:rPr sz="950" b="0" i="0">
                <a:solidFill>
                  <a:srgbClr val="8B8599"/>
                </a:solidFill>
                <a:latin typeface="Montserrat"/>
                <a:ea typeface="Montserrat"/>
                <a:cs typeface="Montserrat"/>
              </a:rPr>
              <a:t>Правило объединения и порог настроены без проверочного фолда; статистическая значимость прибавки не установлена.</a:t>
            </a:r>
          </a:p>
        </p:txBody>
      </p:sp>
      <p:graphicFrame>
        <p:nvGraphicFramePr>
          <p:cNvPr id="925" name="Table 924"/>
          <p:cNvGraphicFramePr>
            <a:graphicFrameLocks noGrp="1"/>
          </p:cNvGraphicFramePr>
          <p:nvPr/>
        </p:nvGraphicFramePr>
        <p:xfrm>
          <a:off x="9307195" y="4023360"/>
          <a:ext cx="2606040" cy="893064"/>
        </p:xfrm>
        <a:graphic>
          <a:graphicData uri="http://schemas.openxmlformats.org/drawingml/2006/table">
            <a:tbl>
              <a:tblPr>
                <a:tableStyleId>{2D5ABB26-0587-4C30-8999-92F81FD0307C}</a:tableStyleId>
              </a:tblPr>
              <a:tblGrid>
                <a:gridCol w="105156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tblGrid>
              <a:tr h="274320">
                <a:tc>
                  <a:txBody>
                    <a:bodyPr/>
                    <a:lstStyle/>
                    <a:p>
                      <a:pPr algn="l"/>
                      <a:endParaRPr/>
                    </a:p>
                  </a:txBody>
                  <a:tcPr marL="45720" marR="73152" marT="27432" marB="27432" anchor="ctr">
                    <a:lnL w="0">
                      <a:noFill/>
                    </a:lnL>
                    <a:lnR w="0">
                      <a:noFill/>
                    </a:lnR>
                    <a:lnT w="0">
                      <a:noFill/>
                    </a:lnT>
                    <a:lnB w="19050">
                      <a:solidFill>
                        <a:srgbClr val="520977"/>
                      </a:solidFill>
                    </a:lnB>
                    <a:noFill/>
                  </a:tcPr>
                </a:tc>
                <a:tc>
                  <a:txBody>
                    <a:bodyPr/>
                    <a:lstStyle/>
                    <a:p>
                      <a:pPr algn="r"/>
                      <a:r>
                        <a:rPr sz="650" b="1" i="0">
                          <a:solidFill>
                            <a:srgbClr val="520977"/>
                          </a:solidFill>
                          <a:latin typeface="Montserrat"/>
                          <a:ea typeface="Montserrat"/>
                          <a:cs typeface="Montserrat"/>
                        </a:rPr>
                        <a:t>НАШЛИ</a:t>
                      </a:r>
                    </a:p>
                  </a:txBody>
                  <a:tcPr marL="64008" marR="73152" marT="27432" marB="27432" anchor="ctr">
                    <a:lnL w="0">
                      <a:noFill/>
                    </a:lnL>
                    <a:lnR w="0">
                      <a:noFill/>
                    </a:lnR>
                    <a:lnT w="0">
                      <a:noFill/>
                    </a:lnT>
                    <a:lnB w="19050">
                      <a:solidFill>
                        <a:srgbClr val="520977"/>
                      </a:solidFill>
                    </a:lnB>
                    <a:noFill/>
                  </a:tcPr>
                </a:tc>
                <a:tc>
                  <a:txBody>
                    <a:bodyPr/>
                    <a:lstStyle/>
                    <a:p>
                      <a:pPr algn="r"/>
                      <a:r>
                        <a:rPr sz="650" b="1" i="0">
                          <a:solidFill>
                            <a:srgbClr val="520977"/>
                          </a:solidFill>
                          <a:latin typeface="Montserrat"/>
                          <a:ea typeface="Montserrat"/>
                          <a:cs typeface="Montserrat"/>
                        </a:rPr>
                        <a:t>БЕЗ ЛОЖНЫХ</a:t>
                      </a:r>
                    </a:p>
                  </a:txBody>
                  <a:tcPr marL="64008" marR="73152" marT="27432" marB="27432" anchor="ctr">
                    <a:lnL w="0">
                      <a:noFill/>
                    </a:lnL>
                    <a:lnR w="0">
                      <a:noFill/>
                    </a:lnR>
                    <a:lnT w="0">
                      <a:noFill/>
                    </a:lnT>
                    <a:lnB w="19050">
                      <a:solidFill>
                        <a:srgbClr val="520977"/>
                      </a:solidFill>
                    </a:lnB>
                    <a:noFill/>
                  </a:tcPr>
                </a:tc>
                <a:tc>
                  <a:txBody>
                    <a:bodyPr/>
                    <a:lstStyle/>
                    <a:p>
                      <a:pPr algn="r"/>
                      <a:r>
                        <a:rPr sz="650" b="1" i="0">
                          <a:solidFill>
                            <a:srgbClr val="520977"/>
                          </a:solidFill>
                          <a:latin typeface="Montserrat"/>
                          <a:ea typeface="Montserrat"/>
                          <a:cs typeface="Montserrat"/>
                        </a:rPr>
                        <a:t>F1</a:t>
                      </a:r>
                    </a:p>
                  </a:txBody>
                  <a:tcPr marL="64008" marR="73152" marT="27432" marB="27432" anchor="ctr">
                    <a:lnL w="0">
                      <a:noFill/>
                    </a:lnL>
                    <a:lnR w="0">
                      <a:noFill/>
                    </a:lnR>
                    <a:lnT w="0">
                      <a:noFill/>
                    </a:lnT>
                    <a:lnB w="19050">
                      <a:solidFill>
                        <a:srgbClr val="520977"/>
                      </a:solidFill>
                    </a:lnB>
                    <a:noFill/>
                  </a:tcPr>
                </a:tc>
                <a:extLst>
                  <a:ext uri="{0D108BD9-81ED-4DB2-BD59-A6C34878D82A}">
                    <a16:rowId xmlns:a16="http://schemas.microsoft.com/office/drawing/2014/main" val="10000"/>
                  </a:ext>
                </a:extLst>
              </a:tr>
              <a:tr h="274320">
                <a:tc>
                  <a:txBody>
                    <a:bodyPr/>
                    <a:lstStyle/>
                    <a:p>
                      <a:pPr algn="l"/>
                      <a:r>
                        <a:rPr sz="950" b="0" i="0">
                          <a:solidFill>
                            <a:srgbClr val="1C1D22"/>
                          </a:solidFill>
                          <a:latin typeface="Montserrat"/>
                          <a:ea typeface="Montserrat"/>
                          <a:cs typeface="Montserrat"/>
                        </a:rPr>
                        <a:t>top-hat</a:t>
                      </a:r>
                    </a:p>
                  </a:txBody>
                  <a:tcPr marL="45720" marR="73152" marT="27432" marB="27432" anchor="ctr">
                    <a:lnL w="0">
                      <a:noFill/>
                    </a:lnL>
                    <a:lnR w="0">
                      <a:noFill/>
                    </a:lnR>
                    <a:lnT w="19050" cap="flat" cmpd="sng" algn="ctr">
                      <a:solidFill>
                        <a:srgbClr val="520977"/>
                      </a:solidFill>
                      <a:prstDash val="solid"/>
                      <a:round/>
                      <a:headEnd type="none" w="med" len="med"/>
                      <a:tailEnd type="none" w="med" len="med"/>
                    </a:lnT>
                    <a:lnB w="9525">
                      <a:solidFill>
                        <a:srgbClr val="C9C3DA"/>
                      </a:solidFill>
                    </a:lnB>
                    <a:noFill/>
                  </a:tcPr>
                </a:tc>
                <a:tc>
                  <a:txBody>
                    <a:bodyPr/>
                    <a:lstStyle/>
                    <a:p>
                      <a:pPr algn="r"/>
                      <a:r>
                        <a:rPr sz="950" b="0" i="0">
                          <a:solidFill>
                            <a:srgbClr val="1C1D22"/>
                          </a:solidFill>
                          <a:latin typeface="Montserrat"/>
                          <a:ea typeface="Montserrat"/>
                          <a:cs typeface="Montserrat"/>
                        </a:rPr>
                        <a:t>0.53</a:t>
                      </a:r>
                    </a:p>
                  </a:txBody>
                  <a:tcPr marL="64008" marR="73152" marT="27432" marB="27432" anchor="ctr">
                    <a:lnL w="0">
                      <a:noFill/>
                    </a:lnL>
                    <a:lnR w="0">
                      <a:noFill/>
                    </a:lnR>
                    <a:lnT w="19050" cap="flat" cmpd="sng" algn="ctr">
                      <a:solidFill>
                        <a:srgbClr val="520977"/>
                      </a:solidFill>
                      <a:prstDash val="solid"/>
                      <a:round/>
                      <a:headEnd type="none" w="med" len="med"/>
                      <a:tailEnd type="none" w="med" len="med"/>
                    </a:lnT>
                    <a:lnB w="9525">
                      <a:solidFill>
                        <a:srgbClr val="C9C3DA"/>
                      </a:solidFill>
                    </a:lnB>
                    <a:noFill/>
                  </a:tcPr>
                </a:tc>
                <a:tc>
                  <a:txBody>
                    <a:bodyPr/>
                    <a:lstStyle/>
                    <a:p>
                      <a:pPr algn="r"/>
                      <a:r>
                        <a:rPr sz="950" b="0" i="0">
                          <a:solidFill>
                            <a:srgbClr val="1C1D22"/>
                          </a:solidFill>
                          <a:latin typeface="Montserrat"/>
                          <a:ea typeface="Montserrat"/>
                          <a:cs typeface="Montserrat"/>
                        </a:rPr>
                        <a:t>0.94</a:t>
                      </a:r>
                    </a:p>
                  </a:txBody>
                  <a:tcPr marL="64008" marR="73152" marT="27432" marB="27432" anchor="ctr">
                    <a:lnL w="0">
                      <a:noFill/>
                    </a:lnL>
                    <a:lnR w="0">
                      <a:noFill/>
                    </a:lnR>
                    <a:lnT w="19050" cap="flat" cmpd="sng" algn="ctr">
                      <a:solidFill>
                        <a:srgbClr val="520977"/>
                      </a:solidFill>
                      <a:prstDash val="solid"/>
                      <a:round/>
                      <a:headEnd type="none" w="med" len="med"/>
                      <a:tailEnd type="none" w="med" len="med"/>
                    </a:lnT>
                    <a:lnB w="9525">
                      <a:solidFill>
                        <a:srgbClr val="C9C3DA"/>
                      </a:solidFill>
                    </a:lnB>
                    <a:noFill/>
                  </a:tcPr>
                </a:tc>
                <a:tc>
                  <a:txBody>
                    <a:bodyPr/>
                    <a:lstStyle/>
                    <a:p>
                      <a:pPr algn="r"/>
                      <a:r>
                        <a:rPr sz="950" b="0" i="0">
                          <a:solidFill>
                            <a:srgbClr val="1C1D22"/>
                          </a:solidFill>
                          <a:latin typeface="Montserrat"/>
                          <a:ea typeface="Montserrat"/>
                          <a:cs typeface="Montserrat"/>
                        </a:rPr>
                        <a:t>0.58</a:t>
                      </a:r>
                    </a:p>
                  </a:txBody>
                  <a:tcPr marL="64008" marR="73152" marT="27432" marB="27432" anchor="ctr">
                    <a:lnL w="0">
                      <a:noFill/>
                    </a:lnL>
                    <a:lnR w="0">
                      <a:noFill/>
                    </a:lnR>
                    <a:lnT w="19050" cap="flat" cmpd="sng" algn="ctr">
                      <a:solidFill>
                        <a:srgbClr val="520977"/>
                      </a:solidFill>
                      <a:prstDash val="solid"/>
                      <a:round/>
                      <a:headEnd type="none" w="med" len="med"/>
                      <a:tailEnd type="none" w="med" len="med"/>
                    </a:lnT>
                    <a:lnB w="9525">
                      <a:solidFill>
                        <a:srgbClr val="C9C3DA"/>
                      </a:solidFill>
                    </a:lnB>
                    <a:noFill/>
                  </a:tcPr>
                </a:tc>
                <a:extLst>
                  <a:ext uri="{0D108BD9-81ED-4DB2-BD59-A6C34878D82A}">
                    <a16:rowId xmlns:a16="http://schemas.microsoft.com/office/drawing/2014/main" val="10001"/>
                  </a:ext>
                </a:extLst>
              </a:tr>
              <a:tr h="274320">
                <a:tc>
                  <a:txBody>
                    <a:bodyPr/>
                    <a:lstStyle/>
                    <a:p>
                      <a:pPr algn="l"/>
                      <a:r>
                        <a:rPr sz="950" b="0" i="0">
                          <a:solidFill>
                            <a:srgbClr val="1C1D22"/>
                          </a:solidFill>
                          <a:latin typeface="Montserrat"/>
                          <a:ea typeface="Montserrat"/>
                          <a:cs typeface="Montserrat"/>
                        </a:rPr>
                        <a:t>нейросеть + измерение</a:t>
                      </a:r>
                    </a:p>
                  </a:txBody>
                  <a:tcPr marL="45720" marR="73152" marT="27432" marB="27432" anchor="ctr">
                    <a:lnL w="0">
                      <a:noFill/>
                    </a:lnL>
                    <a:lnR w="0">
                      <a:noFill/>
                    </a:lnR>
                    <a:lnT w="9525" cap="flat" cmpd="sng" algn="ctr">
                      <a:solidFill>
                        <a:srgbClr val="C9C3DA"/>
                      </a:solidFill>
                      <a:prstDash val="solid"/>
                      <a:round/>
                      <a:headEnd type="none" w="med" len="med"/>
                      <a:tailEnd type="none" w="med" len="med"/>
                    </a:lnT>
                    <a:lnB w="9525">
                      <a:solidFill>
                        <a:srgbClr val="C9C3DA"/>
                      </a:solidFill>
                    </a:lnB>
                    <a:noFill/>
                  </a:tcPr>
                </a:tc>
                <a:tc>
                  <a:txBody>
                    <a:bodyPr/>
                    <a:lstStyle/>
                    <a:p>
                      <a:pPr algn="r"/>
                      <a:r>
                        <a:rPr sz="950" b="0" i="0">
                          <a:solidFill>
                            <a:srgbClr val="1C1D22"/>
                          </a:solidFill>
                          <a:latin typeface="Montserrat"/>
                          <a:ea typeface="Montserrat"/>
                          <a:cs typeface="Montserrat"/>
                        </a:rPr>
                        <a:t>0.65</a:t>
                      </a:r>
                    </a:p>
                  </a:txBody>
                  <a:tcPr marL="64008" marR="73152" marT="27432" marB="27432" anchor="ctr">
                    <a:lnL w="0">
                      <a:noFill/>
                    </a:lnL>
                    <a:lnR w="0">
                      <a:noFill/>
                    </a:lnR>
                    <a:lnT w="9525" cap="flat" cmpd="sng" algn="ctr">
                      <a:solidFill>
                        <a:srgbClr val="C9C3DA"/>
                      </a:solidFill>
                      <a:prstDash val="solid"/>
                      <a:round/>
                      <a:headEnd type="none" w="med" len="med"/>
                      <a:tailEnd type="none" w="med" len="med"/>
                    </a:lnT>
                    <a:lnB w="9525">
                      <a:solidFill>
                        <a:srgbClr val="C9C3DA"/>
                      </a:solidFill>
                    </a:lnB>
                    <a:noFill/>
                  </a:tcPr>
                </a:tc>
                <a:tc>
                  <a:txBody>
                    <a:bodyPr/>
                    <a:lstStyle/>
                    <a:p>
                      <a:pPr algn="r"/>
                      <a:r>
                        <a:rPr sz="950" b="0" i="0">
                          <a:solidFill>
                            <a:srgbClr val="1C1D22"/>
                          </a:solidFill>
                          <a:latin typeface="Montserrat"/>
                          <a:ea typeface="Montserrat"/>
                          <a:cs typeface="Montserrat"/>
                        </a:rPr>
                        <a:t>0.93</a:t>
                      </a:r>
                    </a:p>
                  </a:txBody>
                  <a:tcPr marL="64008" marR="73152" marT="27432" marB="27432" anchor="ctr">
                    <a:lnL w="0">
                      <a:noFill/>
                    </a:lnL>
                    <a:lnR w="0">
                      <a:noFill/>
                    </a:lnR>
                    <a:lnT w="9525" cap="flat" cmpd="sng" algn="ctr">
                      <a:solidFill>
                        <a:srgbClr val="C9C3DA"/>
                      </a:solidFill>
                      <a:prstDash val="solid"/>
                      <a:round/>
                      <a:headEnd type="none" w="med" len="med"/>
                      <a:tailEnd type="none" w="med" len="med"/>
                    </a:lnT>
                    <a:lnB w="9525">
                      <a:solidFill>
                        <a:srgbClr val="C9C3DA"/>
                      </a:solidFill>
                    </a:lnB>
                    <a:noFill/>
                  </a:tcPr>
                </a:tc>
                <a:tc>
                  <a:txBody>
                    <a:bodyPr/>
                    <a:lstStyle/>
                    <a:p>
                      <a:pPr algn="r"/>
                      <a:r>
                        <a:rPr sz="950" b="1" i="0">
                          <a:solidFill>
                            <a:srgbClr val="1C1D22"/>
                          </a:solidFill>
                          <a:latin typeface="Montserrat"/>
                          <a:ea typeface="Montserrat"/>
                          <a:cs typeface="Montserrat"/>
                        </a:rPr>
                        <a:t>0.65</a:t>
                      </a:r>
                    </a:p>
                  </a:txBody>
                  <a:tcPr marL="64008" marR="73152" marT="27432" marB="27432" anchor="ctr">
                    <a:lnL w="0">
                      <a:noFill/>
                    </a:lnL>
                    <a:lnR w="0">
                      <a:noFill/>
                    </a:lnR>
                    <a:lnT w="9525" cap="flat" cmpd="sng" algn="ctr">
                      <a:solidFill>
                        <a:srgbClr val="C9C3DA"/>
                      </a:solidFill>
                      <a:prstDash val="solid"/>
                      <a:round/>
                      <a:headEnd type="none" w="med" len="med"/>
                      <a:tailEnd type="none" w="med" len="med"/>
                    </a:lnT>
                    <a:lnB w="9525">
                      <a:solidFill>
                        <a:srgbClr val="C9C3DA"/>
                      </a:solidFill>
                    </a:lnB>
                    <a:noFill/>
                  </a:tcPr>
                </a:tc>
                <a:extLst>
                  <a:ext uri="{0D108BD9-81ED-4DB2-BD59-A6C34878D82A}">
                    <a16:rowId xmlns:a16="http://schemas.microsoft.com/office/drawing/2014/main" val="10002"/>
                  </a:ext>
                </a:extLst>
              </a:tr>
            </a:tbl>
          </a:graphicData>
        </a:graphic>
      </p:graphicFrame>
      <p:sp>
        <p:nvSpPr>
          <p:cNvPr id="926" name="TextBox 925"/>
          <p:cNvSpPr txBox="1"/>
          <p:nvPr/>
        </p:nvSpPr>
        <p:spPr>
          <a:xfrm>
            <a:off x="6152515" y="5532120"/>
            <a:ext cx="3200400" cy="228600"/>
          </a:xfrm>
          <a:prstGeom prst="rect">
            <a:avLst/>
          </a:prstGeom>
          <a:noFill/>
        </p:spPr>
        <p:txBody>
          <a:bodyPr wrap="square" lIns="0" tIns="0" rIns="0" bIns="0" anchor="t"/>
          <a:lstStyle/>
          <a:p>
            <a:pPr algn="l">
              <a:lnSpc>
                <a:spcPct val="110000"/>
              </a:lnSpc>
              <a:spcAft>
                <a:spcPts val="0"/>
              </a:spcAft>
            </a:pPr>
            <a:r>
              <a:rPr sz="950" b="0" i="0">
                <a:solidFill>
                  <a:srgbClr val="8B8599"/>
                </a:solidFill>
                <a:latin typeface="Montserrat"/>
                <a:ea typeface="Montserrat"/>
                <a:cs typeface="Montserrat"/>
              </a:rPr>
              <a:t>по горизонтали — доля ложных тревог, по вертикали — доля найденных нарушений</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Rounded Rectangle 1"/>
          <p:cNvSpPr/>
          <p:nvPr/>
        </p:nvSpPr>
        <p:spPr>
          <a:xfrm>
            <a:off x="346075" y="324562"/>
            <a:ext cx="2560320" cy="620919"/>
          </a:xfrm>
          <a:prstGeom prst="roundRect">
            <a:avLst>
              <a:gd name="adj" fmla="val 18700"/>
            </a:avLst>
          </a:prstGeom>
          <a:solidFill>
            <a:srgbClr val="FF0053"/>
          </a:solidFill>
          <a:ln>
            <a:noFill/>
          </a:ln>
          <a:effectLst/>
        </p:spPr>
        <p:style>
          <a:lnRef idx="1">
            <a:schemeClr val="accent1"/>
          </a:lnRef>
          <a:fillRef idx="3">
            <a:schemeClr val="accent1"/>
          </a:fillRef>
          <a:effectRef idx="2">
            <a:schemeClr val="accent1"/>
          </a:effectRef>
          <a:fontRef idx="minor">
            <a:schemeClr val="lt1"/>
          </a:fontRef>
        </p:style>
        <p:txBody>
          <a:bodyPr wrap="none" lIns="274320" tIns="0" rIns="182880" bIns="0" rtlCol="0" anchor="ctr"/>
          <a:lstStyle/>
          <a:p>
            <a:pPr algn="l"/>
            <a:r>
              <a:rPr sz="2000" b="1" i="0">
                <a:solidFill>
                  <a:srgbClr val="FFFFFF"/>
                </a:solidFill>
                <a:latin typeface="Montserrat"/>
                <a:ea typeface="Montserrat"/>
                <a:cs typeface="Montserrat"/>
              </a:rPr>
              <a:t>ИНТЕРФЕЙСЫ</a:t>
            </a:r>
          </a:p>
        </p:txBody>
      </p:sp>
      <p:sp>
        <p:nvSpPr>
          <p:cNvPr id="3" name="TextBox 2"/>
          <p:cNvSpPr txBox="1"/>
          <p:nvPr/>
        </p:nvSpPr>
        <p:spPr>
          <a:xfrm>
            <a:off x="319949" y="1097280"/>
            <a:ext cx="11338560" cy="822960"/>
          </a:xfrm>
          <a:prstGeom prst="rect">
            <a:avLst/>
          </a:prstGeom>
          <a:noFill/>
        </p:spPr>
        <p:txBody>
          <a:bodyPr wrap="square" lIns="0" tIns="0" rIns="0" bIns="0" anchor="t"/>
          <a:lstStyle/>
          <a:p>
            <a:pPr algn="l">
              <a:lnSpc>
                <a:spcPct val="102000"/>
              </a:lnSpc>
              <a:spcAft>
                <a:spcPts val="0"/>
              </a:spcAft>
            </a:pPr>
            <a:r>
              <a:rPr lang="ru-RU" sz="2200" b="1" i="0" dirty="0" smtClean="0">
                <a:solidFill>
                  <a:srgbClr val="520977"/>
                </a:solidFill>
                <a:latin typeface="Montserrat"/>
                <a:ea typeface="Montserrat"/>
                <a:cs typeface="Montserrat"/>
              </a:rPr>
              <a:t>Загрузка, проверка замечаний и структурированный результат</a:t>
            </a:r>
          </a:p>
        </p:txBody>
      </p:sp>
      <p:sp>
        <p:nvSpPr>
          <p:cNvPr id="902" name="Номер слайда"/>
          <p:cNvSpPr>
            <a:spLocks noGrp="1"/>
          </p:cNvSpPr>
          <p:nvPr>
            <p:ph type="sldNum" sz="quarter" idx="4"/>
          </p:nvPr>
        </p:nvSpPr>
        <p:spPr>
          <a:xfrm>
            <a:off x="11064240" y="6355080"/>
            <a:ext cx="868680" cy="365760"/>
          </a:xfrm>
        </p:spPr>
        <p:txBody>
          <a:bodyPr/>
          <a:lstStyle/>
          <a:p>
            <a:r>
              <a:rPr/>
              <a:t>8</a:t>
            </a:r>
          </a:p>
        </p:txBody>
      </p:sp>
      <p:sp>
        <p:nvSpPr>
          <p:cNvPr id="950" name="Карточка 1"/>
          <p:cNvSpPr/>
          <p:nvPr/>
        </p:nvSpPr>
        <p:spPr>
          <a:xfrm>
            <a:off x="7320587" y="1828800"/>
            <a:ext cx="4505347" cy="1341120"/>
          </a:xfrm>
          <a:prstGeom prst="roundRect">
            <a:avLst>
              <a:gd name="adj" fmla="val 6000"/>
            </a:avLst>
          </a:prstGeom>
          <a:solidFill>
            <a:srgbClr val="FFFFFF"/>
          </a:solidFill>
          <a:ln w="9525">
            <a:solidFill>
              <a:srgbClr val="C9C3DA"/>
            </a:solidFill>
          </a:ln>
          <a:effectLst/>
        </p:spPr>
        <p:txBody>
          <a:bodyPr rtlCol="0" anchor="ctr"/>
          <a:lstStyle/>
          <a:p>
            <a:endParaRPr lang="ru-RU"/>
          </a:p>
        </p:txBody>
      </p:sp>
      <p:sp>
        <p:nvSpPr>
          <p:cNvPr id="951" name="Номер 1"/>
          <p:cNvSpPr/>
          <p:nvPr/>
        </p:nvSpPr>
        <p:spPr>
          <a:xfrm>
            <a:off x="7549187" y="2057400"/>
            <a:ext cx="411480" cy="411480"/>
          </a:xfrm>
          <a:prstGeom prst="ellipse">
            <a:avLst/>
          </a:prstGeom>
          <a:solidFill>
            <a:srgbClr val="520977"/>
          </a:solidFill>
          <a:ln>
            <a:noFill/>
          </a:ln>
        </p:spPr>
        <p:txBody>
          <a:bodyPr lIns="0" tIns="0" rIns="0" bIns="0" anchor="ctr"/>
          <a:lstStyle/>
          <a:p>
            <a:pPr algn="ctr"/>
            <a:r>
              <a:rPr lang="ru-RU" sz="1400" b="1">
                <a:solidFill>
                  <a:srgbClr val="FFFFFF"/>
                </a:solidFill>
                <a:latin typeface="Montserrat"/>
                <a:ea typeface="Montserrat"/>
                <a:cs typeface="Montserrat"/>
              </a:rPr>
              <a:t>1</a:t>
            </a:r>
          </a:p>
        </p:txBody>
      </p:sp>
      <p:sp>
        <p:nvSpPr>
          <p:cNvPr id="952" name="Заголовок карточки 1"/>
          <p:cNvSpPr txBox="1"/>
          <p:nvPr/>
        </p:nvSpPr>
        <p:spPr>
          <a:xfrm>
            <a:off x="8143547" y="2057400"/>
            <a:ext cx="3453787" cy="411480"/>
          </a:xfrm>
          <a:prstGeom prst="rect">
            <a:avLst/>
          </a:prstGeom>
          <a:noFill/>
        </p:spPr>
        <p:txBody>
          <a:bodyPr wrap="square" lIns="0" tIns="0" rIns="0" bIns="0" anchor="ctr"/>
          <a:lstStyle/>
          <a:p>
            <a:pPr algn="l"/>
            <a:r>
              <a:rPr lang="ru-RU" sz="1400" b="1">
                <a:solidFill>
                  <a:srgbClr val="520977"/>
                </a:solidFill>
                <a:latin typeface="Montserrat"/>
                <a:ea typeface="Montserrat"/>
                <a:cs typeface="Montserrat"/>
              </a:rPr>
              <a:t>Веб-приложение</a:t>
            </a:r>
          </a:p>
        </p:txBody>
      </p:sp>
      <p:sp>
        <p:nvSpPr>
          <p:cNvPr id="953" name="Текст карточки 1"/>
          <p:cNvSpPr txBox="1"/>
          <p:nvPr/>
        </p:nvSpPr>
        <p:spPr>
          <a:xfrm>
            <a:off x="7549187" y="2606040"/>
            <a:ext cx="4048147" cy="335280"/>
          </a:xfrm>
          <a:prstGeom prst="rect">
            <a:avLst/>
          </a:prstGeom>
          <a:noFill/>
        </p:spPr>
        <p:txBody>
          <a:bodyPr wrap="square" lIns="0" tIns="0" rIns="0" bIns="0" anchor="t"/>
          <a:lstStyle/>
          <a:p>
            <a:pPr algn="l">
              <a:lnSpc>
                <a:spcPct val="110000"/>
              </a:lnSpc>
            </a:pPr>
            <a:r>
              <a:rPr lang="ru-RU" sz="1100">
                <a:solidFill>
                  <a:srgbClr val="4A4458"/>
                </a:solidFill>
                <a:latin typeface="Montserrat"/>
                <a:ea typeface="Montserrat"/>
                <a:cs typeface="Montserrat"/>
              </a:rPr>
              <a:t>Загрузить DICOM, папку или ZIP. Открыть снимок с разметкой, проверить замечания, выгрузить таблицу и DICOM SR.</a:t>
            </a:r>
          </a:p>
        </p:txBody>
      </p:sp>
      <p:sp>
        <p:nvSpPr>
          <p:cNvPr id="954" name="Карточка 2"/>
          <p:cNvSpPr/>
          <p:nvPr/>
        </p:nvSpPr>
        <p:spPr>
          <a:xfrm>
            <a:off x="7320587" y="3352800"/>
            <a:ext cx="4505347" cy="1341120"/>
          </a:xfrm>
          <a:prstGeom prst="roundRect">
            <a:avLst>
              <a:gd name="adj" fmla="val 6000"/>
            </a:avLst>
          </a:prstGeom>
          <a:solidFill>
            <a:srgbClr val="FFFFFF"/>
          </a:solidFill>
          <a:ln w="9525">
            <a:solidFill>
              <a:srgbClr val="C9C3DA"/>
            </a:solidFill>
          </a:ln>
          <a:effectLst/>
        </p:spPr>
        <p:txBody>
          <a:bodyPr rtlCol="0" anchor="ctr"/>
          <a:lstStyle/>
          <a:p>
            <a:endParaRPr lang="ru-RU"/>
          </a:p>
        </p:txBody>
      </p:sp>
      <p:sp>
        <p:nvSpPr>
          <p:cNvPr id="955" name="Номер 2"/>
          <p:cNvSpPr/>
          <p:nvPr/>
        </p:nvSpPr>
        <p:spPr>
          <a:xfrm>
            <a:off x="7549187" y="3581400"/>
            <a:ext cx="411480" cy="411480"/>
          </a:xfrm>
          <a:prstGeom prst="ellipse">
            <a:avLst/>
          </a:prstGeom>
          <a:solidFill>
            <a:srgbClr val="520977"/>
          </a:solidFill>
          <a:ln>
            <a:noFill/>
          </a:ln>
        </p:spPr>
        <p:txBody>
          <a:bodyPr lIns="0" tIns="0" rIns="0" bIns="0" anchor="ctr"/>
          <a:lstStyle/>
          <a:p>
            <a:pPr algn="ctr"/>
            <a:r>
              <a:rPr lang="ru-RU" sz="1400" b="1">
                <a:solidFill>
                  <a:srgbClr val="FFFFFF"/>
                </a:solidFill>
                <a:latin typeface="Montserrat"/>
                <a:ea typeface="Montserrat"/>
                <a:cs typeface="Montserrat"/>
              </a:rPr>
              <a:t>2</a:t>
            </a:r>
          </a:p>
        </p:txBody>
      </p:sp>
      <p:sp>
        <p:nvSpPr>
          <p:cNvPr id="956" name="Заголовок карточки 2"/>
          <p:cNvSpPr txBox="1"/>
          <p:nvPr/>
        </p:nvSpPr>
        <p:spPr>
          <a:xfrm>
            <a:off x="8143547" y="3581400"/>
            <a:ext cx="3453787" cy="411480"/>
          </a:xfrm>
          <a:prstGeom prst="rect">
            <a:avLst/>
          </a:prstGeom>
          <a:noFill/>
        </p:spPr>
        <p:txBody>
          <a:bodyPr wrap="square" lIns="0" tIns="0" rIns="0" bIns="0" anchor="ctr"/>
          <a:lstStyle/>
          <a:p>
            <a:pPr algn="l"/>
            <a:r>
              <a:rPr lang="ru-RU" sz="1400" b="1">
                <a:solidFill>
                  <a:srgbClr val="520977"/>
                </a:solidFill>
                <a:latin typeface="Montserrat"/>
                <a:ea typeface="Montserrat"/>
                <a:cs typeface="Montserrat"/>
              </a:rPr>
              <a:t>Приложение для Windows и macOS</a:t>
            </a:r>
          </a:p>
        </p:txBody>
      </p:sp>
      <p:sp>
        <p:nvSpPr>
          <p:cNvPr id="957" name="Текст карточки 2"/>
          <p:cNvSpPr txBox="1"/>
          <p:nvPr/>
        </p:nvSpPr>
        <p:spPr>
          <a:xfrm>
            <a:off x="7549187" y="4130040"/>
            <a:ext cx="4048147" cy="335280"/>
          </a:xfrm>
          <a:prstGeom prst="rect">
            <a:avLst/>
          </a:prstGeom>
          <a:noFill/>
        </p:spPr>
        <p:txBody>
          <a:bodyPr wrap="square" lIns="0" tIns="0" rIns="0" bIns="0" anchor="t"/>
          <a:lstStyle/>
          <a:p>
            <a:pPr algn="l">
              <a:lnSpc>
                <a:spcPct val="110000"/>
              </a:lnSpc>
            </a:pPr>
            <a:r>
              <a:rPr lang="ru-RU" sz="1100">
                <a:solidFill>
                  <a:srgbClr val="4A4458"/>
                </a:solidFill>
                <a:latin typeface="Montserrat"/>
                <a:ea typeface="Montserrat"/>
                <a:cs typeface="Montserrat"/>
              </a:rPr>
              <a:t>Тот же интерфейс на компьютере пользователя: снимки не покидают его, интернет не нужен.</a:t>
            </a:r>
          </a:p>
        </p:txBody>
      </p:sp>
      <p:sp>
        <p:nvSpPr>
          <p:cNvPr id="958" name="Карточка 3"/>
          <p:cNvSpPr/>
          <p:nvPr/>
        </p:nvSpPr>
        <p:spPr>
          <a:xfrm>
            <a:off x="7320587" y="4876800"/>
            <a:ext cx="4505347" cy="1341120"/>
          </a:xfrm>
          <a:prstGeom prst="roundRect">
            <a:avLst>
              <a:gd name="adj" fmla="val 6000"/>
            </a:avLst>
          </a:prstGeom>
          <a:solidFill>
            <a:srgbClr val="FFFFFF"/>
          </a:solidFill>
          <a:ln w="9525">
            <a:solidFill>
              <a:srgbClr val="C9C3DA"/>
            </a:solidFill>
          </a:ln>
          <a:effectLst/>
        </p:spPr>
        <p:txBody>
          <a:bodyPr rtlCol="0" anchor="ctr"/>
          <a:lstStyle/>
          <a:p>
            <a:endParaRPr lang="ru-RU"/>
          </a:p>
        </p:txBody>
      </p:sp>
      <p:sp>
        <p:nvSpPr>
          <p:cNvPr id="959" name="Номер 3"/>
          <p:cNvSpPr/>
          <p:nvPr/>
        </p:nvSpPr>
        <p:spPr>
          <a:xfrm>
            <a:off x="7549187" y="5105400"/>
            <a:ext cx="411480" cy="411480"/>
          </a:xfrm>
          <a:prstGeom prst="ellipse">
            <a:avLst/>
          </a:prstGeom>
          <a:solidFill>
            <a:srgbClr val="520977"/>
          </a:solidFill>
          <a:ln>
            <a:noFill/>
          </a:ln>
        </p:spPr>
        <p:txBody>
          <a:bodyPr lIns="0" tIns="0" rIns="0" bIns="0" anchor="ctr"/>
          <a:lstStyle/>
          <a:p>
            <a:pPr algn="ctr"/>
            <a:r>
              <a:rPr lang="ru-RU" sz="1400" b="1">
                <a:solidFill>
                  <a:srgbClr val="FFFFFF"/>
                </a:solidFill>
                <a:latin typeface="Montserrat"/>
                <a:ea typeface="Montserrat"/>
                <a:cs typeface="Montserrat"/>
              </a:rPr>
              <a:t>3</a:t>
            </a:r>
          </a:p>
        </p:txBody>
      </p:sp>
      <p:sp>
        <p:nvSpPr>
          <p:cNvPr id="960" name="Заголовок карточки 3"/>
          <p:cNvSpPr txBox="1"/>
          <p:nvPr/>
        </p:nvSpPr>
        <p:spPr>
          <a:xfrm>
            <a:off x="8143547" y="5105400"/>
            <a:ext cx="3453787" cy="411480"/>
          </a:xfrm>
          <a:prstGeom prst="rect">
            <a:avLst/>
          </a:prstGeom>
          <a:noFill/>
        </p:spPr>
        <p:txBody>
          <a:bodyPr wrap="square" lIns="0" tIns="0" rIns="0" bIns="0" anchor="ctr"/>
          <a:lstStyle/>
          <a:p>
            <a:pPr algn="l"/>
            <a:r>
              <a:rPr lang="ru-RU" sz="1400" b="1">
                <a:solidFill>
                  <a:srgbClr val="520977"/>
                </a:solidFill>
                <a:latin typeface="Montserrat"/>
                <a:ea typeface="Montserrat"/>
                <a:cs typeface="Montserrat"/>
              </a:rPr>
              <a:t>Пакетный API и сценарий PACS</a:t>
            </a:r>
          </a:p>
        </p:txBody>
      </p:sp>
      <p:sp>
        <p:nvSpPr>
          <p:cNvPr id="961" name="Текст карточки 3"/>
          <p:cNvSpPr txBox="1"/>
          <p:nvPr/>
        </p:nvSpPr>
        <p:spPr>
          <a:xfrm>
            <a:off x="7549187" y="5654040"/>
            <a:ext cx="4048147" cy="335280"/>
          </a:xfrm>
          <a:prstGeom prst="rect">
            <a:avLst/>
          </a:prstGeom>
          <a:noFill/>
        </p:spPr>
        <p:txBody>
          <a:bodyPr wrap="square" lIns="0" tIns="0" rIns="0" bIns="0" anchor="t"/>
          <a:lstStyle/>
          <a:p>
            <a:pPr algn="l">
              <a:lnSpc>
                <a:spcPct val="110000"/>
              </a:lnSpc>
            </a:pPr>
            <a:r>
              <a:rPr lang="ru-RU" sz="1100">
                <a:solidFill>
                  <a:srgbClr val="4A4458"/>
                </a:solidFill>
                <a:latin typeface="Montserrat"/>
                <a:ea typeface="Montserrat"/>
                <a:cs typeface="Montserrat"/>
              </a:rPr>
              <a:t>API обрабатывает архив и выдаёт результаты. Для пилотного обмена с PACS нужен внешний DICOM-роутер.</a:t>
            </a:r>
          </a:p>
        </p:txBody>
      </p:sp>
      <p:sp>
        <p:nvSpPr>
          <p:cNvPr id="962" name="Rounded Rectangle 961"/>
          <p:cNvSpPr/>
          <p:nvPr/>
        </p:nvSpPr>
        <p:spPr>
          <a:xfrm>
            <a:off x="346075" y="1828800"/>
            <a:ext cx="6654472" cy="4389120"/>
          </a:xfrm>
          <a:prstGeom prst="roundRect">
            <a:avLst/>
          </a:prstGeom>
          <a:solidFill>
            <a:srgbClr val="1514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TextBox 962"/>
          <p:cNvSpPr txBox="1"/>
          <p:nvPr/>
        </p:nvSpPr>
        <p:spPr>
          <a:xfrm>
            <a:off x="612253" y="1982419"/>
            <a:ext cx="6122116" cy="438912"/>
          </a:xfrm>
          <a:prstGeom prst="rect">
            <a:avLst/>
          </a:prstGeom>
          <a:noFill/>
        </p:spPr>
        <p:txBody>
          <a:bodyPr wrap="square" lIns="0" rIns="0">
            <a:spAutoFit/>
          </a:bodyPr>
          <a:lstStyle/>
          <a:p>
            <a:r>
              <a:rPr sz="1400" b="1">
                <a:solidFill>
                  <a:srgbClr val="FFFFFF"/>
                </a:solidFill>
                <a:latin typeface="Montserrat"/>
              </a:rPr>
              <a:t>Контроль качества DXA</a:t>
            </a:r>
          </a:p>
        </p:txBody>
      </p:sp>
      <p:cxnSp>
        <p:nvCxnSpPr>
          <p:cNvPr id="964" name="Connector 963"/>
          <p:cNvCxnSpPr/>
          <p:nvPr/>
        </p:nvCxnSpPr>
        <p:spPr>
          <a:xfrm>
            <a:off x="612253" y="2443276"/>
            <a:ext cx="6122116" cy="0"/>
          </a:xfrm>
          <a:prstGeom prst="line">
            <a:avLst/>
          </a:prstGeom>
          <a:ln w="12700">
            <a:solidFill>
              <a:srgbClr val="463E58"/>
            </a:solidFill>
          </a:ln>
        </p:spPr>
        <p:style>
          <a:lnRef idx="2">
            <a:schemeClr val="accent1"/>
          </a:lnRef>
          <a:fillRef idx="0">
            <a:schemeClr val="accent1"/>
          </a:fillRef>
          <a:effectRef idx="1">
            <a:schemeClr val="accent1"/>
          </a:effectRef>
          <a:fontRef idx="minor">
            <a:schemeClr val="tx1"/>
          </a:fontRef>
        </p:style>
      </p:cxnSp>
      <p:sp>
        <p:nvSpPr>
          <p:cNvPr id="965" name="Rounded Rectangle 964"/>
          <p:cNvSpPr/>
          <p:nvPr/>
        </p:nvSpPr>
        <p:spPr>
          <a:xfrm>
            <a:off x="612253" y="2838297"/>
            <a:ext cx="3926140" cy="561807"/>
          </a:xfrm>
          <a:prstGeom prst="roundRect">
            <a:avLst/>
          </a:prstGeom>
          <a:solidFill>
            <a:srgbClr val="24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TextBox 965"/>
          <p:cNvSpPr txBox="1"/>
          <p:nvPr/>
        </p:nvSpPr>
        <p:spPr>
          <a:xfrm>
            <a:off x="718724" y="2950658"/>
            <a:ext cx="1872568" cy="337084"/>
          </a:xfrm>
          <a:prstGeom prst="rect">
            <a:avLst/>
          </a:prstGeom>
          <a:noFill/>
        </p:spPr>
        <p:txBody>
          <a:bodyPr wrap="square" lIns="0" rIns="0">
            <a:spAutoFit/>
          </a:bodyPr>
          <a:lstStyle/>
          <a:p>
            <a:r>
              <a:rPr sz="1100" b="0">
                <a:solidFill>
                  <a:srgbClr val="FFFFFF"/>
                </a:solidFill>
                <a:latin typeface="Montserrat"/>
              </a:rPr>
              <a:t>Исследование A</a:t>
            </a:r>
          </a:p>
        </p:txBody>
      </p:sp>
      <p:sp>
        <p:nvSpPr>
          <p:cNvPr id="967" name="TextBox 966"/>
          <p:cNvSpPr txBox="1"/>
          <p:nvPr/>
        </p:nvSpPr>
        <p:spPr>
          <a:xfrm>
            <a:off x="2619907" y="2950658"/>
            <a:ext cx="1560473" cy="337084"/>
          </a:xfrm>
          <a:prstGeom prst="rect">
            <a:avLst/>
          </a:prstGeom>
          <a:noFill/>
        </p:spPr>
        <p:txBody>
          <a:bodyPr wrap="square" lIns="0" rIns="0">
            <a:spAutoFit/>
          </a:bodyPr>
          <a:lstStyle/>
          <a:p>
            <a:r>
              <a:rPr sz="1100" b="1">
                <a:solidFill>
                  <a:srgbClr val="59D7AA"/>
                </a:solidFill>
                <a:latin typeface="Montserrat"/>
              </a:rPr>
              <a:t>Проверено</a:t>
            </a:r>
          </a:p>
        </p:txBody>
      </p:sp>
      <p:sp>
        <p:nvSpPr>
          <p:cNvPr id="968" name="Rounded Rectangle 967"/>
          <p:cNvSpPr/>
          <p:nvPr/>
        </p:nvSpPr>
        <p:spPr>
          <a:xfrm>
            <a:off x="612253" y="3540556"/>
            <a:ext cx="3926140" cy="561807"/>
          </a:xfrm>
          <a:prstGeom prst="roundRect">
            <a:avLst/>
          </a:prstGeom>
          <a:solidFill>
            <a:srgbClr val="24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TextBox 968"/>
          <p:cNvSpPr txBox="1"/>
          <p:nvPr/>
        </p:nvSpPr>
        <p:spPr>
          <a:xfrm>
            <a:off x="718724" y="3652917"/>
            <a:ext cx="1872568" cy="337084"/>
          </a:xfrm>
          <a:prstGeom prst="rect">
            <a:avLst/>
          </a:prstGeom>
          <a:noFill/>
        </p:spPr>
        <p:txBody>
          <a:bodyPr wrap="square" lIns="0" rIns="0">
            <a:spAutoFit/>
          </a:bodyPr>
          <a:lstStyle/>
          <a:p>
            <a:r>
              <a:rPr sz="1100" b="0">
                <a:solidFill>
                  <a:srgbClr val="FFFFFF"/>
                </a:solidFill>
                <a:latin typeface="Montserrat"/>
              </a:rPr>
              <a:t>Исследование B</a:t>
            </a:r>
          </a:p>
        </p:txBody>
      </p:sp>
      <p:sp>
        <p:nvSpPr>
          <p:cNvPr id="970" name="TextBox 969"/>
          <p:cNvSpPr txBox="1"/>
          <p:nvPr/>
        </p:nvSpPr>
        <p:spPr>
          <a:xfrm>
            <a:off x="2619907" y="3652917"/>
            <a:ext cx="1560473" cy="337084"/>
          </a:xfrm>
          <a:prstGeom prst="rect">
            <a:avLst/>
          </a:prstGeom>
          <a:noFill/>
        </p:spPr>
        <p:txBody>
          <a:bodyPr wrap="square" lIns="0" rIns="0">
            <a:spAutoFit/>
          </a:bodyPr>
          <a:lstStyle/>
          <a:p>
            <a:r>
              <a:rPr sz="1100" b="1">
                <a:solidFill>
                  <a:srgbClr val="FF759D"/>
                </a:solidFill>
                <a:latin typeface="Montserrat"/>
              </a:rPr>
              <a:t>Проверить</a:t>
            </a:r>
          </a:p>
        </p:txBody>
      </p:sp>
      <p:sp>
        <p:nvSpPr>
          <p:cNvPr id="971" name="Rounded Rectangle 970"/>
          <p:cNvSpPr/>
          <p:nvPr/>
        </p:nvSpPr>
        <p:spPr>
          <a:xfrm>
            <a:off x="612253" y="4242815"/>
            <a:ext cx="3926140" cy="561807"/>
          </a:xfrm>
          <a:prstGeom prst="roundRect">
            <a:avLst/>
          </a:prstGeom>
          <a:solidFill>
            <a:srgbClr val="24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TextBox 971"/>
          <p:cNvSpPr txBox="1"/>
          <p:nvPr/>
        </p:nvSpPr>
        <p:spPr>
          <a:xfrm>
            <a:off x="718724" y="4355176"/>
            <a:ext cx="1872568" cy="337084"/>
          </a:xfrm>
          <a:prstGeom prst="rect">
            <a:avLst/>
          </a:prstGeom>
          <a:noFill/>
        </p:spPr>
        <p:txBody>
          <a:bodyPr wrap="square" lIns="0" rIns="0">
            <a:spAutoFit/>
          </a:bodyPr>
          <a:lstStyle/>
          <a:p>
            <a:r>
              <a:rPr sz="1100" b="0">
                <a:solidFill>
                  <a:srgbClr val="FFFFFF"/>
                </a:solidFill>
                <a:latin typeface="Montserrat"/>
              </a:rPr>
              <a:t>Исследование C</a:t>
            </a:r>
          </a:p>
        </p:txBody>
      </p:sp>
      <p:sp>
        <p:nvSpPr>
          <p:cNvPr id="973" name="TextBox 972"/>
          <p:cNvSpPr txBox="1"/>
          <p:nvPr/>
        </p:nvSpPr>
        <p:spPr>
          <a:xfrm>
            <a:off x="2619907" y="4355176"/>
            <a:ext cx="1560473" cy="337084"/>
          </a:xfrm>
          <a:prstGeom prst="rect">
            <a:avLst/>
          </a:prstGeom>
          <a:noFill/>
        </p:spPr>
        <p:txBody>
          <a:bodyPr wrap="square" lIns="0" rIns="0">
            <a:spAutoFit/>
          </a:bodyPr>
          <a:lstStyle/>
          <a:p>
            <a:r>
              <a:rPr sz="1100" b="1">
                <a:solidFill>
                  <a:srgbClr val="59D7AA"/>
                </a:solidFill>
                <a:latin typeface="Montserrat"/>
              </a:rPr>
              <a:t>Проверено</a:t>
            </a:r>
          </a:p>
        </p:txBody>
      </p:sp>
      <p:sp>
        <p:nvSpPr>
          <p:cNvPr id="974" name="Rounded Rectangle 973"/>
          <p:cNvSpPr/>
          <p:nvPr/>
        </p:nvSpPr>
        <p:spPr>
          <a:xfrm>
            <a:off x="5004205" y="2750515"/>
            <a:ext cx="1730162" cy="2589580"/>
          </a:xfrm>
          <a:prstGeom prst="roundRect">
            <a:avLst/>
          </a:prstGeom>
          <a:solidFill>
            <a:srgbClr val="27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TextBox 974"/>
          <p:cNvSpPr txBox="1"/>
          <p:nvPr/>
        </p:nvSpPr>
        <p:spPr>
          <a:xfrm>
            <a:off x="5123985" y="3013862"/>
            <a:ext cx="1463983" cy="658368"/>
          </a:xfrm>
          <a:prstGeom prst="rect">
            <a:avLst/>
          </a:prstGeom>
          <a:noFill/>
        </p:spPr>
        <p:txBody>
          <a:bodyPr wrap="square" lIns="0" rIns="0">
            <a:spAutoFit/>
          </a:bodyPr>
          <a:lstStyle/>
          <a:p>
            <a:r>
              <a:rPr sz="1300" b="1">
                <a:solidFill>
                  <a:srgbClr val="FFFFFF"/>
                </a:solidFill>
                <a:latin typeface="Montserrat"/>
              </a:rPr>
              <a:t>Вердикт</a:t>
            </a:r>
          </a:p>
        </p:txBody>
      </p:sp>
      <p:sp>
        <p:nvSpPr>
          <p:cNvPr id="976" name="TextBox 975"/>
          <p:cNvSpPr txBox="1"/>
          <p:nvPr/>
        </p:nvSpPr>
        <p:spPr>
          <a:xfrm>
            <a:off x="5123985" y="3803904"/>
            <a:ext cx="1463983" cy="1053388"/>
          </a:xfrm>
          <a:prstGeom prst="rect">
            <a:avLst/>
          </a:prstGeom>
          <a:noFill/>
        </p:spPr>
        <p:txBody>
          <a:bodyPr wrap="square" lIns="0" rIns="0">
            <a:spAutoFit/>
          </a:bodyPr>
          <a:lstStyle/>
          <a:p>
            <a:r>
              <a:rPr sz="1000" b="0">
                <a:solidFill>
                  <a:srgbClr val="FFB1CC"/>
                </a:solidFill>
                <a:latin typeface="Montserrat"/>
              </a:rPr>
              <a:t>1 из 3
требует проверки</a:t>
            </a:r>
          </a:p>
        </p:txBody>
      </p:sp>
      <p:sp>
        <p:nvSpPr>
          <p:cNvPr id="977" name="TextBox 976"/>
          <p:cNvSpPr txBox="1"/>
          <p:nvPr/>
        </p:nvSpPr>
        <p:spPr>
          <a:xfrm>
            <a:off x="612253" y="5559552"/>
            <a:ext cx="6122116" cy="395020"/>
          </a:xfrm>
          <a:prstGeom prst="rect">
            <a:avLst/>
          </a:prstGeom>
          <a:noFill/>
        </p:spPr>
        <p:txBody>
          <a:bodyPr wrap="square" lIns="0" rIns="0">
            <a:spAutoFit/>
          </a:bodyPr>
          <a:lstStyle/>
          <a:p>
            <a:r>
              <a:rPr sz="700" b="0">
                <a:solidFill>
                  <a:srgbClr val="AFA9C1"/>
                </a:solidFill>
                <a:latin typeface="Montserrat"/>
              </a:rPr>
              <a:t>Схема интерфейса · без клинических данных</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Rounded Rectangle 1"/>
          <p:cNvSpPr/>
          <p:nvPr/>
        </p:nvSpPr>
        <p:spPr>
          <a:xfrm>
            <a:off x="346075" y="324562"/>
            <a:ext cx="2747772" cy="620919"/>
          </a:xfrm>
          <a:prstGeom prst="roundRect">
            <a:avLst>
              <a:gd name="adj" fmla="val 18700"/>
            </a:avLst>
          </a:prstGeom>
          <a:solidFill>
            <a:srgbClr val="FF0053"/>
          </a:solidFill>
          <a:ln>
            <a:noFill/>
          </a:ln>
          <a:effectLst/>
        </p:spPr>
        <p:style>
          <a:lnRef idx="1">
            <a:schemeClr val="accent1"/>
          </a:lnRef>
          <a:fillRef idx="3">
            <a:schemeClr val="accent1"/>
          </a:fillRef>
          <a:effectRef idx="2">
            <a:schemeClr val="accent1"/>
          </a:effectRef>
          <a:fontRef idx="minor">
            <a:schemeClr val="lt1"/>
          </a:fontRef>
        </p:style>
        <p:txBody>
          <a:bodyPr wrap="none" lIns="274320" tIns="0" rIns="182880" bIns="0" rtlCol="0" anchor="ctr"/>
          <a:lstStyle/>
          <a:p>
            <a:pPr algn="l"/>
            <a:r>
              <a:rPr lang="ru-RU" sz="2000" b="1" i="0" dirty="0" smtClean="0">
                <a:solidFill>
                  <a:srgbClr val="FFFFFF"/>
                </a:solidFill>
                <a:latin typeface="Montserrat"/>
                <a:ea typeface="Montserrat"/>
                <a:cs typeface="Montserrat"/>
              </a:rPr>
              <a:t>ПИЛОТ И РИСКИ</a:t>
            </a:r>
          </a:p>
        </p:txBody>
      </p:sp>
      <p:sp>
        <p:nvSpPr>
          <p:cNvPr id="3" name="TextBox 2"/>
          <p:cNvSpPr txBox="1"/>
          <p:nvPr/>
        </p:nvSpPr>
        <p:spPr>
          <a:xfrm>
            <a:off x="346075" y="1097280"/>
            <a:ext cx="11338560" cy="822960"/>
          </a:xfrm>
          <a:prstGeom prst="rect">
            <a:avLst/>
          </a:prstGeom>
          <a:noFill/>
        </p:spPr>
        <p:txBody>
          <a:bodyPr wrap="square" lIns="0" tIns="0" rIns="0" bIns="0" anchor="t"/>
          <a:lstStyle/>
          <a:p>
            <a:pPr algn="l">
              <a:lnSpc>
                <a:spcPct val="102000"/>
              </a:lnSpc>
              <a:spcAft>
                <a:spcPts val="0"/>
              </a:spcAft>
            </a:pPr>
            <a:r>
              <a:rPr lang="ru-RU" sz="2200" b="1" i="0" dirty="0" smtClean="0">
                <a:solidFill>
                  <a:srgbClr val="520977"/>
                </a:solidFill>
                <a:latin typeface="Montserrat"/>
                <a:ea typeface="Montserrat"/>
                <a:cs typeface="Montserrat"/>
              </a:rPr>
              <a:t>До полного соответствия ТЗ: проверки и оценка финальной версии</a:t>
            </a:r>
          </a:p>
        </p:txBody>
      </p:sp>
      <p:sp>
        <p:nvSpPr>
          <p:cNvPr id="902" name="Номер слайда"/>
          <p:cNvSpPr>
            <a:spLocks noGrp="1"/>
          </p:cNvSpPr>
          <p:nvPr>
            <p:ph type="sldNum" sz="quarter" idx="4"/>
          </p:nvPr>
        </p:nvSpPr>
        <p:spPr>
          <a:xfrm>
            <a:off x="11064240" y="6355080"/>
            <a:ext cx="868680" cy="365760"/>
          </a:xfrm>
        </p:spPr>
        <p:txBody>
          <a:bodyPr/>
          <a:lstStyle/>
          <a:p>
            <a:r>
              <a:rPr/>
              <a:t>9</a:t>
            </a:r>
          </a:p>
        </p:txBody>
      </p:sp>
      <p:graphicFrame>
        <p:nvGraphicFramePr>
          <p:cNvPr id="903" name="Table 902"/>
          <p:cNvGraphicFramePr>
            <a:graphicFrameLocks noGrp="1"/>
          </p:cNvGraphicFramePr>
          <p:nvPr/>
        </p:nvGraphicFramePr>
        <p:xfrm>
          <a:off x="346075" y="1828800"/>
          <a:ext cx="11479859" cy="3840480"/>
        </p:xfrm>
        <a:graphic>
          <a:graphicData uri="http://schemas.openxmlformats.org/drawingml/2006/table">
            <a:tbl>
              <a:tblPr>
                <a:tableStyleId>{2D5ABB26-0587-4C30-8999-92F81FD0307C}</a:tableStyleId>
              </a:tblPr>
              <a:tblGrid>
                <a:gridCol w="320040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gridCol w="1878659">
                  <a:extLst>
                    <a:ext uri="{9D8B030D-6E8A-4147-A177-3AD203B41FA5}">
                      <a16:colId xmlns:a16="http://schemas.microsoft.com/office/drawing/2014/main" val="20002"/>
                    </a:ext>
                  </a:extLst>
                </a:gridCol>
              </a:tblGrid>
              <a:tr h="548640">
                <a:tc>
                  <a:txBody>
                    <a:bodyPr/>
                    <a:lstStyle/>
                    <a:p>
                      <a:pPr algn="l"/>
                      <a:r>
                        <a:rPr sz="1000" b="1" i="0">
                          <a:solidFill>
                            <a:srgbClr val="520977"/>
                          </a:solidFill>
                          <a:latin typeface="Montserrat"/>
                          <a:ea typeface="Montserrat"/>
                          <a:cs typeface="Montserrat"/>
                        </a:rPr>
                        <a:t>ЧТО НУЖНО ЗАКРЫТЬ</a:t>
                      </a:r>
                    </a:p>
                  </a:txBody>
                  <a:tcPr marL="45720" marR="73152" marT="27432" marB="27432" anchor="ctr">
                    <a:lnL w="0">
                      <a:noFill/>
                    </a:lnL>
                    <a:lnR w="0">
                      <a:noFill/>
                    </a:lnR>
                    <a:lnT w="0">
                      <a:noFill/>
                    </a:lnT>
                    <a:lnB w="19050">
                      <a:solidFill>
                        <a:srgbClr val="520977"/>
                      </a:solidFill>
                    </a:lnB>
                    <a:noFill/>
                  </a:tcPr>
                </a:tc>
                <a:tc>
                  <a:txBody>
                    <a:bodyPr/>
                    <a:lstStyle/>
                    <a:p>
                      <a:pPr algn="l"/>
                      <a:r>
                        <a:rPr sz="1000" b="1" i="0">
                          <a:solidFill>
                            <a:srgbClr val="520977"/>
                          </a:solidFill>
                          <a:latin typeface="Montserrat"/>
                          <a:ea typeface="Montserrat"/>
                          <a:cs typeface="Montserrat"/>
                        </a:rPr>
                        <a:t>ДЕЙСТВИЕ ПЕРЕД СДАЧЕЙ / В ПИЛОТЕ</a:t>
                      </a:r>
                    </a:p>
                  </a:txBody>
                  <a:tcPr marL="64008" marR="73152" marT="27432" marB="27432" anchor="ctr">
                    <a:lnL w="0">
                      <a:noFill/>
                    </a:lnL>
                    <a:lnR w="0">
                      <a:noFill/>
                    </a:lnR>
                    <a:lnT w="0">
                      <a:noFill/>
                    </a:lnT>
                    <a:lnB w="19050">
                      <a:solidFill>
                        <a:srgbClr val="520977"/>
                      </a:solidFill>
                    </a:lnB>
                    <a:noFill/>
                  </a:tcPr>
                </a:tc>
                <a:tc>
                  <a:txBody>
                    <a:bodyPr/>
                    <a:lstStyle/>
                    <a:p>
                      <a:pPr algn="ctr"/>
                      <a:r>
                        <a:rPr sz="1000" b="1" i="0">
                          <a:solidFill>
                            <a:srgbClr val="520977"/>
                          </a:solidFill>
                          <a:latin typeface="Montserrat"/>
                          <a:ea typeface="Montserrat"/>
                          <a:cs typeface="Montserrat"/>
                        </a:rPr>
                        <a:t>ПРИОРИТЕТ</a:t>
                      </a:r>
                    </a:p>
                  </a:txBody>
                  <a:tcPr marL="64008" marR="73152" marT="27432" marB="27432" anchor="ctr">
                    <a:lnL w="0">
                      <a:noFill/>
                    </a:lnL>
                    <a:lnR w="0">
                      <a:noFill/>
                    </a:lnR>
                    <a:lnT w="0">
                      <a:noFill/>
                    </a:lnT>
                    <a:lnB w="19050">
                      <a:solidFill>
                        <a:srgbClr val="520977"/>
                      </a:solidFill>
                    </a:lnB>
                    <a:noFill/>
                  </a:tcPr>
                </a:tc>
                <a:extLst>
                  <a:ext uri="{0D108BD9-81ED-4DB2-BD59-A6C34878D82A}">
                    <a16:rowId xmlns:a16="http://schemas.microsoft.com/office/drawing/2014/main" val="10000"/>
                  </a:ext>
                </a:extLst>
              </a:tr>
              <a:tr h="548640">
                <a:tc>
                  <a:txBody>
                    <a:bodyPr/>
                    <a:lstStyle/>
                    <a:p>
                      <a:pPr algn="l"/>
                      <a:r>
                        <a:rPr sz="1100" b="1" i="0">
                          <a:solidFill>
                            <a:srgbClr val="1C1D22"/>
                          </a:solidFill>
                          <a:latin typeface="Montserrat"/>
                          <a:ea typeface="Montserrat"/>
                          <a:cs typeface="Montserrat"/>
                        </a:rPr>
                        <a:t>Th12 выключен; правило 5–50% требует уточнения</a:t>
                      </a:r>
                    </a:p>
                  </a:txBody>
                  <a:tcPr marL="45720" marR="73152" marT="27432" marB="27432" anchor="ctr">
                    <a:lnL w="0">
                      <a:noFill/>
                    </a:lnL>
                    <a:lnR w="0">
                      <a:noFill/>
                    </a:lnR>
                    <a:lnT w="19050" cap="flat" cmpd="sng" algn="ctr">
                      <a:solidFill>
                        <a:srgbClr val="520977"/>
                      </a:solidFill>
                      <a:prstDash val="solid"/>
                      <a:round/>
                      <a:headEnd type="none" w="med" len="med"/>
                      <a:tailEnd type="none" w="med" len="med"/>
                    </a:lnT>
                    <a:lnB w="9525">
                      <a:solidFill>
                        <a:srgbClr val="C9C3DA"/>
                      </a:solidFill>
                    </a:lnB>
                    <a:noFill/>
                  </a:tcPr>
                </a:tc>
                <a:tc>
                  <a:txBody>
                    <a:bodyPr/>
                    <a:lstStyle/>
                    <a:p>
                      <a:pPr algn="l"/>
                      <a:r>
                        <a:rPr sz="1100" b="0" i="0">
                          <a:solidFill>
                            <a:srgbClr val="1C1D22"/>
                          </a:solidFill>
                          <a:latin typeface="Montserrat"/>
                          <a:ea typeface="Montserrat"/>
                          <a:cs typeface="Montserrat"/>
                        </a:rPr>
                        <a:t>Включить модуль и согласовать условие половины Th12</a:t>
                      </a:r>
                    </a:p>
                  </a:txBody>
                  <a:tcPr marL="64008" marR="73152" marT="27432" marB="27432" anchor="ctr">
                    <a:lnL w="0">
                      <a:noFill/>
                    </a:lnL>
                    <a:lnR w="0">
                      <a:noFill/>
                    </a:lnR>
                    <a:lnT w="19050" cap="flat" cmpd="sng" algn="ctr">
                      <a:solidFill>
                        <a:srgbClr val="520977"/>
                      </a:solidFill>
                      <a:prstDash val="solid"/>
                      <a:round/>
                      <a:headEnd type="none" w="med" len="med"/>
                      <a:tailEnd type="none" w="med" len="med"/>
                    </a:lnT>
                    <a:lnB w="9525">
                      <a:solidFill>
                        <a:srgbClr val="C9C3DA"/>
                      </a:solidFill>
                    </a:lnB>
                    <a:noFill/>
                  </a:tcPr>
                </a:tc>
                <a:tc>
                  <a:txBody>
                    <a:bodyPr/>
                    <a:lstStyle/>
                    <a:p>
                      <a:pPr algn="ctr"/>
                      <a:r>
                        <a:rPr sz="1600" b="1" i="0">
                          <a:solidFill>
                            <a:srgbClr val="520977"/>
                          </a:solidFill>
                          <a:latin typeface="Montserrat"/>
                          <a:ea typeface="Montserrat"/>
                          <a:cs typeface="Montserrat"/>
                        </a:rPr>
                        <a:t>P0</a:t>
                      </a:r>
                    </a:p>
                  </a:txBody>
                  <a:tcPr marL="64008" marR="73152" marT="27432" marB="27432" anchor="ctr">
                    <a:lnL w="0">
                      <a:noFill/>
                    </a:lnL>
                    <a:lnR w="0">
                      <a:noFill/>
                    </a:lnR>
                    <a:lnT w="19050" cap="flat" cmpd="sng" algn="ctr">
                      <a:solidFill>
                        <a:srgbClr val="520977"/>
                      </a:solidFill>
                      <a:prstDash val="solid"/>
                      <a:round/>
                      <a:headEnd type="none" w="med" len="med"/>
                      <a:tailEnd type="none" w="med" len="med"/>
                    </a:lnT>
                    <a:lnB w="9525">
                      <a:solidFill>
                        <a:srgbClr val="C9C3DA"/>
                      </a:solidFill>
                    </a:lnB>
                    <a:noFill/>
                  </a:tcPr>
                </a:tc>
                <a:extLst>
                  <a:ext uri="{0D108BD9-81ED-4DB2-BD59-A6C34878D82A}">
                    <a16:rowId xmlns:a16="http://schemas.microsoft.com/office/drawing/2014/main" val="10001"/>
                  </a:ext>
                </a:extLst>
              </a:tr>
              <a:tr h="548640">
                <a:tc>
                  <a:txBody>
                    <a:bodyPr/>
                    <a:lstStyle/>
                    <a:p>
                      <a:pPr algn="l"/>
                      <a:r>
                        <a:rPr sz="1100" b="1" i="0">
                          <a:solidFill>
                            <a:srgbClr val="1C1D22"/>
                          </a:solidFill>
                          <a:latin typeface="Montserrat"/>
                          <a:ea typeface="Montserrat"/>
                          <a:cs typeface="Montserrat"/>
                        </a:rPr>
                        <a:t>Позиционирование бедра и разметка оператора</a:t>
                      </a:r>
                    </a:p>
                  </a:txBody>
                  <a:tcPr marL="45720" marR="73152" marT="27432" marB="27432" anchor="ctr">
                    <a:lnL w="0">
                      <a:noFill/>
                    </a:lnL>
                    <a:lnR w="0">
                      <a:noFill/>
                    </a:lnR>
                    <a:lnT w="9525" cap="flat" cmpd="sng" algn="ctr">
                      <a:solidFill>
                        <a:srgbClr val="C9C3DA"/>
                      </a:solidFill>
                      <a:prstDash val="solid"/>
                      <a:round/>
                      <a:headEnd type="none" w="med" len="med"/>
                      <a:tailEnd type="none" w="med" len="med"/>
                    </a:lnT>
                    <a:lnB w="9525">
                      <a:solidFill>
                        <a:srgbClr val="C9C3DA"/>
                      </a:solidFill>
                    </a:lnB>
                    <a:noFill/>
                  </a:tcPr>
                </a:tc>
                <a:tc>
                  <a:txBody>
                    <a:bodyPr/>
                    <a:lstStyle/>
                    <a:p>
                      <a:pPr algn="l"/>
                      <a:r>
                        <a:rPr sz="1100" b="0" i="0">
                          <a:solidFill>
                            <a:srgbClr val="1C1D22"/>
                          </a:solidFill>
                          <a:latin typeface="Montserrat"/>
                          <a:ea typeface="Montserrat"/>
                          <a:cs typeface="Montserrat"/>
                        </a:rPr>
                        <a:t>Подтвердить все ориентиры; согласовать контроль разметки</a:t>
                      </a:r>
                    </a:p>
                  </a:txBody>
                  <a:tcPr marL="64008" marR="73152" marT="27432" marB="27432" anchor="ctr">
                    <a:lnL w="0">
                      <a:noFill/>
                    </a:lnL>
                    <a:lnR w="0">
                      <a:noFill/>
                    </a:lnR>
                    <a:lnT w="9525" cap="flat" cmpd="sng" algn="ctr">
                      <a:solidFill>
                        <a:srgbClr val="C9C3DA"/>
                      </a:solidFill>
                      <a:prstDash val="solid"/>
                      <a:round/>
                      <a:headEnd type="none" w="med" len="med"/>
                      <a:tailEnd type="none" w="med" len="med"/>
                    </a:lnT>
                    <a:lnB w="9525">
                      <a:solidFill>
                        <a:srgbClr val="C9C3DA"/>
                      </a:solidFill>
                    </a:lnB>
                    <a:noFill/>
                  </a:tcPr>
                </a:tc>
                <a:tc>
                  <a:txBody>
                    <a:bodyPr/>
                    <a:lstStyle/>
                    <a:p>
                      <a:pPr algn="ctr"/>
                      <a:r>
                        <a:rPr sz="1600" b="1" i="0">
                          <a:solidFill>
                            <a:srgbClr val="520977"/>
                          </a:solidFill>
                          <a:latin typeface="Montserrat"/>
                          <a:ea typeface="Montserrat"/>
                          <a:cs typeface="Montserrat"/>
                        </a:rPr>
                        <a:t>P0</a:t>
                      </a:r>
                    </a:p>
                  </a:txBody>
                  <a:tcPr marL="64008" marR="73152" marT="27432" marB="27432" anchor="ctr">
                    <a:lnL w="0">
                      <a:noFill/>
                    </a:lnL>
                    <a:lnR w="0">
                      <a:noFill/>
                    </a:lnR>
                    <a:lnT w="9525" cap="flat" cmpd="sng" algn="ctr">
                      <a:solidFill>
                        <a:srgbClr val="C9C3DA"/>
                      </a:solidFill>
                      <a:prstDash val="solid"/>
                      <a:round/>
                      <a:headEnd type="none" w="med" len="med"/>
                      <a:tailEnd type="none" w="med" len="med"/>
                    </a:lnT>
                    <a:lnB w="9525">
                      <a:solidFill>
                        <a:srgbClr val="C9C3DA"/>
                      </a:solidFill>
                    </a:lnB>
                    <a:noFill/>
                  </a:tcPr>
                </a:tc>
                <a:extLst>
                  <a:ext uri="{0D108BD9-81ED-4DB2-BD59-A6C34878D82A}">
                    <a16:rowId xmlns:a16="http://schemas.microsoft.com/office/drawing/2014/main" val="10002"/>
                  </a:ext>
                </a:extLst>
              </a:tr>
              <a:tr h="548640">
                <a:tc>
                  <a:txBody>
                    <a:bodyPr/>
                    <a:lstStyle/>
                    <a:p>
                      <a:pPr algn="l"/>
                      <a:r>
                        <a:rPr sz="1100" b="1" i="0">
                          <a:solidFill>
                            <a:srgbClr val="1C1D22"/>
                          </a:solidFill>
                          <a:latin typeface="Montserrat"/>
                          <a:ea typeface="Montserrat"/>
                          <a:cs typeface="Montserrat"/>
                        </a:rPr>
                        <a:t>Метрики относятся к прежнему правилу ROI</a:t>
                      </a:r>
                    </a:p>
                  </a:txBody>
                  <a:tcPr marL="45720" marR="73152" marT="27432" marB="27432" anchor="ctr">
                    <a:lnL w="0">
                      <a:noFill/>
                    </a:lnL>
                    <a:lnR w="0">
                      <a:noFill/>
                    </a:lnR>
                    <a:lnT w="9525" cap="flat" cmpd="sng" algn="ctr">
                      <a:solidFill>
                        <a:srgbClr val="C9C3DA"/>
                      </a:solidFill>
                      <a:prstDash val="solid"/>
                      <a:round/>
                      <a:headEnd type="none" w="med" len="med"/>
                      <a:tailEnd type="none" w="med" len="med"/>
                    </a:lnT>
                    <a:lnB w="9525">
                      <a:solidFill>
                        <a:srgbClr val="C9C3DA"/>
                      </a:solidFill>
                    </a:lnB>
                    <a:noFill/>
                  </a:tcPr>
                </a:tc>
                <a:tc>
                  <a:txBody>
                    <a:bodyPr/>
                    <a:lstStyle/>
                    <a:p>
                      <a:pPr algn="l"/>
                      <a:r>
                        <a:rPr sz="1100" b="0" i="0">
                          <a:solidFill>
                            <a:srgbClr val="1C1D22"/>
                          </a:solidFill>
                          <a:latin typeface="Montserrat"/>
                          <a:ea typeface="Montserrat"/>
                          <a:cs typeface="Montserrat"/>
                        </a:rPr>
                        <a:t>Пересчитать OOF для сдаваемой версии с ROI по рис. 6</a:t>
                      </a:r>
                    </a:p>
                  </a:txBody>
                  <a:tcPr marL="64008" marR="73152" marT="27432" marB="27432" anchor="ctr">
                    <a:lnL w="0">
                      <a:noFill/>
                    </a:lnL>
                    <a:lnR w="0">
                      <a:noFill/>
                    </a:lnR>
                    <a:lnT w="9525" cap="flat" cmpd="sng" algn="ctr">
                      <a:solidFill>
                        <a:srgbClr val="C9C3DA"/>
                      </a:solidFill>
                      <a:prstDash val="solid"/>
                      <a:round/>
                      <a:headEnd type="none" w="med" len="med"/>
                      <a:tailEnd type="none" w="med" len="med"/>
                    </a:lnT>
                    <a:lnB w="9525">
                      <a:solidFill>
                        <a:srgbClr val="C9C3DA"/>
                      </a:solidFill>
                    </a:lnB>
                    <a:noFill/>
                  </a:tcPr>
                </a:tc>
                <a:tc>
                  <a:txBody>
                    <a:bodyPr/>
                    <a:lstStyle/>
                    <a:p>
                      <a:pPr algn="ctr"/>
                      <a:r>
                        <a:rPr sz="1600" b="1" i="0">
                          <a:solidFill>
                            <a:srgbClr val="520977"/>
                          </a:solidFill>
                          <a:latin typeface="Montserrat"/>
                          <a:ea typeface="Montserrat"/>
                          <a:cs typeface="Montserrat"/>
                        </a:rPr>
                        <a:t>P0</a:t>
                      </a:r>
                    </a:p>
                  </a:txBody>
                  <a:tcPr marL="64008" marR="73152" marT="27432" marB="27432" anchor="ctr">
                    <a:lnL w="0">
                      <a:noFill/>
                    </a:lnL>
                    <a:lnR w="0">
                      <a:noFill/>
                    </a:lnR>
                    <a:lnT w="9525" cap="flat" cmpd="sng" algn="ctr">
                      <a:solidFill>
                        <a:srgbClr val="C9C3DA"/>
                      </a:solidFill>
                      <a:prstDash val="solid"/>
                      <a:round/>
                      <a:headEnd type="none" w="med" len="med"/>
                      <a:tailEnd type="none" w="med" len="med"/>
                    </a:lnT>
                    <a:lnB w="9525">
                      <a:solidFill>
                        <a:srgbClr val="C9C3DA"/>
                      </a:solidFill>
                    </a:lnB>
                    <a:noFill/>
                  </a:tcPr>
                </a:tc>
                <a:extLst>
                  <a:ext uri="{0D108BD9-81ED-4DB2-BD59-A6C34878D82A}">
                    <a16:rowId xmlns:a16="http://schemas.microsoft.com/office/drawing/2014/main" val="10003"/>
                  </a:ext>
                </a:extLst>
              </a:tr>
              <a:tr h="548640">
                <a:tc>
                  <a:txBody>
                    <a:bodyPr/>
                    <a:lstStyle/>
                    <a:p>
                      <a:pPr algn="l"/>
                      <a:r>
                        <a:rPr sz="1100" b="1" i="0">
                          <a:solidFill>
                            <a:srgbClr val="1C1D22"/>
                          </a:solidFill>
                          <a:latin typeface="Montserrat"/>
                          <a:ea typeface="Montserrat"/>
                          <a:cs typeface="Montserrat"/>
                        </a:rPr>
                        <a:t>Ось: чувствительность 0,30; укладка: F1 0,32</a:t>
                      </a:r>
                    </a:p>
                  </a:txBody>
                  <a:tcPr marL="45720" marR="73152" marT="27432" marB="27432" anchor="ctr">
                    <a:lnL w="0">
                      <a:noFill/>
                    </a:lnL>
                    <a:lnR w="0">
                      <a:noFill/>
                    </a:lnR>
                    <a:lnT w="9525" cap="flat" cmpd="sng" algn="ctr">
                      <a:solidFill>
                        <a:srgbClr val="C9C3DA"/>
                      </a:solidFill>
                      <a:prstDash val="solid"/>
                      <a:round/>
                      <a:headEnd type="none" w="med" len="med"/>
                      <a:tailEnd type="none" w="med" len="med"/>
                    </a:lnT>
                    <a:lnB w="9525">
                      <a:solidFill>
                        <a:srgbClr val="C9C3DA"/>
                      </a:solidFill>
                    </a:lnB>
                    <a:noFill/>
                  </a:tcPr>
                </a:tc>
                <a:tc>
                  <a:txBody>
                    <a:bodyPr/>
                    <a:lstStyle/>
                    <a:p>
                      <a:pPr algn="l"/>
                      <a:r>
                        <a:rPr sz="1100" b="0" i="0">
                          <a:solidFill>
                            <a:srgbClr val="1C1D22"/>
                          </a:solidFill>
                          <a:latin typeface="Montserrat"/>
                          <a:ea typeface="Montserrat"/>
                          <a:cs typeface="Montserrat"/>
                        </a:rPr>
                        <a:t>Разобрать пропуски, пороги и случаи ручной проверки</a:t>
                      </a:r>
                    </a:p>
                  </a:txBody>
                  <a:tcPr marL="64008" marR="73152" marT="27432" marB="27432" anchor="ctr">
                    <a:lnL w="0">
                      <a:noFill/>
                    </a:lnL>
                    <a:lnR w="0">
                      <a:noFill/>
                    </a:lnR>
                    <a:lnT w="9525" cap="flat" cmpd="sng" algn="ctr">
                      <a:solidFill>
                        <a:srgbClr val="C9C3DA"/>
                      </a:solidFill>
                      <a:prstDash val="solid"/>
                      <a:round/>
                      <a:headEnd type="none" w="med" len="med"/>
                      <a:tailEnd type="none" w="med" len="med"/>
                    </a:lnT>
                    <a:lnB w="9525">
                      <a:solidFill>
                        <a:srgbClr val="C9C3DA"/>
                      </a:solidFill>
                    </a:lnB>
                    <a:noFill/>
                  </a:tcPr>
                </a:tc>
                <a:tc>
                  <a:txBody>
                    <a:bodyPr/>
                    <a:lstStyle/>
                    <a:p>
                      <a:pPr algn="ctr"/>
                      <a:r>
                        <a:rPr sz="1600" b="1" i="0">
                          <a:solidFill>
                            <a:srgbClr val="520977"/>
                          </a:solidFill>
                          <a:latin typeface="Montserrat"/>
                          <a:ea typeface="Montserrat"/>
                          <a:cs typeface="Montserrat"/>
                        </a:rPr>
                        <a:t>P1</a:t>
                      </a:r>
                    </a:p>
                  </a:txBody>
                  <a:tcPr marL="64008" marR="73152" marT="27432" marB="27432" anchor="ctr">
                    <a:lnL w="0">
                      <a:noFill/>
                    </a:lnL>
                    <a:lnR w="0">
                      <a:noFill/>
                    </a:lnR>
                    <a:lnT w="9525" cap="flat" cmpd="sng" algn="ctr">
                      <a:solidFill>
                        <a:srgbClr val="C9C3DA"/>
                      </a:solidFill>
                      <a:prstDash val="solid"/>
                      <a:round/>
                      <a:headEnd type="none" w="med" len="med"/>
                      <a:tailEnd type="none" w="med" len="med"/>
                    </a:lnT>
                    <a:lnB w="9525">
                      <a:solidFill>
                        <a:srgbClr val="C9C3DA"/>
                      </a:solidFill>
                    </a:lnB>
                    <a:noFill/>
                  </a:tcPr>
                </a:tc>
                <a:extLst>
                  <a:ext uri="{0D108BD9-81ED-4DB2-BD59-A6C34878D82A}">
                    <a16:rowId xmlns:a16="http://schemas.microsoft.com/office/drawing/2014/main" val="10004"/>
                  </a:ext>
                </a:extLst>
              </a:tr>
              <a:tr h="548640">
                <a:tc>
                  <a:txBody>
                    <a:bodyPr/>
                    <a:lstStyle/>
                    <a:p>
                      <a:pPr algn="l"/>
                      <a:r>
                        <a:rPr sz="1100" b="1" i="0">
                          <a:solidFill>
                            <a:srgbClr val="1C1D22"/>
                          </a:solidFill>
                          <a:latin typeface="Montserrat"/>
                          <a:ea typeface="Montserrat"/>
                          <a:cs typeface="Montserrat"/>
                        </a:rPr>
                        <a:t>Один аппарат, масштаб задан константой</a:t>
                      </a:r>
                    </a:p>
                  </a:txBody>
                  <a:tcPr marL="45720" marR="73152" marT="27432" marB="27432" anchor="ctr">
                    <a:lnL w="0">
                      <a:noFill/>
                    </a:lnL>
                    <a:lnR w="0">
                      <a:noFill/>
                    </a:lnR>
                    <a:lnT w="9525" cap="flat" cmpd="sng" algn="ctr">
                      <a:solidFill>
                        <a:srgbClr val="C9C3DA"/>
                      </a:solidFill>
                      <a:prstDash val="solid"/>
                      <a:round/>
                      <a:headEnd type="none" w="med" len="med"/>
                      <a:tailEnd type="none" w="med" len="med"/>
                    </a:lnT>
                    <a:lnB w="9525">
                      <a:solidFill>
                        <a:srgbClr val="C9C3DA"/>
                      </a:solidFill>
                    </a:lnB>
                    <a:noFill/>
                  </a:tcPr>
                </a:tc>
                <a:tc>
                  <a:txBody>
                    <a:bodyPr/>
                    <a:lstStyle/>
                    <a:p>
                      <a:pPr algn="l"/>
                      <a:r>
                        <a:rPr sz="1100" b="0" i="0">
                          <a:solidFill>
                            <a:srgbClr val="1C1D22"/>
                          </a:solidFill>
                          <a:latin typeface="Montserrat"/>
                          <a:ea typeface="Montserrat"/>
                          <a:cs typeface="Montserrat"/>
                        </a:rPr>
                        <a:t>Проверить физический масштаб и качество на новых аппаратах</a:t>
                      </a:r>
                    </a:p>
                  </a:txBody>
                  <a:tcPr marL="64008" marR="73152" marT="27432" marB="27432" anchor="ctr">
                    <a:lnL w="0">
                      <a:noFill/>
                    </a:lnL>
                    <a:lnR w="0">
                      <a:noFill/>
                    </a:lnR>
                    <a:lnT w="9525" cap="flat" cmpd="sng" algn="ctr">
                      <a:solidFill>
                        <a:srgbClr val="C9C3DA"/>
                      </a:solidFill>
                      <a:prstDash val="solid"/>
                      <a:round/>
                      <a:headEnd type="none" w="med" len="med"/>
                      <a:tailEnd type="none" w="med" len="med"/>
                    </a:lnT>
                    <a:lnB w="9525">
                      <a:solidFill>
                        <a:srgbClr val="C9C3DA"/>
                      </a:solidFill>
                    </a:lnB>
                    <a:noFill/>
                  </a:tcPr>
                </a:tc>
                <a:tc>
                  <a:txBody>
                    <a:bodyPr/>
                    <a:lstStyle/>
                    <a:p>
                      <a:pPr algn="ctr"/>
                      <a:r>
                        <a:rPr sz="1600" b="1" i="0">
                          <a:solidFill>
                            <a:srgbClr val="520977"/>
                          </a:solidFill>
                          <a:latin typeface="Montserrat"/>
                          <a:ea typeface="Montserrat"/>
                          <a:cs typeface="Montserrat"/>
                        </a:rPr>
                        <a:t>P2</a:t>
                      </a:r>
                    </a:p>
                  </a:txBody>
                  <a:tcPr marL="64008" marR="73152" marT="27432" marB="27432" anchor="ctr">
                    <a:lnL w="0">
                      <a:noFill/>
                    </a:lnL>
                    <a:lnR w="0">
                      <a:noFill/>
                    </a:lnR>
                    <a:lnT w="9525" cap="flat" cmpd="sng" algn="ctr">
                      <a:solidFill>
                        <a:srgbClr val="C9C3DA"/>
                      </a:solidFill>
                      <a:prstDash val="solid"/>
                      <a:round/>
                      <a:headEnd type="none" w="med" len="med"/>
                      <a:tailEnd type="none" w="med" len="med"/>
                    </a:lnT>
                    <a:lnB w="9525">
                      <a:solidFill>
                        <a:srgbClr val="C9C3DA"/>
                      </a:solidFill>
                    </a:lnB>
                    <a:noFill/>
                  </a:tcPr>
                </a:tc>
                <a:extLst>
                  <a:ext uri="{0D108BD9-81ED-4DB2-BD59-A6C34878D82A}">
                    <a16:rowId xmlns:a16="http://schemas.microsoft.com/office/drawing/2014/main" val="10005"/>
                  </a:ext>
                </a:extLst>
              </a:tr>
              <a:tr h="548640">
                <a:tc>
                  <a:txBody>
                    <a:bodyPr/>
                    <a:lstStyle/>
                    <a:p>
                      <a:pPr algn="l"/>
                      <a:r>
                        <a:rPr sz="1100" b="1" i="0">
                          <a:solidFill>
                            <a:srgbClr val="1C1D22"/>
                          </a:solidFill>
                          <a:latin typeface="Montserrat"/>
                          <a:ea typeface="Montserrat"/>
                          <a:cs typeface="Montserrat"/>
                        </a:rPr>
                        <a:t>Пилот параллельно с врачом</a:t>
                      </a:r>
                    </a:p>
                  </a:txBody>
                  <a:tcPr marL="45720" marR="73152" marT="27432" marB="27432" anchor="ctr">
                    <a:lnL w="0">
                      <a:noFill/>
                    </a:lnL>
                    <a:lnR w="0">
                      <a:noFill/>
                    </a:lnR>
                    <a:lnT w="9525" cap="flat" cmpd="sng" algn="ctr">
                      <a:solidFill>
                        <a:srgbClr val="C9C3DA"/>
                      </a:solidFill>
                      <a:prstDash val="solid"/>
                      <a:round/>
                      <a:headEnd type="none" w="med" len="med"/>
                      <a:tailEnd type="none" w="med" len="med"/>
                    </a:lnT>
                    <a:lnB w="9525">
                      <a:solidFill>
                        <a:srgbClr val="C9C3DA"/>
                      </a:solidFill>
                    </a:lnB>
                    <a:noFill/>
                  </a:tcPr>
                </a:tc>
                <a:tc>
                  <a:txBody>
                    <a:bodyPr/>
                    <a:lstStyle/>
                    <a:p>
                      <a:pPr algn="l"/>
                      <a:r>
                        <a:rPr sz="1100" b="0" i="0">
                          <a:solidFill>
                            <a:srgbClr val="1C1D22"/>
                          </a:solidFill>
                          <a:latin typeface="Montserrat"/>
                          <a:ea typeface="Montserrat"/>
                          <a:cs typeface="Montserrat"/>
                        </a:rPr>
                        <a:t>Измерять ложные тревоги, пропуски, время контроля и повторы</a:t>
                      </a:r>
                    </a:p>
                  </a:txBody>
                  <a:tcPr marL="64008" marR="73152" marT="27432" marB="27432" anchor="ctr">
                    <a:lnL w="0">
                      <a:noFill/>
                    </a:lnL>
                    <a:lnR w="0">
                      <a:noFill/>
                    </a:lnR>
                    <a:lnT w="9525" cap="flat" cmpd="sng" algn="ctr">
                      <a:solidFill>
                        <a:srgbClr val="C9C3DA"/>
                      </a:solidFill>
                      <a:prstDash val="solid"/>
                      <a:round/>
                      <a:headEnd type="none" w="med" len="med"/>
                      <a:tailEnd type="none" w="med" len="med"/>
                    </a:lnT>
                    <a:lnB w="9525">
                      <a:solidFill>
                        <a:srgbClr val="C9C3DA"/>
                      </a:solidFill>
                    </a:lnB>
                    <a:noFill/>
                  </a:tcPr>
                </a:tc>
                <a:tc>
                  <a:txBody>
                    <a:bodyPr/>
                    <a:lstStyle/>
                    <a:p>
                      <a:pPr algn="ctr"/>
                      <a:r>
                        <a:rPr sz="1600" b="1" i="0">
                          <a:solidFill>
                            <a:srgbClr val="520977"/>
                          </a:solidFill>
                          <a:latin typeface="Montserrat"/>
                          <a:ea typeface="Montserrat"/>
                          <a:cs typeface="Montserrat"/>
                        </a:rPr>
                        <a:t>ПИЛОТ</a:t>
                      </a:r>
                    </a:p>
                  </a:txBody>
                  <a:tcPr marL="64008" marR="73152" marT="27432" marB="27432" anchor="ctr">
                    <a:lnL w="0">
                      <a:noFill/>
                    </a:lnL>
                    <a:lnR w="0">
                      <a:noFill/>
                    </a:lnR>
                    <a:lnT w="9525" cap="flat" cmpd="sng" algn="ctr">
                      <a:solidFill>
                        <a:srgbClr val="C9C3DA"/>
                      </a:solidFill>
                      <a:prstDash val="solid"/>
                      <a:round/>
                      <a:headEnd type="none" w="med" len="med"/>
                      <a:tailEnd type="none" w="med" len="med"/>
                    </a:lnT>
                    <a:lnB w="9525">
                      <a:solidFill>
                        <a:srgbClr val="C9C3DA"/>
                      </a:solidFill>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Номер слайда"/>
          <p:cNvSpPr>
            <a:spLocks noGrp="1"/>
          </p:cNvSpPr>
          <p:nvPr>
            <p:ph type="sldNum" sz="quarter" idx="4294967295"/>
          </p:nvPr>
        </p:nvSpPr>
        <p:spPr>
          <a:xfrm>
            <a:off x="11064240" y="6355080"/>
            <a:ext cx="868680" cy="365760"/>
          </a:xfrm>
        </p:spPr>
        <p:txBody>
          <a:bodyPr/>
          <a:lstStyle/>
          <a:p>
            <a:r>
              <a:t>20</a:t>
            </a:r>
          </a:p>
        </p:txBody>
      </p:sp>
      <p:sp>
        <p:nvSpPr>
          <p:cNvPr id="901" name="TextBox 900"/>
          <p:cNvSpPr txBox="1"/>
          <p:nvPr/>
        </p:nvSpPr>
        <p:spPr>
          <a:xfrm>
            <a:off x="548640" y="1188720"/>
            <a:ext cx="5943600" cy="1097280"/>
          </a:xfrm>
          <a:prstGeom prst="rect">
            <a:avLst/>
          </a:prstGeom>
          <a:noFill/>
        </p:spPr>
        <p:txBody>
          <a:bodyPr wrap="square" lIns="0" tIns="0" rIns="0" bIns="0" anchor="t"/>
          <a:lstStyle/>
          <a:p>
            <a:pPr algn="l">
              <a:lnSpc>
                <a:spcPct val="110000"/>
              </a:lnSpc>
              <a:spcAft>
                <a:spcPts val="0"/>
              </a:spcAft>
            </a:pPr>
            <a:r>
              <a:rPr sz="5400" b="1" i="0">
                <a:solidFill>
                  <a:srgbClr val="FFFFFF"/>
                </a:solidFill>
                <a:latin typeface="Montserrat"/>
                <a:ea typeface="Montserrat"/>
                <a:cs typeface="Montserrat"/>
              </a:rPr>
              <a:t>Спасибо!</a:t>
            </a:r>
          </a:p>
        </p:txBody>
      </p:sp>
      <p:sp>
        <p:nvSpPr>
          <p:cNvPr id="902" name="TextBox 901"/>
          <p:cNvSpPr txBox="1"/>
          <p:nvPr/>
        </p:nvSpPr>
        <p:spPr>
          <a:xfrm>
            <a:off x="548640" y="2286000"/>
            <a:ext cx="5760720" cy="457200"/>
          </a:xfrm>
          <a:prstGeom prst="rect">
            <a:avLst/>
          </a:prstGeom>
          <a:noFill/>
        </p:spPr>
        <p:txBody>
          <a:bodyPr wrap="square" lIns="0" tIns="0" rIns="0" bIns="0" anchor="t"/>
          <a:lstStyle/>
          <a:p>
            <a:pPr algn="l">
              <a:lnSpc>
                <a:spcPct val="110000"/>
              </a:lnSpc>
              <a:spcAft>
                <a:spcPts val="0"/>
              </a:spcAft>
            </a:pPr>
            <a:r>
              <a:rPr sz="2000" b="0" i="0">
                <a:solidFill>
                  <a:srgbClr val="FFFFFF"/>
                </a:solidFill>
                <a:latin typeface="Montserrat"/>
                <a:ea typeface="Montserrat"/>
                <a:cs typeface="Montserrat"/>
              </a:rPr>
              <a:t>Готовы ответить на вопросы</a:t>
            </a:r>
          </a:p>
        </p:txBody>
      </p:sp>
      <p:sp>
        <p:nvSpPr>
          <p:cNvPr id="903" name="TextBox 902"/>
          <p:cNvSpPr txBox="1"/>
          <p:nvPr/>
        </p:nvSpPr>
        <p:spPr>
          <a:xfrm>
            <a:off x="548640" y="3154680"/>
            <a:ext cx="4572000" cy="228600"/>
          </a:xfrm>
          <a:prstGeom prst="rect">
            <a:avLst/>
          </a:prstGeom>
          <a:noFill/>
        </p:spPr>
        <p:txBody>
          <a:bodyPr wrap="square" lIns="0" tIns="0" rIns="0" bIns="0" anchor="t"/>
          <a:lstStyle/>
          <a:p>
            <a:pPr algn="l">
              <a:lnSpc>
                <a:spcPct val="110000"/>
              </a:lnSpc>
              <a:spcAft>
                <a:spcPts val="0"/>
              </a:spcAft>
            </a:pPr>
            <a:r>
              <a:rPr sz="1000" b="1" i="0" spc="80">
                <a:solidFill>
                  <a:srgbClr val="FFD6E3"/>
                </a:solidFill>
                <a:latin typeface="Montserrat"/>
                <a:ea typeface="Montserrat"/>
                <a:cs typeface="Montserrat"/>
              </a:rPr>
              <a:t>РЕПОЗИТОРИЙ</a:t>
            </a:r>
          </a:p>
        </p:txBody>
      </p:sp>
      <p:sp>
        <p:nvSpPr>
          <p:cNvPr id="904" name="TextBox 903"/>
          <p:cNvSpPr txBox="1"/>
          <p:nvPr/>
        </p:nvSpPr>
        <p:spPr>
          <a:xfrm>
            <a:off x="548640" y="3392424"/>
            <a:ext cx="6217920" cy="320040"/>
          </a:xfrm>
          <a:prstGeom prst="rect">
            <a:avLst/>
          </a:prstGeom>
          <a:noFill/>
        </p:spPr>
        <p:txBody>
          <a:bodyPr wrap="square" lIns="0" tIns="0" rIns="0" bIns="0" anchor="t"/>
          <a:lstStyle/>
          <a:p>
            <a:pPr algn="l">
              <a:lnSpc>
                <a:spcPct val="110000"/>
              </a:lnSpc>
              <a:spcAft>
                <a:spcPts val="0"/>
              </a:spcAft>
            </a:pPr>
            <a:r>
              <a:rPr sz="1500" b="1" i="0">
                <a:solidFill>
                  <a:srgbClr val="FFFFFF"/>
                </a:solidFill>
                <a:latin typeface="Montserrat"/>
                <a:ea typeface="Montserrat"/>
                <a:cs typeface="Montserrat"/>
              </a:rPr>
              <a:t>github.com/theorcos239/LCT_2026</a:t>
            </a:r>
          </a:p>
        </p:txBody>
      </p:sp>
      <p:sp>
        <p:nvSpPr>
          <p:cNvPr id="905" name="TextBox 904"/>
          <p:cNvSpPr txBox="1"/>
          <p:nvPr/>
        </p:nvSpPr>
        <p:spPr>
          <a:xfrm>
            <a:off x="548640" y="3813048"/>
            <a:ext cx="4572000" cy="228600"/>
          </a:xfrm>
          <a:prstGeom prst="rect">
            <a:avLst/>
          </a:prstGeom>
          <a:noFill/>
        </p:spPr>
        <p:txBody>
          <a:bodyPr wrap="square" lIns="0" tIns="0" rIns="0" bIns="0" anchor="t"/>
          <a:lstStyle/>
          <a:p>
            <a:pPr algn="l">
              <a:lnSpc>
                <a:spcPct val="110000"/>
              </a:lnSpc>
              <a:spcAft>
                <a:spcPts val="0"/>
              </a:spcAft>
            </a:pPr>
            <a:r>
              <a:rPr sz="1000" b="1" i="0" spc="80">
                <a:solidFill>
                  <a:srgbClr val="FFD6E3"/>
                </a:solidFill>
                <a:latin typeface="Montserrat"/>
                <a:ea typeface="Montserrat"/>
                <a:cs typeface="Montserrat"/>
              </a:rPr>
              <a:t>ВЕБ-ДЕМОНСТРАЦИЯ</a:t>
            </a:r>
          </a:p>
        </p:txBody>
      </p:sp>
      <p:sp>
        <p:nvSpPr>
          <p:cNvPr id="906" name="TextBox 905"/>
          <p:cNvSpPr txBox="1"/>
          <p:nvPr/>
        </p:nvSpPr>
        <p:spPr>
          <a:xfrm>
            <a:off x="548640" y="4050792"/>
            <a:ext cx="6217920" cy="320040"/>
          </a:xfrm>
          <a:prstGeom prst="rect">
            <a:avLst/>
          </a:prstGeom>
          <a:noFill/>
        </p:spPr>
        <p:txBody>
          <a:bodyPr wrap="square" lIns="0" tIns="0" rIns="0" bIns="0" anchor="t"/>
          <a:lstStyle/>
          <a:p>
            <a:pPr algn="l">
              <a:lnSpc>
                <a:spcPct val="110000"/>
              </a:lnSpc>
              <a:spcAft>
                <a:spcPts val="0"/>
              </a:spcAft>
            </a:pPr>
            <a:r>
              <a:rPr sz="1500" b="1" i="0">
                <a:solidFill>
                  <a:srgbClr val="FFFFFF"/>
                </a:solidFill>
                <a:latin typeface="Montserrat"/>
                <a:ea typeface="Montserrat"/>
                <a:cs typeface="Montserrat"/>
              </a:rPr>
              <a:t>https://89.208.196.172 — открытый доступ</a:t>
            </a:r>
          </a:p>
        </p:txBody>
      </p:sp>
      <p:sp>
        <p:nvSpPr>
          <p:cNvPr id="907" name="TextBox 906"/>
          <p:cNvSpPr txBox="1"/>
          <p:nvPr/>
        </p:nvSpPr>
        <p:spPr>
          <a:xfrm>
            <a:off x="548640" y="4471416"/>
            <a:ext cx="4572000" cy="228600"/>
          </a:xfrm>
          <a:prstGeom prst="rect">
            <a:avLst/>
          </a:prstGeom>
          <a:noFill/>
        </p:spPr>
        <p:txBody>
          <a:bodyPr wrap="square" lIns="0" tIns="0" rIns="0" bIns="0" anchor="t"/>
          <a:lstStyle/>
          <a:p>
            <a:pPr algn="l">
              <a:lnSpc>
                <a:spcPct val="110000"/>
              </a:lnSpc>
              <a:spcAft>
                <a:spcPts val="0"/>
              </a:spcAft>
            </a:pPr>
            <a:r>
              <a:rPr sz="1000" b="1" i="0" spc="80">
                <a:solidFill>
                  <a:srgbClr val="FFD6E3"/>
                </a:solidFill>
                <a:latin typeface="Montserrat"/>
                <a:ea typeface="Montserrat"/>
                <a:cs typeface="Montserrat"/>
              </a:rPr>
              <a:t>TELEGRAM-БОТ (ДЕМОНСТРАЦИЯ)</a:t>
            </a:r>
          </a:p>
        </p:txBody>
      </p:sp>
      <p:sp>
        <p:nvSpPr>
          <p:cNvPr id="908" name="TextBox 907"/>
          <p:cNvSpPr txBox="1"/>
          <p:nvPr/>
        </p:nvSpPr>
        <p:spPr>
          <a:xfrm>
            <a:off x="548640" y="4709160"/>
            <a:ext cx="6217920" cy="320040"/>
          </a:xfrm>
          <a:prstGeom prst="rect">
            <a:avLst/>
          </a:prstGeom>
          <a:noFill/>
        </p:spPr>
        <p:txBody>
          <a:bodyPr wrap="square" lIns="0" tIns="0" rIns="0" bIns="0" anchor="t"/>
          <a:lstStyle/>
          <a:p>
            <a:pPr algn="l">
              <a:lnSpc>
                <a:spcPct val="110000"/>
              </a:lnSpc>
              <a:spcAft>
                <a:spcPts val="0"/>
              </a:spcAft>
            </a:pPr>
            <a:r>
              <a:rPr sz="1500" b="1" i="0">
                <a:solidFill>
                  <a:srgbClr val="FFFFFF"/>
                </a:solidFill>
                <a:latin typeface="Montserrat"/>
                <a:ea typeface="Montserrat"/>
                <a:cs typeface="Montserrat"/>
              </a:rPr>
              <a:t>@LCT_bone_density_research_bot</a:t>
            </a:r>
          </a:p>
        </p:txBody>
      </p:sp>
      <p:sp>
        <p:nvSpPr>
          <p:cNvPr id="909" name="TextBox 908"/>
          <p:cNvSpPr txBox="1"/>
          <p:nvPr/>
        </p:nvSpPr>
        <p:spPr>
          <a:xfrm>
            <a:off x="548640" y="5129784"/>
            <a:ext cx="4572000" cy="228600"/>
          </a:xfrm>
          <a:prstGeom prst="rect">
            <a:avLst/>
          </a:prstGeom>
          <a:noFill/>
        </p:spPr>
        <p:txBody>
          <a:bodyPr wrap="square" lIns="0" tIns="0" rIns="0" bIns="0" anchor="t"/>
          <a:lstStyle/>
          <a:p>
            <a:pPr algn="l">
              <a:lnSpc>
                <a:spcPct val="110000"/>
              </a:lnSpc>
              <a:spcAft>
                <a:spcPts val="0"/>
              </a:spcAft>
            </a:pPr>
            <a:r>
              <a:rPr sz="1000" b="1" i="0" spc="80">
                <a:solidFill>
                  <a:srgbClr val="FFD6E3"/>
                </a:solidFill>
                <a:latin typeface="Montserrat"/>
                <a:ea typeface="Montserrat"/>
                <a:cs typeface="Montserrat"/>
              </a:rPr>
              <a:t>docs/USER_GUIDE.md — работа с сервисом</a:t>
            </a:r>
          </a:p>
        </p:txBody>
      </p:sp>
      <p:sp>
        <p:nvSpPr>
          <p:cNvPr id="910" name="TextBox 909"/>
          <p:cNvSpPr txBox="1"/>
          <p:nvPr/>
        </p:nvSpPr>
        <p:spPr>
          <a:xfrm>
            <a:off x="548640" y="5367528"/>
            <a:ext cx="6217920" cy="320040"/>
          </a:xfrm>
          <a:prstGeom prst="rect">
            <a:avLst/>
          </a:prstGeom>
          <a:noFill/>
        </p:spPr>
        <p:txBody>
          <a:bodyPr wrap="square" lIns="0" tIns="0" rIns="0" bIns="0" anchor="t"/>
          <a:lstStyle/>
          <a:p>
            <a:pPr algn="l">
              <a:lnSpc>
                <a:spcPct val="110000"/>
              </a:lnSpc>
              <a:spcAft>
                <a:spcPts val="0"/>
              </a:spcAft>
            </a:pPr>
            <a:r>
              <a:rPr sz="1500" b="1" i="0">
                <a:solidFill>
                  <a:srgbClr val="FFFFFF"/>
                </a:solidFill>
                <a:latin typeface="Montserrat"/>
                <a:ea typeface="Montserrat"/>
                <a:cs typeface="Montserrat"/>
              </a:rPr>
              <a:t>docs/REVIEW.md — запуск за 5 минут</a:t>
            </a:r>
          </a:p>
        </p:txBody>
      </p:sp>
      <p:sp>
        <p:nvSpPr>
          <p:cNvPr id="911" name="Rounded Rectangle 910"/>
          <p:cNvSpPr/>
          <p:nvPr/>
        </p:nvSpPr>
        <p:spPr>
          <a:xfrm>
            <a:off x="6537960" y="3154680"/>
            <a:ext cx="1600200" cy="1600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12" name="Picture 911" descr="qr_repo.png"/>
          <p:cNvPicPr>
            <a:picLocks noChangeAspect="1"/>
          </p:cNvPicPr>
          <p:nvPr/>
        </p:nvPicPr>
        <p:blipFill>
          <a:blip r:embed="rId3"/>
          <a:stretch>
            <a:fillRect/>
          </a:stretch>
        </p:blipFill>
        <p:spPr>
          <a:xfrm>
            <a:off x="6629400" y="3246120"/>
            <a:ext cx="1417320" cy="1417320"/>
          </a:xfrm>
          <a:prstGeom prst="rect">
            <a:avLst/>
          </a:prstGeom>
        </p:spPr>
      </p:pic>
      <p:sp>
        <p:nvSpPr>
          <p:cNvPr id="913" name="TextBox 912"/>
          <p:cNvSpPr txBox="1"/>
          <p:nvPr/>
        </p:nvSpPr>
        <p:spPr>
          <a:xfrm>
            <a:off x="6537960" y="4846320"/>
            <a:ext cx="1600200" cy="274320"/>
          </a:xfrm>
          <a:prstGeom prst="rect">
            <a:avLst/>
          </a:prstGeom>
          <a:noFill/>
        </p:spPr>
        <p:txBody>
          <a:bodyPr wrap="square" lIns="0" tIns="0" rIns="0" bIns="0" anchor="t"/>
          <a:lstStyle/>
          <a:p>
            <a:pPr algn="ctr">
              <a:lnSpc>
                <a:spcPct val="110000"/>
              </a:lnSpc>
              <a:spcAft>
                <a:spcPts val="0"/>
              </a:spcAft>
            </a:pPr>
            <a:r>
              <a:rPr sz="1000" b="0" i="0">
                <a:solidFill>
                  <a:srgbClr val="FFFFFF"/>
                </a:solidFill>
                <a:latin typeface="Montserrat"/>
                <a:ea typeface="Montserrat"/>
                <a:cs typeface="Montserrat"/>
              </a:rPr>
              <a:t>репозиторий</a:t>
            </a:r>
          </a:p>
        </p:txBody>
      </p:sp>
    </p:spTree>
    <p:extLst>
      <p:ext uri="{BB962C8B-B14F-4D97-AF65-F5344CB8AC3E}">
        <p14:creationId xmlns:p14="http://schemas.microsoft.com/office/powerpoint/2010/main" val="2986555528"/>
      </p:ext>
    </p:extLst>
  </p:cSld>
  <p:clrMapOvr>
    <a:masterClrMapping/>
  </p:clrMapOvr>
</p:sld>
</file>

<file path=ppt/theme/theme1.xml><?xml version="1.0" encoding="utf-8"?>
<a:theme xmlns:a="http://schemas.openxmlformats.org/drawingml/2006/main" name="Для Академия инноваторов 16_9">
  <a:themeElements>
    <a:clrScheme name="Пользовательские 2">
      <a:dk1>
        <a:srgbClr val="000000"/>
      </a:dk1>
      <a:lt1>
        <a:srgbClr val="FFFFFF"/>
      </a:lt1>
      <a:dk2>
        <a:srgbClr val="1C1D22"/>
      </a:dk2>
      <a:lt2>
        <a:srgbClr val="E5E7E9"/>
      </a:lt2>
      <a:accent1>
        <a:srgbClr val="FF0053"/>
      </a:accent1>
      <a:accent2>
        <a:srgbClr val="FFD6E3"/>
      </a:accent2>
      <a:accent3>
        <a:srgbClr val="FC3777"/>
      </a:accent3>
      <a:accent4>
        <a:srgbClr val="8A83D1"/>
      </a:accent4>
      <a:accent5>
        <a:srgbClr val="520977"/>
      </a:accent5>
      <a:accent6>
        <a:srgbClr val="2D1451"/>
      </a:accent6>
      <a:hlink>
        <a:srgbClr val="FF0053"/>
      </a:hlink>
      <a:folHlink>
        <a:srgbClr val="5D2B84"/>
      </a:folHlink>
    </a:clrScheme>
    <a:fontScheme name="Лидеры цифровой трансформации">
      <a:majorFont>
        <a:latin typeface="Montserrat"/>
        <a:ea typeface=""/>
        <a:cs typeface=""/>
      </a:majorFont>
      <a:minorFont>
        <a:latin typeface="Montserrat"/>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alpha val="0"/>
          </a:schemeClr>
        </a:solidFill>
        <a:ln w="19050">
          <a:solidFill>
            <a:schemeClr val="bg1">
              <a:alpha val="47000"/>
            </a:schemeClr>
          </a:solidFill>
        </a:ln>
      </a:spPr>
      <a:bodyPr rtlCol="0" anchor="t"/>
      <a:lstStyle>
        <a:defPPr algn="ctr">
          <a:defRPr b="1" dirty="0" smtClean="0">
            <a:solidFill>
              <a:schemeClr val="accent2"/>
            </a:solidFill>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Для Академия инноваторов 16_9" id="{1723B771-A24B-45DA-B7CE-887A7FB91DED}" vid="{FE7ADCA1-0705-4BF5-AEC5-34FB9D7ACE5C}"/>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11218</TotalTime>
  <Words>2561</Words>
  <Application>Microsoft Office PowerPoint</Application>
  <PresentationFormat>Широкоэкранный</PresentationFormat>
  <Paragraphs>347</Paragraphs>
  <Slides>13</Slides>
  <Notes>13</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13</vt:i4>
      </vt:variant>
    </vt:vector>
  </HeadingPairs>
  <TitlesOfParts>
    <vt:vector size="19" baseType="lpstr">
      <vt:lpstr>Montserrat</vt:lpstr>
      <vt:lpstr>Calibri</vt:lpstr>
      <vt:lpstr>Amatic SC</vt:lpstr>
      <vt:lpstr>Arial</vt:lpstr>
      <vt:lpstr>Wingdings</vt:lpstr>
      <vt:lpstr>Для Академия инноваторов 16_9</vt:lpstr>
      <vt:lpstr>Презентация PowerPoint</vt:lpstr>
      <vt:lpstr>Команда 239.Hack</vt:lpstr>
      <vt:lpstr>КОМАНДА</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Анастасия Юшкова</dc:creator>
  <cp:lastModifiedBy>User</cp:lastModifiedBy>
  <cp:revision>106</cp:revision>
  <dcterms:created xsi:type="dcterms:W3CDTF">2023-05-15T07:36:23Z</dcterms:created>
  <dcterms:modified xsi:type="dcterms:W3CDTF">2026-10-23T09:28:11Z</dcterms:modified>
</cp:coreProperties>
</file>