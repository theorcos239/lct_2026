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выступ</c:v>
                </c:pt>
              </c:strCache>
            </c:strRef>
          </c:tx>
          <c:spPr>
            <a:ln w="12700">
              <a:solidFill>
                <a:srgbClr val="8C9AA5"/>
              </a:solidFill>
              <a:prstDash val="dash"/>
            </a:ln>
          </c:spPr>
          <c:marker>
            <c:symbol val="none"/>
          </c:marker>
          <c:xVal>
            <c:numRef>
              <c:f>Sheet1!$A$2:$A$58</c:f>
              <c:numCache>
                <c:formatCode>General</c:formatCode>
                <c:ptCount val="57"/>
                <c:pt idx="0">
                  <c:v>0.0</c:v>
                </c:pt>
                <c:pt idx="1">
                  <c:v>0.0</c:v>
                </c:pt>
                <c:pt idx="2">
                  <c:v>0.008771929824561403</c:v>
                </c:pt>
                <c:pt idx="3">
                  <c:v>0.017543859649122806</c:v>
                </c:pt>
                <c:pt idx="4">
                  <c:v>0.017543859649122806</c:v>
                </c:pt>
                <c:pt idx="5">
                  <c:v>0.02631578947368421</c:v>
                </c:pt>
                <c:pt idx="6">
                  <c:v>0.02631578947368421</c:v>
                </c:pt>
                <c:pt idx="7">
                  <c:v>0.02631578947368421</c:v>
                </c:pt>
                <c:pt idx="8">
                  <c:v>0.03508771929824561</c:v>
                </c:pt>
                <c:pt idx="9">
                  <c:v>0.043859649122807015</c:v>
                </c:pt>
                <c:pt idx="10">
                  <c:v>0.043859649122807015</c:v>
                </c:pt>
                <c:pt idx="11">
                  <c:v>0.043859649122807015</c:v>
                </c:pt>
                <c:pt idx="12">
                  <c:v>0.05263157894736842</c:v>
                </c:pt>
                <c:pt idx="13">
                  <c:v>0.05263157894736842</c:v>
                </c:pt>
                <c:pt idx="14">
                  <c:v>0.06140350877192982</c:v>
                </c:pt>
                <c:pt idx="15">
                  <c:v>0.06140350877192982</c:v>
                </c:pt>
                <c:pt idx="16">
                  <c:v>0.07017543859649122</c:v>
                </c:pt>
                <c:pt idx="17">
                  <c:v>0.07017543859649122</c:v>
                </c:pt>
                <c:pt idx="18">
                  <c:v>0.07894736842105263</c:v>
                </c:pt>
                <c:pt idx="19">
                  <c:v>0.07894736842105263</c:v>
                </c:pt>
                <c:pt idx="20">
                  <c:v>0.07894736842105263</c:v>
                </c:pt>
                <c:pt idx="21">
                  <c:v>0.07894736842105263</c:v>
                </c:pt>
                <c:pt idx="22">
                  <c:v>0.08771929824561403</c:v>
                </c:pt>
                <c:pt idx="23">
                  <c:v>0.09649122807017543</c:v>
                </c:pt>
                <c:pt idx="24">
                  <c:v>0.09649122807017543</c:v>
                </c:pt>
                <c:pt idx="25">
                  <c:v>0.09649122807017543</c:v>
                </c:pt>
                <c:pt idx="26">
                  <c:v>0.09649122807017543</c:v>
                </c:pt>
                <c:pt idx="27">
                  <c:v>0.10526315789473684</c:v>
                </c:pt>
                <c:pt idx="28">
                  <c:v>0.11403508771929824</c:v>
                </c:pt>
                <c:pt idx="29">
                  <c:v>0.12280701754385964</c:v>
                </c:pt>
                <c:pt idx="30">
                  <c:v>0.13157894736842105</c:v>
                </c:pt>
                <c:pt idx="31">
                  <c:v>0.14035087719298245</c:v>
                </c:pt>
                <c:pt idx="32">
                  <c:v>0.14912280701754385</c:v>
                </c:pt>
                <c:pt idx="33">
                  <c:v>0.15789473684210525</c:v>
                </c:pt>
                <c:pt idx="34">
                  <c:v>0.16666666666666666</c:v>
                </c:pt>
                <c:pt idx="35">
                  <c:v>0.17543859649122806</c:v>
                </c:pt>
                <c:pt idx="36">
                  <c:v>0.18421052631578946</c:v>
                </c:pt>
                <c:pt idx="37">
                  <c:v>0.19298245614035087</c:v>
                </c:pt>
                <c:pt idx="38">
                  <c:v>0.19298245614035087</c:v>
                </c:pt>
                <c:pt idx="39">
                  <c:v>0.20175438596491227</c:v>
                </c:pt>
                <c:pt idx="40">
                  <c:v>0.21052631578947367</c:v>
                </c:pt>
                <c:pt idx="41">
                  <c:v>0.21929824561403508</c:v>
                </c:pt>
                <c:pt idx="42">
                  <c:v>0.22807017543859648</c:v>
                </c:pt>
                <c:pt idx="43">
                  <c:v>0.23684210526315788</c:v>
                </c:pt>
                <c:pt idx="44">
                  <c:v>0.24561403508771928</c:v>
                </c:pt>
                <c:pt idx="45">
                  <c:v>0.24561403508771928</c:v>
                </c:pt>
                <c:pt idx="46">
                  <c:v>0.24561403508771928</c:v>
                </c:pt>
                <c:pt idx="47">
                  <c:v>0.24561403508771928</c:v>
                </c:pt>
                <c:pt idx="48">
                  <c:v>0.2543859649122807</c:v>
                </c:pt>
                <c:pt idx="49">
                  <c:v>0.2543859649122807</c:v>
                </c:pt>
                <c:pt idx="50">
                  <c:v>0.2631578947368421</c:v>
                </c:pt>
                <c:pt idx="51">
                  <c:v>0.2719298245614035</c:v>
                </c:pt>
                <c:pt idx="52">
                  <c:v>0.2807017543859649</c:v>
                </c:pt>
                <c:pt idx="53">
                  <c:v>0.2807017543859649</c:v>
                </c:pt>
                <c:pt idx="54">
                  <c:v>0.2894736842105263</c:v>
                </c:pt>
                <c:pt idx="55">
                  <c:v>0.2982456140350877</c:v>
                </c:pt>
                <c:pt idx="56">
                  <c:v>1.0</c:v>
                </c:pt>
              </c:numCache>
            </c:numRef>
          </c:xVal>
          <c:yVal>
            <c:numRef>
              <c:f>Sheet1!$B$2:$B$58</c:f>
              <c:numCache>
                <c:formatCode>General</c:formatCode>
                <c:ptCount val="57"/>
                <c:pt idx="0">
                  <c:v>0.0</c:v>
                </c:pt>
                <c:pt idx="1">
                  <c:v>0.027777777777777776</c:v>
                </c:pt>
                <c:pt idx="2">
                  <c:v>0.027777777777777776</c:v>
                </c:pt>
                <c:pt idx="3">
                  <c:v>0.027777777777777776</c:v>
                </c:pt>
                <c:pt idx="4">
                  <c:v>0.05555555555555555</c:v>
                </c:pt>
                <c:pt idx="5">
                  <c:v>0.05555555555555555</c:v>
                </c:pt>
                <c:pt idx="6">
                  <c:v>0.08333333333333333</c:v>
                </c:pt>
                <c:pt idx="7">
                  <c:v>0.1111111111111111</c:v>
                </c:pt>
                <c:pt idx="8">
                  <c:v>0.1388888888888889</c:v>
                </c:pt>
                <c:pt idx="9">
                  <c:v>0.1388888888888889</c:v>
                </c:pt>
                <c:pt idx="10">
                  <c:v>0.16666666666666666</c:v>
                </c:pt>
                <c:pt idx="11">
                  <c:v>0.19444444444444445</c:v>
                </c:pt>
                <c:pt idx="12">
                  <c:v>0.19444444444444445</c:v>
                </c:pt>
                <c:pt idx="13">
                  <c:v>0.2222222222222222</c:v>
                </c:pt>
                <c:pt idx="14">
                  <c:v>0.2222222222222222</c:v>
                </c:pt>
                <c:pt idx="15">
                  <c:v>0.25</c:v>
                </c:pt>
                <c:pt idx="16">
                  <c:v>0.25</c:v>
                </c:pt>
                <c:pt idx="17">
                  <c:v>0.2777777777777778</c:v>
                </c:pt>
                <c:pt idx="18">
                  <c:v>0.2777777777777778</c:v>
                </c:pt>
                <c:pt idx="19">
                  <c:v>0.3055555555555556</c:v>
                </c:pt>
                <c:pt idx="20">
                  <c:v>0.3333333333333333</c:v>
                </c:pt>
                <c:pt idx="21">
                  <c:v>0.3611111111111111</c:v>
                </c:pt>
                <c:pt idx="22">
                  <c:v>0.3611111111111111</c:v>
                </c:pt>
                <c:pt idx="23">
                  <c:v>0.3611111111111111</c:v>
                </c:pt>
                <c:pt idx="24">
                  <c:v>0.3888888888888889</c:v>
                </c:pt>
                <c:pt idx="25">
                  <c:v>0.4166666666666667</c:v>
                </c:pt>
                <c:pt idx="26">
                  <c:v>0.4444444444444444</c:v>
                </c:pt>
                <c:pt idx="27">
                  <c:v>0.4444444444444444</c:v>
                </c:pt>
                <c:pt idx="28">
                  <c:v>0.4444444444444444</c:v>
                </c:pt>
                <c:pt idx="29">
                  <c:v>0.4444444444444444</c:v>
                </c:pt>
                <c:pt idx="30">
                  <c:v>0.4444444444444444</c:v>
                </c:pt>
                <c:pt idx="31">
                  <c:v>0.4444444444444444</c:v>
                </c:pt>
                <c:pt idx="32">
                  <c:v>0.4444444444444444</c:v>
                </c:pt>
                <c:pt idx="33">
                  <c:v>0.4444444444444444</c:v>
                </c:pt>
                <c:pt idx="34">
                  <c:v>0.4444444444444444</c:v>
                </c:pt>
                <c:pt idx="35">
                  <c:v>0.4444444444444444</c:v>
                </c:pt>
                <c:pt idx="36">
                  <c:v>0.4444444444444444</c:v>
                </c:pt>
                <c:pt idx="37">
                  <c:v>0.4444444444444444</c:v>
                </c:pt>
                <c:pt idx="38">
                  <c:v>0.4722222222222222</c:v>
                </c:pt>
                <c:pt idx="39">
                  <c:v>0.4722222222222222</c:v>
                </c:pt>
                <c:pt idx="40">
                  <c:v>0.4722222222222222</c:v>
                </c:pt>
                <c:pt idx="41">
                  <c:v>0.4722222222222222</c:v>
                </c:pt>
                <c:pt idx="42">
                  <c:v>0.4722222222222222</c:v>
                </c:pt>
                <c:pt idx="43">
                  <c:v>0.4722222222222222</c:v>
                </c:pt>
                <c:pt idx="44">
                  <c:v>0.4722222222222222</c:v>
                </c:pt>
                <c:pt idx="45">
                  <c:v>0.5</c:v>
                </c:pt>
                <c:pt idx="46">
                  <c:v>0.5277777777777778</c:v>
                </c:pt>
                <c:pt idx="47">
                  <c:v>0.5555555555555556</c:v>
                </c:pt>
                <c:pt idx="48">
                  <c:v>0.5555555555555556</c:v>
                </c:pt>
                <c:pt idx="49">
                  <c:v>0.5833333333333334</c:v>
                </c:pt>
                <c:pt idx="50">
                  <c:v>0.5833333333333334</c:v>
                </c:pt>
                <c:pt idx="51">
                  <c:v>0.5833333333333334</c:v>
                </c:pt>
                <c:pt idx="52">
                  <c:v>0.5833333333333334</c:v>
                </c:pt>
                <c:pt idx="53">
                  <c:v>0.6111111111111112</c:v>
                </c:pt>
                <c:pt idx="54">
                  <c:v>0.6111111111111112</c:v>
                </c:pt>
                <c:pt idx="55">
                  <c:v>0.6111111111111112</c:v>
                </c:pt>
                <c:pt idx="56">
                  <c:v>1.0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Sheet1!$B$60</c:f>
              <c:strCache>
                <c:ptCount val="1"/>
                <c:pt idx="0">
                  <c:v>сеть</c:v>
                </c:pt>
              </c:strCache>
            </c:strRef>
          </c:tx>
          <c:spPr>
            <a:ln w="28575">
              <a:solidFill>
                <a:srgbClr val="6F9BE6"/>
              </a:solidFill>
            </a:ln>
          </c:spPr>
          <c:marker>
            <c:symbol val="none"/>
          </c:marker>
          <c:xVal>
            <c:numRef>
              <c:f>Sheet1!$A$61:$A$211</c:f>
              <c:numCache>
                <c:formatCode>General</c:formatCode>
                <c:ptCount val="151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0.008771929824561403</c:v>
                </c:pt>
                <c:pt idx="9">
                  <c:v>0.008771929824561403</c:v>
                </c:pt>
                <c:pt idx="10">
                  <c:v>0.017543859649122806</c:v>
                </c:pt>
                <c:pt idx="11">
                  <c:v>0.017543859649122806</c:v>
                </c:pt>
                <c:pt idx="12">
                  <c:v>0.02631578947368421</c:v>
                </c:pt>
                <c:pt idx="13">
                  <c:v>0.03508771929824561</c:v>
                </c:pt>
                <c:pt idx="14">
                  <c:v>0.03508771929824561</c:v>
                </c:pt>
                <c:pt idx="15">
                  <c:v>0.03508771929824561</c:v>
                </c:pt>
                <c:pt idx="16">
                  <c:v>0.043859649122807015</c:v>
                </c:pt>
                <c:pt idx="17">
                  <c:v>0.05263157894736842</c:v>
                </c:pt>
                <c:pt idx="18">
                  <c:v>0.06140350877192982</c:v>
                </c:pt>
                <c:pt idx="19">
                  <c:v>0.06140350877192982</c:v>
                </c:pt>
                <c:pt idx="20">
                  <c:v>0.06140350877192982</c:v>
                </c:pt>
                <c:pt idx="21">
                  <c:v>0.06140350877192982</c:v>
                </c:pt>
                <c:pt idx="22">
                  <c:v>0.07017543859649122</c:v>
                </c:pt>
                <c:pt idx="23">
                  <c:v>0.07894736842105263</c:v>
                </c:pt>
                <c:pt idx="24">
                  <c:v>0.08771929824561403</c:v>
                </c:pt>
                <c:pt idx="25">
                  <c:v>0.08771929824561403</c:v>
                </c:pt>
                <c:pt idx="26">
                  <c:v>0.08771929824561403</c:v>
                </c:pt>
                <c:pt idx="27">
                  <c:v>0.09649122807017543</c:v>
                </c:pt>
                <c:pt idx="28">
                  <c:v>0.09649122807017543</c:v>
                </c:pt>
                <c:pt idx="29">
                  <c:v>0.09649122807017543</c:v>
                </c:pt>
                <c:pt idx="30">
                  <c:v>0.10526315789473684</c:v>
                </c:pt>
                <c:pt idx="31">
                  <c:v>0.11403508771929824</c:v>
                </c:pt>
                <c:pt idx="32">
                  <c:v>0.11403508771929824</c:v>
                </c:pt>
                <c:pt idx="33">
                  <c:v>0.12280701754385964</c:v>
                </c:pt>
                <c:pt idx="34">
                  <c:v>0.12280701754385964</c:v>
                </c:pt>
                <c:pt idx="35">
                  <c:v>0.13157894736842105</c:v>
                </c:pt>
                <c:pt idx="36">
                  <c:v>0.14035087719298245</c:v>
                </c:pt>
                <c:pt idx="37">
                  <c:v>0.14035087719298245</c:v>
                </c:pt>
                <c:pt idx="38">
                  <c:v>0.14912280701754385</c:v>
                </c:pt>
                <c:pt idx="39">
                  <c:v>0.15789473684210525</c:v>
                </c:pt>
                <c:pt idx="40">
                  <c:v>0.16666666666666666</c:v>
                </c:pt>
                <c:pt idx="41">
                  <c:v>0.16666666666666666</c:v>
                </c:pt>
                <c:pt idx="42">
                  <c:v>0.16666666666666666</c:v>
                </c:pt>
                <c:pt idx="43">
                  <c:v>0.16666666666666666</c:v>
                </c:pt>
                <c:pt idx="44">
                  <c:v>0.17543859649122806</c:v>
                </c:pt>
                <c:pt idx="45">
                  <c:v>0.18421052631578946</c:v>
                </c:pt>
                <c:pt idx="46">
                  <c:v>0.19298245614035087</c:v>
                </c:pt>
                <c:pt idx="47">
                  <c:v>0.19298245614035087</c:v>
                </c:pt>
                <c:pt idx="48">
                  <c:v>0.20175438596491227</c:v>
                </c:pt>
                <c:pt idx="49">
                  <c:v>0.21052631578947367</c:v>
                </c:pt>
                <c:pt idx="50">
                  <c:v>0.21052631578947367</c:v>
                </c:pt>
                <c:pt idx="51">
                  <c:v>0.21929824561403508</c:v>
                </c:pt>
                <c:pt idx="52">
                  <c:v>0.22807017543859648</c:v>
                </c:pt>
                <c:pt idx="53">
                  <c:v>0.23684210526315788</c:v>
                </c:pt>
                <c:pt idx="54">
                  <c:v>0.24561403508771928</c:v>
                </c:pt>
                <c:pt idx="55">
                  <c:v>0.2543859649122807</c:v>
                </c:pt>
                <c:pt idx="56">
                  <c:v>0.2631578947368421</c:v>
                </c:pt>
                <c:pt idx="57">
                  <c:v>0.2631578947368421</c:v>
                </c:pt>
                <c:pt idx="58">
                  <c:v>0.2719298245614035</c:v>
                </c:pt>
                <c:pt idx="59">
                  <c:v>0.2807017543859649</c:v>
                </c:pt>
                <c:pt idx="60">
                  <c:v>0.2894736842105263</c:v>
                </c:pt>
                <c:pt idx="61">
                  <c:v>0.2982456140350877</c:v>
                </c:pt>
                <c:pt idx="62">
                  <c:v>0.30701754385964913</c:v>
                </c:pt>
                <c:pt idx="63">
                  <c:v>0.3157894736842105</c:v>
                </c:pt>
                <c:pt idx="64">
                  <c:v>0.3157894736842105</c:v>
                </c:pt>
                <c:pt idx="65">
                  <c:v>0.32456140350877194</c:v>
                </c:pt>
                <c:pt idx="66">
                  <c:v>0.3333333333333333</c:v>
                </c:pt>
                <c:pt idx="67">
                  <c:v>0.34210526315789475</c:v>
                </c:pt>
                <c:pt idx="68">
                  <c:v>0.34210526315789475</c:v>
                </c:pt>
                <c:pt idx="69">
                  <c:v>0.3508771929824561</c:v>
                </c:pt>
                <c:pt idx="70">
                  <c:v>0.35964912280701755</c:v>
                </c:pt>
                <c:pt idx="71">
                  <c:v>0.3684210526315789</c:v>
                </c:pt>
                <c:pt idx="72">
                  <c:v>0.37719298245614036</c:v>
                </c:pt>
                <c:pt idx="73">
                  <c:v>0.38596491228070173</c:v>
                </c:pt>
                <c:pt idx="74">
                  <c:v>0.39473684210526316</c:v>
                </c:pt>
                <c:pt idx="75">
                  <c:v>0.40350877192982454</c:v>
                </c:pt>
                <c:pt idx="76">
                  <c:v>0.41228070175438597</c:v>
                </c:pt>
                <c:pt idx="77">
                  <c:v>0.42105263157894735</c:v>
                </c:pt>
                <c:pt idx="78">
                  <c:v>0.4298245614035088</c:v>
                </c:pt>
                <c:pt idx="79">
                  <c:v>0.43859649122807015</c:v>
                </c:pt>
                <c:pt idx="80">
                  <c:v>0.4473684210526316</c:v>
                </c:pt>
                <c:pt idx="81">
                  <c:v>0.45614035087719296</c:v>
                </c:pt>
                <c:pt idx="82">
                  <c:v>0.4649122807017544</c:v>
                </c:pt>
                <c:pt idx="83">
                  <c:v>0.47368421052631576</c:v>
                </c:pt>
                <c:pt idx="84">
                  <c:v>0.4824561403508772</c:v>
                </c:pt>
                <c:pt idx="85">
                  <c:v>0.49122807017543857</c:v>
                </c:pt>
                <c:pt idx="86">
                  <c:v>0.5</c:v>
                </c:pt>
                <c:pt idx="87">
                  <c:v>0.5</c:v>
                </c:pt>
                <c:pt idx="88">
                  <c:v>0.5087719298245614</c:v>
                </c:pt>
                <c:pt idx="89">
                  <c:v>0.5175438596491229</c:v>
                </c:pt>
                <c:pt idx="90">
                  <c:v>0.5263157894736842</c:v>
                </c:pt>
                <c:pt idx="91">
                  <c:v>0.5263157894736842</c:v>
                </c:pt>
                <c:pt idx="92">
                  <c:v>0.5350877192982456</c:v>
                </c:pt>
                <c:pt idx="93">
                  <c:v>0.5350877192982456</c:v>
                </c:pt>
                <c:pt idx="94">
                  <c:v>0.543859649122807</c:v>
                </c:pt>
                <c:pt idx="95">
                  <c:v>0.5526315789473685</c:v>
                </c:pt>
                <c:pt idx="96">
                  <c:v>0.5526315789473685</c:v>
                </c:pt>
                <c:pt idx="97">
                  <c:v>0.5526315789473685</c:v>
                </c:pt>
                <c:pt idx="98">
                  <c:v>0.5614035087719298</c:v>
                </c:pt>
                <c:pt idx="99">
                  <c:v>0.5701754385964912</c:v>
                </c:pt>
                <c:pt idx="100">
                  <c:v>0.5789473684210527</c:v>
                </c:pt>
                <c:pt idx="101">
                  <c:v>0.5877192982456141</c:v>
                </c:pt>
                <c:pt idx="102">
                  <c:v>0.5964912280701754</c:v>
                </c:pt>
                <c:pt idx="103">
                  <c:v>0.6052631578947368</c:v>
                </c:pt>
                <c:pt idx="104">
                  <c:v>0.6140350877192983</c:v>
                </c:pt>
                <c:pt idx="105">
                  <c:v>0.6228070175438597</c:v>
                </c:pt>
                <c:pt idx="106">
                  <c:v>0.631578947368421</c:v>
                </c:pt>
                <c:pt idx="107">
                  <c:v>0.6403508771929824</c:v>
                </c:pt>
                <c:pt idx="108">
                  <c:v>0.6491228070175439</c:v>
                </c:pt>
                <c:pt idx="109">
                  <c:v>0.6578947368421053</c:v>
                </c:pt>
                <c:pt idx="110">
                  <c:v>0.6666666666666666</c:v>
                </c:pt>
                <c:pt idx="111">
                  <c:v>0.6754385964912281</c:v>
                </c:pt>
                <c:pt idx="112">
                  <c:v>0.6842105263157895</c:v>
                </c:pt>
                <c:pt idx="113">
                  <c:v>0.6929824561403509</c:v>
                </c:pt>
                <c:pt idx="114">
                  <c:v>0.7017543859649122</c:v>
                </c:pt>
                <c:pt idx="115">
                  <c:v>0.7105263157894737</c:v>
                </c:pt>
                <c:pt idx="116">
                  <c:v>0.7192982456140351</c:v>
                </c:pt>
                <c:pt idx="117">
                  <c:v>0.7280701754385965</c:v>
                </c:pt>
                <c:pt idx="118">
                  <c:v>0.7368421052631579</c:v>
                </c:pt>
                <c:pt idx="119">
                  <c:v>0.7456140350877193</c:v>
                </c:pt>
                <c:pt idx="120">
                  <c:v>0.7543859649122807</c:v>
                </c:pt>
                <c:pt idx="121">
                  <c:v>0.7543859649122807</c:v>
                </c:pt>
                <c:pt idx="122">
                  <c:v>0.7631578947368421</c:v>
                </c:pt>
                <c:pt idx="123">
                  <c:v>0.7719298245614035</c:v>
                </c:pt>
                <c:pt idx="124">
                  <c:v>0.7807017543859649</c:v>
                </c:pt>
                <c:pt idx="125">
                  <c:v>0.7807017543859649</c:v>
                </c:pt>
                <c:pt idx="126">
                  <c:v>0.7894736842105263</c:v>
                </c:pt>
                <c:pt idx="127">
                  <c:v>0.7982456140350878</c:v>
                </c:pt>
                <c:pt idx="128">
                  <c:v>0.8070175438596491</c:v>
                </c:pt>
                <c:pt idx="129">
                  <c:v>0.8157894736842105</c:v>
                </c:pt>
                <c:pt idx="130">
                  <c:v>0.8245614035087719</c:v>
                </c:pt>
                <c:pt idx="131">
                  <c:v>0.8333333333333334</c:v>
                </c:pt>
                <c:pt idx="132">
                  <c:v>0.8421052631578947</c:v>
                </c:pt>
                <c:pt idx="133">
                  <c:v>0.8508771929824561</c:v>
                </c:pt>
                <c:pt idx="134">
                  <c:v>0.8596491228070176</c:v>
                </c:pt>
                <c:pt idx="135">
                  <c:v>0.868421052631579</c:v>
                </c:pt>
                <c:pt idx="136">
                  <c:v>0.8771929824561403</c:v>
                </c:pt>
                <c:pt idx="137">
                  <c:v>0.8859649122807017</c:v>
                </c:pt>
                <c:pt idx="138">
                  <c:v>0.8947368421052632</c:v>
                </c:pt>
                <c:pt idx="139">
                  <c:v>0.9035087719298246</c:v>
                </c:pt>
                <c:pt idx="140">
                  <c:v>0.9122807017543859</c:v>
                </c:pt>
                <c:pt idx="141">
                  <c:v>0.9210526315789473</c:v>
                </c:pt>
                <c:pt idx="142">
                  <c:v>0.9298245614035088</c:v>
                </c:pt>
                <c:pt idx="143">
                  <c:v>0.9385964912280702</c:v>
                </c:pt>
                <c:pt idx="144">
                  <c:v>0.9473684210526315</c:v>
                </c:pt>
                <c:pt idx="145">
                  <c:v>0.956140350877193</c:v>
                </c:pt>
                <c:pt idx="146">
                  <c:v>0.9649122807017544</c:v>
                </c:pt>
                <c:pt idx="147">
                  <c:v>0.9736842105263158</c:v>
                </c:pt>
                <c:pt idx="148">
                  <c:v>0.9824561403508771</c:v>
                </c:pt>
                <c:pt idx="149">
                  <c:v>0.9912280701754386</c:v>
                </c:pt>
                <c:pt idx="150">
                  <c:v>1.0</c:v>
                </c:pt>
              </c:numCache>
            </c:numRef>
          </c:xVal>
          <c:yVal>
            <c:numRef>
              <c:f>Sheet1!$B$61:$B$211</c:f>
              <c:numCache>
                <c:formatCode>General</c:formatCode>
                <c:ptCount val="151"/>
                <c:pt idx="0">
                  <c:v>0.0</c:v>
                </c:pt>
                <c:pt idx="1">
                  <c:v>0.027777777777777776</c:v>
                </c:pt>
                <c:pt idx="2">
                  <c:v>0.05555555555555555</c:v>
                </c:pt>
                <c:pt idx="3">
                  <c:v>0.08333333333333333</c:v>
                </c:pt>
                <c:pt idx="4">
                  <c:v>0.1111111111111111</c:v>
                </c:pt>
                <c:pt idx="5">
                  <c:v>0.1388888888888889</c:v>
                </c:pt>
                <c:pt idx="6">
                  <c:v>0.16666666666666666</c:v>
                </c:pt>
                <c:pt idx="7">
                  <c:v>0.19444444444444445</c:v>
                </c:pt>
                <c:pt idx="8">
                  <c:v>0.19444444444444445</c:v>
                </c:pt>
                <c:pt idx="9">
                  <c:v>0.2222222222222222</c:v>
                </c:pt>
                <c:pt idx="10">
                  <c:v>0.2222222222222222</c:v>
                </c:pt>
                <c:pt idx="11">
                  <c:v>0.25</c:v>
                </c:pt>
                <c:pt idx="12">
                  <c:v>0.25</c:v>
                </c:pt>
                <c:pt idx="13">
                  <c:v>0.25</c:v>
                </c:pt>
                <c:pt idx="14">
                  <c:v>0.2777777777777778</c:v>
                </c:pt>
                <c:pt idx="15">
                  <c:v>0.3055555555555556</c:v>
                </c:pt>
                <c:pt idx="16">
                  <c:v>0.3055555555555556</c:v>
                </c:pt>
                <c:pt idx="17">
                  <c:v>0.3055555555555556</c:v>
                </c:pt>
                <c:pt idx="18">
                  <c:v>0.3055555555555556</c:v>
                </c:pt>
                <c:pt idx="19">
                  <c:v>0.3333333333333333</c:v>
                </c:pt>
                <c:pt idx="20">
                  <c:v>0.3611111111111111</c:v>
                </c:pt>
                <c:pt idx="21">
                  <c:v>0.3888888888888889</c:v>
                </c:pt>
                <c:pt idx="22">
                  <c:v>0.3888888888888889</c:v>
                </c:pt>
                <c:pt idx="23">
                  <c:v>0.3888888888888889</c:v>
                </c:pt>
                <c:pt idx="24">
                  <c:v>0.3888888888888889</c:v>
                </c:pt>
                <c:pt idx="25">
                  <c:v>0.4166666666666667</c:v>
                </c:pt>
                <c:pt idx="26">
                  <c:v>0.4444444444444444</c:v>
                </c:pt>
                <c:pt idx="27">
                  <c:v>0.4444444444444444</c:v>
                </c:pt>
                <c:pt idx="28">
                  <c:v>0.4722222222222222</c:v>
                </c:pt>
                <c:pt idx="29">
                  <c:v>0.5</c:v>
                </c:pt>
                <c:pt idx="30">
                  <c:v>0.5</c:v>
                </c:pt>
                <c:pt idx="31">
                  <c:v>0.5</c:v>
                </c:pt>
                <c:pt idx="32">
                  <c:v>0.5277777777777778</c:v>
                </c:pt>
                <c:pt idx="33">
                  <c:v>0.5277777777777778</c:v>
                </c:pt>
                <c:pt idx="34">
                  <c:v>0.5555555555555556</c:v>
                </c:pt>
                <c:pt idx="35">
                  <c:v>0.5555555555555556</c:v>
                </c:pt>
                <c:pt idx="36">
                  <c:v>0.5555555555555556</c:v>
                </c:pt>
                <c:pt idx="37">
                  <c:v>0.5833333333333334</c:v>
                </c:pt>
                <c:pt idx="38">
                  <c:v>0.5833333333333334</c:v>
                </c:pt>
                <c:pt idx="39">
                  <c:v>0.5833333333333334</c:v>
                </c:pt>
                <c:pt idx="40">
                  <c:v>0.5833333333333334</c:v>
                </c:pt>
                <c:pt idx="41">
                  <c:v>0.6111111111111112</c:v>
                </c:pt>
                <c:pt idx="42">
                  <c:v>0.6388888888888888</c:v>
                </c:pt>
                <c:pt idx="43">
                  <c:v>0.6666666666666666</c:v>
                </c:pt>
                <c:pt idx="44">
                  <c:v>0.6666666666666666</c:v>
                </c:pt>
                <c:pt idx="45">
                  <c:v>0.6666666666666666</c:v>
                </c:pt>
                <c:pt idx="46">
                  <c:v>0.6666666666666666</c:v>
                </c:pt>
                <c:pt idx="47">
                  <c:v>0.6944444444444444</c:v>
                </c:pt>
                <c:pt idx="48">
                  <c:v>0.6944444444444444</c:v>
                </c:pt>
                <c:pt idx="49">
                  <c:v>0.6944444444444444</c:v>
                </c:pt>
                <c:pt idx="50">
                  <c:v>0.7222222222222222</c:v>
                </c:pt>
                <c:pt idx="51">
                  <c:v>0.7222222222222222</c:v>
                </c:pt>
                <c:pt idx="52">
                  <c:v>0.7222222222222222</c:v>
                </c:pt>
                <c:pt idx="53">
                  <c:v>0.7222222222222222</c:v>
                </c:pt>
                <c:pt idx="54">
                  <c:v>0.7222222222222222</c:v>
                </c:pt>
                <c:pt idx="55">
                  <c:v>0.7222222222222222</c:v>
                </c:pt>
                <c:pt idx="56">
                  <c:v>0.7222222222222222</c:v>
                </c:pt>
                <c:pt idx="57">
                  <c:v>0.75</c:v>
                </c:pt>
                <c:pt idx="58">
                  <c:v>0.75</c:v>
                </c:pt>
                <c:pt idx="59">
                  <c:v>0.75</c:v>
                </c:pt>
                <c:pt idx="60">
                  <c:v>0.75</c:v>
                </c:pt>
                <c:pt idx="61">
                  <c:v>0.75</c:v>
                </c:pt>
                <c:pt idx="62">
                  <c:v>0.75</c:v>
                </c:pt>
                <c:pt idx="63">
                  <c:v>0.75</c:v>
                </c:pt>
                <c:pt idx="64">
                  <c:v>0.7777777777777778</c:v>
                </c:pt>
                <c:pt idx="65">
                  <c:v>0.7777777777777778</c:v>
                </c:pt>
                <c:pt idx="66">
                  <c:v>0.7777777777777778</c:v>
                </c:pt>
                <c:pt idx="67">
                  <c:v>0.7777777777777778</c:v>
                </c:pt>
                <c:pt idx="68">
                  <c:v>0.8055555555555556</c:v>
                </c:pt>
                <c:pt idx="69">
                  <c:v>0.8055555555555556</c:v>
                </c:pt>
                <c:pt idx="70">
                  <c:v>0.8055555555555556</c:v>
                </c:pt>
                <c:pt idx="71">
                  <c:v>0.8055555555555556</c:v>
                </c:pt>
                <c:pt idx="72">
                  <c:v>0.8055555555555556</c:v>
                </c:pt>
                <c:pt idx="73">
                  <c:v>0.8055555555555556</c:v>
                </c:pt>
                <c:pt idx="74">
                  <c:v>0.8055555555555556</c:v>
                </c:pt>
                <c:pt idx="75">
                  <c:v>0.8055555555555556</c:v>
                </c:pt>
                <c:pt idx="76">
                  <c:v>0.8055555555555556</c:v>
                </c:pt>
                <c:pt idx="77">
                  <c:v>0.8055555555555556</c:v>
                </c:pt>
                <c:pt idx="78">
                  <c:v>0.8055555555555556</c:v>
                </c:pt>
                <c:pt idx="79">
                  <c:v>0.8055555555555556</c:v>
                </c:pt>
                <c:pt idx="80">
                  <c:v>0.8055555555555556</c:v>
                </c:pt>
                <c:pt idx="81">
                  <c:v>0.8055555555555556</c:v>
                </c:pt>
                <c:pt idx="82">
                  <c:v>0.8055555555555556</c:v>
                </c:pt>
                <c:pt idx="83">
                  <c:v>0.8055555555555556</c:v>
                </c:pt>
                <c:pt idx="84">
                  <c:v>0.8055555555555556</c:v>
                </c:pt>
                <c:pt idx="85">
                  <c:v>0.8055555555555556</c:v>
                </c:pt>
                <c:pt idx="86">
                  <c:v>0.8055555555555556</c:v>
                </c:pt>
                <c:pt idx="87">
                  <c:v>0.8333333333333334</c:v>
                </c:pt>
                <c:pt idx="88">
                  <c:v>0.8333333333333334</c:v>
                </c:pt>
                <c:pt idx="89">
                  <c:v>0.8333333333333334</c:v>
                </c:pt>
                <c:pt idx="90">
                  <c:v>0.8333333333333334</c:v>
                </c:pt>
                <c:pt idx="91">
                  <c:v>0.8611111111111112</c:v>
                </c:pt>
                <c:pt idx="92">
                  <c:v>0.8611111111111112</c:v>
                </c:pt>
                <c:pt idx="93">
                  <c:v>0.8888888888888888</c:v>
                </c:pt>
                <c:pt idx="94">
                  <c:v>0.8888888888888888</c:v>
                </c:pt>
                <c:pt idx="95">
                  <c:v>0.8888888888888888</c:v>
                </c:pt>
                <c:pt idx="96">
                  <c:v>0.9166666666666666</c:v>
                </c:pt>
                <c:pt idx="97">
                  <c:v>0.9444444444444444</c:v>
                </c:pt>
                <c:pt idx="98">
                  <c:v>0.9444444444444444</c:v>
                </c:pt>
                <c:pt idx="99">
                  <c:v>0.9444444444444444</c:v>
                </c:pt>
                <c:pt idx="100">
                  <c:v>0.9444444444444444</c:v>
                </c:pt>
                <c:pt idx="101">
                  <c:v>0.9444444444444444</c:v>
                </c:pt>
                <c:pt idx="102">
                  <c:v>0.9444444444444444</c:v>
                </c:pt>
                <c:pt idx="103">
                  <c:v>0.9444444444444444</c:v>
                </c:pt>
                <c:pt idx="104">
                  <c:v>0.9444444444444444</c:v>
                </c:pt>
                <c:pt idx="105">
                  <c:v>0.9444444444444444</c:v>
                </c:pt>
                <c:pt idx="106">
                  <c:v>0.9444444444444444</c:v>
                </c:pt>
                <c:pt idx="107">
                  <c:v>0.9444444444444444</c:v>
                </c:pt>
                <c:pt idx="108">
                  <c:v>0.9444444444444444</c:v>
                </c:pt>
                <c:pt idx="109">
                  <c:v>0.9444444444444444</c:v>
                </c:pt>
                <c:pt idx="110">
                  <c:v>0.9444444444444444</c:v>
                </c:pt>
                <c:pt idx="111">
                  <c:v>0.9444444444444444</c:v>
                </c:pt>
                <c:pt idx="112">
                  <c:v>0.9444444444444444</c:v>
                </c:pt>
                <c:pt idx="113">
                  <c:v>0.9444444444444444</c:v>
                </c:pt>
                <c:pt idx="114">
                  <c:v>0.9444444444444444</c:v>
                </c:pt>
                <c:pt idx="115">
                  <c:v>0.9444444444444444</c:v>
                </c:pt>
                <c:pt idx="116">
                  <c:v>0.9444444444444444</c:v>
                </c:pt>
                <c:pt idx="117">
                  <c:v>0.9444444444444444</c:v>
                </c:pt>
                <c:pt idx="118">
                  <c:v>0.9444444444444444</c:v>
                </c:pt>
                <c:pt idx="119">
                  <c:v>0.9444444444444444</c:v>
                </c:pt>
                <c:pt idx="120">
                  <c:v>0.9444444444444444</c:v>
                </c:pt>
                <c:pt idx="121">
                  <c:v>0.9722222222222222</c:v>
                </c:pt>
                <c:pt idx="122">
                  <c:v>0.9722222222222222</c:v>
                </c:pt>
                <c:pt idx="123">
                  <c:v>0.9722222222222222</c:v>
                </c:pt>
                <c:pt idx="124">
                  <c:v>0.9722222222222222</c:v>
                </c:pt>
                <c:pt idx="125">
                  <c:v>1.0</c:v>
                </c:pt>
                <c:pt idx="126">
                  <c:v>1.0</c:v>
                </c:pt>
                <c:pt idx="127">
                  <c:v>1.0</c:v>
                </c:pt>
                <c:pt idx="128">
                  <c:v>1.0</c:v>
                </c:pt>
                <c:pt idx="129">
                  <c:v>1.0</c:v>
                </c:pt>
                <c:pt idx="130">
                  <c:v>1.0</c:v>
                </c:pt>
                <c:pt idx="131">
                  <c:v>1.0</c:v>
                </c:pt>
                <c:pt idx="132">
                  <c:v>1.0</c:v>
                </c:pt>
                <c:pt idx="133">
                  <c:v>1.0</c:v>
                </c:pt>
                <c:pt idx="134">
                  <c:v>1.0</c:v>
                </c:pt>
                <c:pt idx="135">
                  <c:v>1.0</c:v>
                </c:pt>
                <c:pt idx="136">
                  <c:v>1.0</c:v>
                </c:pt>
                <c:pt idx="137">
                  <c:v>1.0</c:v>
                </c:pt>
                <c:pt idx="138">
                  <c:v>1.0</c:v>
                </c:pt>
                <c:pt idx="139">
                  <c:v>1.0</c:v>
                </c:pt>
                <c:pt idx="140">
                  <c:v>1.0</c:v>
                </c:pt>
                <c:pt idx="141">
                  <c:v>1.0</c:v>
                </c:pt>
                <c:pt idx="142">
                  <c:v>1.0</c:v>
                </c:pt>
                <c:pt idx="143">
                  <c:v>1.0</c:v>
                </c:pt>
                <c:pt idx="144">
                  <c:v>1.0</c:v>
                </c:pt>
                <c:pt idx="145">
                  <c:v>1.0</c:v>
                </c:pt>
                <c:pt idx="146">
                  <c:v>1.0</c:v>
                </c:pt>
                <c:pt idx="147">
                  <c:v>1.0</c:v>
                </c:pt>
                <c:pt idx="148">
                  <c:v>1.0</c:v>
                </c:pt>
                <c:pt idx="149">
                  <c:v>1.0</c:v>
                </c:pt>
                <c:pt idx="150">
                  <c:v>1.0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Sheet1!$B$213</c:f>
              <c:strCache>
                <c:ptCount val="1"/>
                <c:pt idx="0">
                  <c:v>свод</c:v>
                </c:pt>
              </c:strCache>
            </c:strRef>
          </c:tx>
          <c:spPr>
            <a:ln w="28575">
              <a:solidFill>
                <a:srgbClr val="1B5FD0"/>
              </a:solidFill>
            </a:ln>
          </c:spPr>
          <c:marker>
            <c:symbol val="none"/>
          </c:marker>
          <c:xVal>
            <c:numRef>
              <c:f>Sheet1!$A$214:$A$364</c:f>
              <c:numCache>
                <c:formatCode>General</c:formatCode>
                <c:ptCount val="151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0.008771929824561403</c:v>
                </c:pt>
                <c:pt idx="9">
                  <c:v>0.008771929824561403</c:v>
                </c:pt>
                <c:pt idx="10">
                  <c:v>0.008771929824561403</c:v>
                </c:pt>
                <c:pt idx="11">
                  <c:v>0.008771929824561403</c:v>
                </c:pt>
                <c:pt idx="12">
                  <c:v>0.017543859649122806</c:v>
                </c:pt>
                <c:pt idx="13">
                  <c:v>0.02631578947368421</c:v>
                </c:pt>
                <c:pt idx="14">
                  <c:v>0.03508771929824561</c:v>
                </c:pt>
                <c:pt idx="15">
                  <c:v>0.03508771929824561</c:v>
                </c:pt>
                <c:pt idx="16">
                  <c:v>0.03508771929824561</c:v>
                </c:pt>
                <c:pt idx="17">
                  <c:v>0.043859649122807015</c:v>
                </c:pt>
                <c:pt idx="18">
                  <c:v>0.043859649122807015</c:v>
                </c:pt>
                <c:pt idx="19">
                  <c:v>0.043859649122807015</c:v>
                </c:pt>
                <c:pt idx="20">
                  <c:v>0.043859649122807015</c:v>
                </c:pt>
                <c:pt idx="21">
                  <c:v>0.05263157894736842</c:v>
                </c:pt>
                <c:pt idx="22">
                  <c:v>0.06140350877192982</c:v>
                </c:pt>
                <c:pt idx="23">
                  <c:v>0.07017543859649122</c:v>
                </c:pt>
                <c:pt idx="24">
                  <c:v>0.07017543859649122</c:v>
                </c:pt>
                <c:pt idx="25">
                  <c:v>0.07894736842105263</c:v>
                </c:pt>
                <c:pt idx="26">
                  <c:v>0.08771929824561403</c:v>
                </c:pt>
                <c:pt idx="27">
                  <c:v>0.08771929824561403</c:v>
                </c:pt>
                <c:pt idx="28">
                  <c:v>0.08771929824561403</c:v>
                </c:pt>
                <c:pt idx="29">
                  <c:v>0.09649122807017543</c:v>
                </c:pt>
                <c:pt idx="30">
                  <c:v>0.10526315789473684</c:v>
                </c:pt>
                <c:pt idx="31">
                  <c:v>0.11403508771929824</c:v>
                </c:pt>
                <c:pt idx="32">
                  <c:v>0.12280701754385964</c:v>
                </c:pt>
                <c:pt idx="33">
                  <c:v>0.13157894736842105</c:v>
                </c:pt>
                <c:pt idx="34">
                  <c:v>0.13157894736842105</c:v>
                </c:pt>
                <c:pt idx="35">
                  <c:v>0.14035087719298245</c:v>
                </c:pt>
                <c:pt idx="36">
                  <c:v>0.14912280701754385</c:v>
                </c:pt>
                <c:pt idx="37">
                  <c:v>0.15789473684210525</c:v>
                </c:pt>
                <c:pt idx="38">
                  <c:v>0.16666666666666666</c:v>
                </c:pt>
                <c:pt idx="39">
                  <c:v>0.16666666666666666</c:v>
                </c:pt>
                <c:pt idx="40">
                  <c:v>0.16666666666666666</c:v>
                </c:pt>
                <c:pt idx="41">
                  <c:v>0.17543859649122806</c:v>
                </c:pt>
                <c:pt idx="42">
                  <c:v>0.17543859649122806</c:v>
                </c:pt>
                <c:pt idx="43">
                  <c:v>0.17543859649122806</c:v>
                </c:pt>
                <c:pt idx="44">
                  <c:v>0.17543859649122806</c:v>
                </c:pt>
                <c:pt idx="45">
                  <c:v>0.18421052631578946</c:v>
                </c:pt>
                <c:pt idx="46">
                  <c:v>0.19298245614035087</c:v>
                </c:pt>
                <c:pt idx="47">
                  <c:v>0.20175438596491227</c:v>
                </c:pt>
                <c:pt idx="48">
                  <c:v>0.20175438596491227</c:v>
                </c:pt>
                <c:pt idx="49">
                  <c:v>0.20175438596491227</c:v>
                </c:pt>
                <c:pt idx="50">
                  <c:v>0.21052631578947367</c:v>
                </c:pt>
                <c:pt idx="51">
                  <c:v>0.21929824561403508</c:v>
                </c:pt>
                <c:pt idx="52">
                  <c:v>0.21929824561403508</c:v>
                </c:pt>
                <c:pt idx="53">
                  <c:v>0.22807017543859648</c:v>
                </c:pt>
                <c:pt idx="54">
                  <c:v>0.22807017543859648</c:v>
                </c:pt>
                <c:pt idx="55">
                  <c:v>0.23684210526315788</c:v>
                </c:pt>
                <c:pt idx="56">
                  <c:v>0.24561403508771928</c:v>
                </c:pt>
                <c:pt idx="57">
                  <c:v>0.2543859649122807</c:v>
                </c:pt>
                <c:pt idx="58">
                  <c:v>0.2631578947368421</c:v>
                </c:pt>
                <c:pt idx="59">
                  <c:v>0.2719298245614035</c:v>
                </c:pt>
                <c:pt idx="60">
                  <c:v>0.2807017543859649</c:v>
                </c:pt>
                <c:pt idx="61">
                  <c:v>0.2894736842105263</c:v>
                </c:pt>
                <c:pt idx="62">
                  <c:v>0.2982456140350877</c:v>
                </c:pt>
                <c:pt idx="63">
                  <c:v>0.30701754385964913</c:v>
                </c:pt>
                <c:pt idx="64">
                  <c:v>0.30701754385964913</c:v>
                </c:pt>
                <c:pt idx="65">
                  <c:v>0.3157894736842105</c:v>
                </c:pt>
                <c:pt idx="66">
                  <c:v>0.32456140350877194</c:v>
                </c:pt>
                <c:pt idx="67">
                  <c:v>0.3333333333333333</c:v>
                </c:pt>
                <c:pt idx="68">
                  <c:v>0.34210526315789475</c:v>
                </c:pt>
                <c:pt idx="69">
                  <c:v>0.3508771929824561</c:v>
                </c:pt>
                <c:pt idx="70">
                  <c:v>0.35964912280701755</c:v>
                </c:pt>
                <c:pt idx="71">
                  <c:v>0.35964912280701755</c:v>
                </c:pt>
                <c:pt idx="72">
                  <c:v>0.3684210526315789</c:v>
                </c:pt>
                <c:pt idx="73">
                  <c:v>0.37719298245614036</c:v>
                </c:pt>
                <c:pt idx="74">
                  <c:v>0.38596491228070173</c:v>
                </c:pt>
                <c:pt idx="75">
                  <c:v>0.39473684210526316</c:v>
                </c:pt>
                <c:pt idx="76">
                  <c:v>0.40350877192982454</c:v>
                </c:pt>
                <c:pt idx="77">
                  <c:v>0.41228070175438597</c:v>
                </c:pt>
                <c:pt idx="78">
                  <c:v>0.42105263157894735</c:v>
                </c:pt>
                <c:pt idx="79">
                  <c:v>0.4298245614035088</c:v>
                </c:pt>
                <c:pt idx="80">
                  <c:v>0.43859649122807015</c:v>
                </c:pt>
                <c:pt idx="81">
                  <c:v>0.4473684210526316</c:v>
                </c:pt>
                <c:pt idx="82">
                  <c:v>0.45614035087719296</c:v>
                </c:pt>
                <c:pt idx="83">
                  <c:v>0.4649122807017544</c:v>
                </c:pt>
                <c:pt idx="84">
                  <c:v>0.47368421052631576</c:v>
                </c:pt>
                <c:pt idx="85">
                  <c:v>0.4824561403508772</c:v>
                </c:pt>
                <c:pt idx="86">
                  <c:v>0.49122807017543857</c:v>
                </c:pt>
                <c:pt idx="87">
                  <c:v>0.5</c:v>
                </c:pt>
                <c:pt idx="88">
                  <c:v>0.5087719298245614</c:v>
                </c:pt>
                <c:pt idx="89">
                  <c:v>0.5087719298245614</c:v>
                </c:pt>
                <c:pt idx="90">
                  <c:v>0.5175438596491229</c:v>
                </c:pt>
                <c:pt idx="91">
                  <c:v>0.5263157894736842</c:v>
                </c:pt>
                <c:pt idx="92">
                  <c:v>0.5350877192982456</c:v>
                </c:pt>
                <c:pt idx="93">
                  <c:v>0.543859649122807</c:v>
                </c:pt>
                <c:pt idx="94">
                  <c:v>0.5526315789473685</c:v>
                </c:pt>
                <c:pt idx="95">
                  <c:v>0.5526315789473685</c:v>
                </c:pt>
                <c:pt idx="96">
                  <c:v>0.5614035087719298</c:v>
                </c:pt>
                <c:pt idx="97">
                  <c:v>0.5701754385964912</c:v>
                </c:pt>
                <c:pt idx="98">
                  <c:v>0.5789473684210527</c:v>
                </c:pt>
                <c:pt idx="99">
                  <c:v>0.5789473684210527</c:v>
                </c:pt>
                <c:pt idx="100">
                  <c:v>0.5877192982456141</c:v>
                </c:pt>
                <c:pt idx="101">
                  <c:v>0.5964912280701754</c:v>
                </c:pt>
                <c:pt idx="102">
                  <c:v>0.5964912280701754</c:v>
                </c:pt>
                <c:pt idx="103">
                  <c:v>0.6052631578947368</c:v>
                </c:pt>
                <c:pt idx="104">
                  <c:v>0.6140350877192983</c:v>
                </c:pt>
                <c:pt idx="105">
                  <c:v>0.6140350877192983</c:v>
                </c:pt>
                <c:pt idx="106">
                  <c:v>0.6228070175438597</c:v>
                </c:pt>
                <c:pt idx="107">
                  <c:v>0.631578947368421</c:v>
                </c:pt>
                <c:pt idx="108">
                  <c:v>0.6403508771929824</c:v>
                </c:pt>
                <c:pt idx="109">
                  <c:v>0.6491228070175439</c:v>
                </c:pt>
                <c:pt idx="110">
                  <c:v>0.6578947368421053</c:v>
                </c:pt>
                <c:pt idx="111">
                  <c:v>0.6666666666666666</c:v>
                </c:pt>
                <c:pt idx="112">
                  <c:v>0.6754385964912281</c:v>
                </c:pt>
                <c:pt idx="113">
                  <c:v>0.6842105263157895</c:v>
                </c:pt>
                <c:pt idx="114">
                  <c:v>0.6929824561403509</c:v>
                </c:pt>
                <c:pt idx="115">
                  <c:v>0.7017543859649122</c:v>
                </c:pt>
                <c:pt idx="116">
                  <c:v>0.7105263157894737</c:v>
                </c:pt>
                <c:pt idx="117">
                  <c:v>0.7192982456140351</c:v>
                </c:pt>
                <c:pt idx="118">
                  <c:v>0.7280701754385965</c:v>
                </c:pt>
                <c:pt idx="119">
                  <c:v>0.7368421052631579</c:v>
                </c:pt>
                <c:pt idx="120">
                  <c:v>0.7456140350877193</c:v>
                </c:pt>
                <c:pt idx="121">
                  <c:v>0.7543859649122807</c:v>
                </c:pt>
                <c:pt idx="122">
                  <c:v>0.7631578947368421</c:v>
                </c:pt>
                <c:pt idx="123">
                  <c:v>0.7719298245614035</c:v>
                </c:pt>
                <c:pt idx="124">
                  <c:v>0.7807017543859649</c:v>
                </c:pt>
                <c:pt idx="125">
                  <c:v>0.7894736842105263</c:v>
                </c:pt>
                <c:pt idx="126">
                  <c:v>0.7982456140350878</c:v>
                </c:pt>
                <c:pt idx="127">
                  <c:v>0.7982456140350878</c:v>
                </c:pt>
                <c:pt idx="128">
                  <c:v>0.8070175438596491</c:v>
                </c:pt>
                <c:pt idx="129">
                  <c:v>0.8157894736842105</c:v>
                </c:pt>
                <c:pt idx="130">
                  <c:v>0.8245614035087719</c:v>
                </c:pt>
                <c:pt idx="131">
                  <c:v>0.8333333333333334</c:v>
                </c:pt>
                <c:pt idx="132">
                  <c:v>0.8421052631578947</c:v>
                </c:pt>
                <c:pt idx="133">
                  <c:v>0.8508771929824561</c:v>
                </c:pt>
                <c:pt idx="134">
                  <c:v>0.8596491228070176</c:v>
                </c:pt>
                <c:pt idx="135">
                  <c:v>0.868421052631579</c:v>
                </c:pt>
                <c:pt idx="136">
                  <c:v>0.8771929824561403</c:v>
                </c:pt>
                <c:pt idx="137">
                  <c:v>0.8859649122807017</c:v>
                </c:pt>
                <c:pt idx="138">
                  <c:v>0.8947368421052632</c:v>
                </c:pt>
                <c:pt idx="139">
                  <c:v>0.9035087719298246</c:v>
                </c:pt>
                <c:pt idx="140">
                  <c:v>0.9122807017543859</c:v>
                </c:pt>
                <c:pt idx="141">
                  <c:v>0.9210526315789473</c:v>
                </c:pt>
                <c:pt idx="142">
                  <c:v>0.9298245614035088</c:v>
                </c:pt>
                <c:pt idx="143">
                  <c:v>0.9385964912280702</c:v>
                </c:pt>
                <c:pt idx="144">
                  <c:v>0.9473684210526315</c:v>
                </c:pt>
                <c:pt idx="145">
                  <c:v>0.956140350877193</c:v>
                </c:pt>
                <c:pt idx="146">
                  <c:v>0.9649122807017544</c:v>
                </c:pt>
                <c:pt idx="147">
                  <c:v>0.9736842105263158</c:v>
                </c:pt>
                <c:pt idx="148">
                  <c:v>0.9824561403508771</c:v>
                </c:pt>
                <c:pt idx="149">
                  <c:v>0.9912280701754386</c:v>
                </c:pt>
                <c:pt idx="150">
                  <c:v>1.0</c:v>
                </c:pt>
              </c:numCache>
            </c:numRef>
          </c:xVal>
          <c:yVal>
            <c:numRef>
              <c:f>Sheet1!$B$214:$B$364</c:f>
              <c:numCache>
                <c:formatCode>General</c:formatCode>
                <c:ptCount val="151"/>
                <c:pt idx="0">
                  <c:v>0.0</c:v>
                </c:pt>
                <c:pt idx="1">
                  <c:v>0.027777777777777776</c:v>
                </c:pt>
                <c:pt idx="2">
                  <c:v>0.05555555555555555</c:v>
                </c:pt>
                <c:pt idx="3">
                  <c:v>0.08333333333333333</c:v>
                </c:pt>
                <c:pt idx="4">
                  <c:v>0.1111111111111111</c:v>
                </c:pt>
                <c:pt idx="5">
                  <c:v>0.1388888888888889</c:v>
                </c:pt>
                <c:pt idx="6">
                  <c:v>0.16666666666666666</c:v>
                </c:pt>
                <c:pt idx="7">
                  <c:v>0.19444444444444445</c:v>
                </c:pt>
                <c:pt idx="8">
                  <c:v>0.19444444444444445</c:v>
                </c:pt>
                <c:pt idx="9">
                  <c:v>0.2222222222222222</c:v>
                </c:pt>
                <c:pt idx="10">
                  <c:v>0.25</c:v>
                </c:pt>
                <c:pt idx="11">
                  <c:v>0.2777777777777778</c:v>
                </c:pt>
                <c:pt idx="12">
                  <c:v>0.2777777777777778</c:v>
                </c:pt>
                <c:pt idx="13">
                  <c:v>0.2777777777777778</c:v>
                </c:pt>
                <c:pt idx="14">
                  <c:v>0.2777777777777778</c:v>
                </c:pt>
                <c:pt idx="15">
                  <c:v>0.3055555555555556</c:v>
                </c:pt>
                <c:pt idx="16">
                  <c:v>0.3333333333333333</c:v>
                </c:pt>
                <c:pt idx="17">
                  <c:v>0.3333333333333333</c:v>
                </c:pt>
                <c:pt idx="18">
                  <c:v>0.3611111111111111</c:v>
                </c:pt>
                <c:pt idx="19">
                  <c:v>0.3888888888888889</c:v>
                </c:pt>
                <c:pt idx="20">
                  <c:v>0.4166666666666667</c:v>
                </c:pt>
                <c:pt idx="21">
                  <c:v>0.4166666666666667</c:v>
                </c:pt>
                <c:pt idx="22">
                  <c:v>0.4166666666666667</c:v>
                </c:pt>
                <c:pt idx="23">
                  <c:v>0.4166666666666667</c:v>
                </c:pt>
                <c:pt idx="24">
                  <c:v>0.4444444444444444</c:v>
                </c:pt>
                <c:pt idx="25">
                  <c:v>0.4444444444444444</c:v>
                </c:pt>
                <c:pt idx="26">
                  <c:v>0.4444444444444444</c:v>
                </c:pt>
                <c:pt idx="27">
                  <c:v>0.4722222222222222</c:v>
                </c:pt>
                <c:pt idx="28">
                  <c:v>0.5</c:v>
                </c:pt>
                <c:pt idx="29">
                  <c:v>0.5</c:v>
                </c:pt>
                <c:pt idx="30">
                  <c:v>0.5</c:v>
                </c:pt>
                <c:pt idx="31">
                  <c:v>0.5</c:v>
                </c:pt>
                <c:pt idx="32">
                  <c:v>0.5</c:v>
                </c:pt>
                <c:pt idx="33">
                  <c:v>0.5</c:v>
                </c:pt>
                <c:pt idx="34">
                  <c:v>0.5277777777777778</c:v>
                </c:pt>
                <c:pt idx="35">
                  <c:v>0.5277777777777778</c:v>
                </c:pt>
                <c:pt idx="36">
                  <c:v>0.5277777777777778</c:v>
                </c:pt>
                <c:pt idx="37">
                  <c:v>0.5277777777777778</c:v>
                </c:pt>
                <c:pt idx="38">
                  <c:v>0.5277777777777778</c:v>
                </c:pt>
                <c:pt idx="39">
                  <c:v>0.5555555555555556</c:v>
                </c:pt>
                <c:pt idx="40">
                  <c:v>0.5833333333333334</c:v>
                </c:pt>
                <c:pt idx="41">
                  <c:v>0.5833333333333334</c:v>
                </c:pt>
                <c:pt idx="42">
                  <c:v>0.6111111111111112</c:v>
                </c:pt>
                <c:pt idx="43">
                  <c:v>0.6388888888888888</c:v>
                </c:pt>
                <c:pt idx="44">
                  <c:v>0.6666666666666666</c:v>
                </c:pt>
                <c:pt idx="45">
                  <c:v>0.6666666666666666</c:v>
                </c:pt>
                <c:pt idx="46">
                  <c:v>0.6666666666666666</c:v>
                </c:pt>
                <c:pt idx="47">
                  <c:v>0.6666666666666666</c:v>
                </c:pt>
                <c:pt idx="48">
                  <c:v>0.6944444444444444</c:v>
                </c:pt>
                <c:pt idx="49">
                  <c:v>0.7222222222222222</c:v>
                </c:pt>
                <c:pt idx="50">
                  <c:v>0.7222222222222222</c:v>
                </c:pt>
                <c:pt idx="51">
                  <c:v>0.7222222222222222</c:v>
                </c:pt>
                <c:pt idx="52">
                  <c:v>0.75</c:v>
                </c:pt>
                <c:pt idx="53">
                  <c:v>0.75</c:v>
                </c:pt>
                <c:pt idx="54">
                  <c:v>0.7777777777777778</c:v>
                </c:pt>
                <c:pt idx="55">
                  <c:v>0.7777777777777778</c:v>
                </c:pt>
                <c:pt idx="56">
                  <c:v>0.7777777777777778</c:v>
                </c:pt>
                <c:pt idx="57">
                  <c:v>0.7777777777777778</c:v>
                </c:pt>
                <c:pt idx="58">
                  <c:v>0.7777777777777778</c:v>
                </c:pt>
                <c:pt idx="59">
                  <c:v>0.7777777777777778</c:v>
                </c:pt>
                <c:pt idx="60">
                  <c:v>0.7777777777777778</c:v>
                </c:pt>
                <c:pt idx="61">
                  <c:v>0.7777777777777778</c:v>
                </c:pt>
                <c:pt idx="62">
                  <c:v>0.7777777777777778</c:v>
                </c:pt>
                <c:pt idx="63">
                  <c:v>0.7777777777777778</c:v>
                </c:pt>
                <c:pt idx="64">
                  <c:v>0.8055555555555556</c:v>
                </c:pt>
                <c:pt idx="65">
                  <c:v>0.8055555555555556</c:v>
                </c:pt>
                <c:pt idx="66">
                  <c:v>0.8055555555555556</c:v>
                </c:pt>
                <c:pt idx="67">
                  <c:v>0.8055555555555556</c:v>
                </c:pt>
                <c:pt idx="68">
                  <c:v>0.8055555555555556</c:v>
                </c:pt>
                <c:pt idx="69">
                  <c:v>0.8055555555555556</c:v>
                </c:pt>
                <c:pt idx="70">
                  <c:v>0.8055555555555556</c:v>
                </c:pt>
                <c:pt idx="71">
                  <c:v>0.8333333333333334</c:v>
                </c:pt>
                <c:pt idx="72">
                  <c:v>0.8333333333333334</c:v>
                </c:pt>
                <c:pt idx="73">
                  <c:v>0.8333333333333334</c:v>
                </c:pt>
                <c:pt idx="74">
                  <c:v>0.8333333333333334</c:v>
                </c:pt>
                <c:pt idx="75">
                  <c:v>0.8333333333333334</c:v>
                </c:pt>
                <c:pt idx="76">
                  <c:v>0.8333333333333334</c:v>
                </c:pt>
                <c:pt idx="77">
                  <c:v>0.8333333333333334</c:v>
                </c:pt>
                <c:pt idx="78">
                  <c:v>0.8333333333333334</c:v>
                </c:pt>
                <c:pt idx="79">
                  <c:v>0.8333333333333334</c:v>
                </c:pt>
                <c:pt idx="80">
                  <c:v>0.8333333333333334</c:v>
                </c:pt>
                <c:pt idx="81">
                  <c:v>0.8333333333333334</c:v>
                </c:pt>
                <c:pt idx="82">
                  <c:v>0.8333333333333334</c:v>
                </c:pt>
                <c:pt idx="83">
                  <c:v>0.8333333333333334</c:v>
                </c:pt>
                <c:pt idx="84">
                  <c:v>0.8333333333333334</c:v>
                </c:pt>
                <c:pt idx="85">
                  <c:v>0.8333333333333334</c:v>
                </c:pt>
                <c:pt idx="86">
                  <c:v>0.8333333333333334</c:v>
                </c:pt>
                <c:pt idx="87">
                  <c:v>0.8333333333333334</c:v>
                </c:pt>
                <c:pt idx="88">
                  <c:v>0.8333333333333334</c:v>
                </c:pt>
                <c:pt idx="89">
                  <c:v>0.8611111111111112</c:v>
                </c:pt>
                <c:pt idx="90">
                  <c:v>0.8611111111111112</c:v>
                </c:pt>
                <c:pt idx="91">
                  <c:v>0.8611111111111112</c:v>
                </c:pt>
                <c:pt idx="92">
                  <c:v>0.8611111111111112</c:v>
                </c:pt>
                <c:pt idx="93">
                  <c:v>0.8611111111111112</c:v>
                </c:pt>
                <c:pt idx="94">
                  <c:v>0.8611111111111112</c:v>
                </c:pt>
                <c:pt idx="95">
                  <c:v>0.8888888888888888</c:v>
                </c:pt>
                <c:pt idx="96">
                  <c:v>0.8888888888888888</c:v>
                </c:pt>
                <c:pt idx="97">
                  <c:v>0.8888888888888888</c:v>
                </c:pt>
                <c:pt idx="98">
                  <c:v>0.8888888888888888</c:v>
                </c:pt>
                <c:pt idx="99">
                  <c:v>0.9166666666666666</c:v>
                </c:pt>
                <c:pt idx="100">
                  <c:v>0.9166666666666666</c:v>
                </c:pt>
                <c:pt idx="101">
                  <c:v>0.9166666666666666</c:v>
                </c:pt>
                <c:pt idx="102">
                  <c:v>0.9444444444444444</c:v>
                </c:pt>
                <c:pt idx="103">
                  <c:v>0.9444444444444444</c:v>
                </c:pt>
                <c:pt idx="104">
                  <c:v>0.9444444444444444</c:v>
                </c:pt>
                <c:pt idx="105">
                  <c:v>0.9722222222222222</c:v>
                </c:pt>
                <c:pt idx="106">
                  <c:v>0.9722222222222222</c:v>
                </c:pt>
                <c:pt idx="107">
                  <c:v>0.9722222222222222</c:v>
                </c:pt>
                <c:pt idx="108">
                  <c:v>0.9722222222222222</c:v>
                </c:pt>
                <c:pt idx="109">
                  <c:v>0.9722222222222222</c:v>
                </c:pt>
                <c:pt idx="110">
                  <c:v>0.9722222222222222</c:v>
                </c:pt>
                <c:pt idx="111">
                  <c:v>0.9722222222222222</c:v>
                </c:pt>
                <c:pt idx="112">
                  <c:v>0.9722222222222222</c:v>
                </c:pt>
                <c:pt idx="113">
                  <c:v>0.9722222222222222</c:v>
                </c:pt>
                <c:pt idx="114">
                  <c:v>0.9722222222222222</c:v>
                </c:pt>
                <c:pt idx="115">
                  <c:v>0.9722222222222222</c:v>
                </c:pt>
                <c:pt idx="116">
                  <c:v>0.9722222222222222</c:v>
                </c:pt>
                <c:pt idx="117">
                  <c:v>0.9722222222222222</c:v>
                </c:pt>
                <c:pt idx="118">
                  <c:v>0.9722222222222222</c:v>
                </c:pt>
                <c:pt idx="119">
                  <c:v>0.9722222222222222</c:v>
                </c:pt>
                <c:pt idx="120">
                  <c:v>0.9722222222222222</c:v>
                </c:pt>
                <c:pt idx="121">
                  <c:v>0.9722222222222222</c:v>
                </c:pt>
                <c:pt idx="122">
                  <c:v>0.9722222222222222</c:v>
                </c:pt>
                <c:pt idx="123">
                  <c:v>0.9722222222222222</c:v>
                </c:pt>
                <c:pt idx="124">
                  <c:v>0.9722222222222222</c:v>
                </c:pt>
                <c:pt idx="125">
                  <c:v>0.9722222222222222</c:v>
                </c:pt>
                <c:pt idx="126">
                  <c:v>0.9722222222222222</c:v>
                </c:pt>
                <c:pt idx="127">
                  <c:v>1.0</c:v>
                </c:pt>
                <c:pt idx="128">
                  <c:v>1.0</c:v>
                </c:pt>
                <c:pt idx="129">
                  <c:v>1.0</c:v>
                </c:pt>
                <c:pt idx="130">
                  <c:v>1.0</c:v>
                </c:pt>
                <c:pt idx="131">
                  <c:v>1.0</c:v>
                </c:pt>
                <c:pt idx="132">
                  <c:v>1.0</c:v>
                </c:pt>
                <c:pt idx="133">
                  <c:v>1.0</c:v>
                </c:pt>
                <c:pt idx="134">
                  <c:v>1.0</c:v>
                </c:pt>
                <c:pt idx="135">
                  <c:v>1.0</c:v>
                </c:pt>
                <c:pt idx="136">
                  <c:v>1.0</c:v>
                </c:pt>
                <c:pt idx="137">
                  <c:v>1.0</c:v>
                </c:pt>
                <c:pt idx="138">
                  <c:v>1.0</c:v>
                </c:pt>
                <c:pt idx="139">
                  <c:v>1.0</c:v>
                </c:pt>
                <c:pt idx="140">
                  <c:v>1.0</c:v>
                </c:pt>
                <c:pt idx="141">
                  <c:v>1.0</c:v>
                </c:pt>
                <c:pt idx="142">
                  <c:v>1.0</c:v>
                </c:pt>
                <c:pt idx="143">
                  <c:v>1.0</c:v>
                </c:pt>
                <c:pt idx="144">
                  <c:v>1.0</c:v>
                </c:pt>
                <c:pt idx="145">
                  <c:v>1.0</c:v>
                </c:pt>
                <c:pt idx="146">
                  <c:v>1.0</c:v>
                </c:pt>
                <c:pt idx="147">
                  <c:v>1.0</c:v>
                </c:pt>
                <c:pt idx="148">
                  <c:v>1.0</c:v>
                </c:pt>
                <c:pt idx="149">
                  <c:v>1.0</c:v>
                </c:pt>
                <c:pt idx="150">
                  <c:v>1.0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Sheet1!$B$366</c:f>
              <c:strCache>
                <c:ptCount val="1"/>
                <c:pt idx="0">
                  <c:v>случайно</c:v>
                </c:pt>
              </c:strCache>
            </c:strRef>
          </c:tx>
          <c:spPr>
            <a:ln w="12700">
              <a:solidFill>
                <a:srgbClr val="7A8995"/>
              </a:solidFill>
              <a:prstDash val="dash"/>
            </a:ln>
          </c:spPr>
          <c:marker>
            <c:symbol val="none"/>
          </c:marker>
          <c:xVal>
            <c:numRef>
              <c:f>Sheet1!$A$367:$A$368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Sheet1!$B$367:$B$368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.0"/>
          <c:min val="0.0"/>
        </c:scaling>
        <c:delete val="0"/>
        <c:axPos val="b"/>
        <c:majorGridlines>
          <c:spPr>
            <a:ln>
              <a:solidFill>
                <a:srgbClr val="E6EBEE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D3DBE0"/>
            </a:solidFill>
          </a:ln>
        </c:spPr>
        <c:crossAx val="-2129643912"/>
        <c:crosses val="autoZero"/>
        <c:crossBetween val="midCat"/>
        <c:majorUnit val="0.2"/>
      </c:valAx>
      <c:valAx>
        <c:axId val="-2129643912"/>
        <c:scaling>
          <c:orientation val="minMax"/>
          <c:max val="1.0"/>
          <c:min val="0.0"/>
        </c:scaling>
        <c:delete val="0"/>
        <c:axPos val="l"/>
        <c:majorGridlines>
          <c:spPr>
            <a:ln>
              <a:solidFill>
                <a:srgbClr val="E6EBEE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D3DBE0"/>
            </a:solidFill>
          </a:ln>
        </c:spPr>
        <c:crossAx val="-2128940872"/>
        <c:crosses val="autoZero"/>
        <c:crossBetween val="midCat"/>
        <c:majorUnit val="0.2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7A8995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top-hat</c:v>
                </c:pt>
              </c:strCache>
            </c:strRef>
          </c:tx>
          <c:spPr>
            <a:ln w="12700">
              <a:solidFill>
                <a:srgbClr val="8C9AA5"/>
              </a:solidFill>
              <a:prstDash val="dash"/>
            </a:ln>
          </c:spPr>
          <c:marker>
            <c:symbol val="none"/>
          </c:marker>
          <c:xVal>
            <c:numRef>
              <c:f>Sheet1!$A$2:$A$98</c:f>
              <c:numCache>
                <c:formatCode>General</c:formatCode>
                <c:ptCount val="97"/>
                <c:pt idx="0">
                  <c:v>0.0</c:v>
                </c:pt>
                <c:pt idx="1">
                  <c:v>0.0</c:v>
                </c:pt>
                <c:pt idx="2">
                  <c:v>0.012195121951219513</c:v>
                </c:pt>
                <c:pt idx="3">
                  <c:v>0.012195121951219513</c:v>
                </c:pt>
                <c:pt idx="4">
                  <c:v>0.012195121951219513</c:v>
                </c:pt>
                <c:pt idx="5">
                  <c:v>0.024390243902439025</c:v>
                </c:pt>
                <c:pt idx="6">
                  <c:v>0.036585365853658534</c:v>
                </c:pt>
                <c:pt idx="7">
                  <c:v>0.036585365853658534</c:v>
                </c:pt>
                <c:pt idx="8">
                  <c:v>0.036585365853658534</c:v>
                </c:pt>
                <c:pt idx="9">
                  <c:v>0.036585365853658534</c:v>
                </c:pt>
                <c:pt idx="10">
                  <c:v>0.036585365853658534</c:v>
                </c:pt>
                <c:pt idx="11">
                  <c:v>0.036585365853658534</c:v>
                </c:pt>
                <c:pt idx="12">
                  <c:v>0.036585365853658534</c:v>
                </c:pt>
                <c:pt idx="13">
                  <c:v>0.04878048780487805</c:v>
                </c:pt>
                <c:pt idx="14">
                  <c:v>0.04878048780487805</c:v>
                </c:pt>
                <c:pt idx="15">
                  <c:v>0.06097560975609756</c:v>
                </c:pt>
                <c:pt idx="16">
                  <c:v>0.07317073170731707</c:v>
                </c:pt>
                <c:pt idx="17">
                  <c:v>0.08536585365853659</c:v>
                </c:pt>
                <c:pt idx="18">
                  <c:v>0.0975609756097561</c:v>
                </c:pt>
                <c:pt idx="19">
                  <c:v>0.10975609756097561</c:v>
                </c:pt>
                <c:pt idx="20">
                  <c:v>0.12195121951219512</c:v>
                </c:pt>
                <c:pt idx="21">
                  <c:v>0.12195121951219512</c:v>
                </c:pt>
                <c:pt idx="22">
                  <c:v>0.13414634146341464</c:v>
                </c:pt>
                <c:pt idx="23">
                  <c:v>0.14634146341463414</c:v>
                </c:pt>
                <c:pt idx="24">
                  <c:v>0.15853658536585366</c:v>
                </c:pt>
                <c:pt idx="25">
                  <c:v>0.17073170731707318</c:v>
                </c:pt>
                <c:pt idx="26">
                  <c:v>0.18292682926829268</c:v>
                </c:pt>
                <c:pt idx="27">
                  <c:v>0.1951219512195122</c:v>
                </c:pt>
                <c:pt idx="28">
                  <c:v>0.2073170731707317</c:v>
                </c:pt>
                <c:pt idx="29">
                  <c:v>0.21951219512195122</c:v>
                </c:pt>
                <c:pt idx="30">
                  <c:v>0.23170731707317074</c:v>
                </c:pt>
                <c:pt idx="31">
                  <c:v>0.24390243902439024</c:v>
                </c:pt>
                <c:pt idx="32">
                  <c:v>0.25609756097560976</c:v>
                </c:pt>
                <c:pt idx="33">
                  <c:v>0.2682926829268293</c:v>
                </c:pt>
                <c:pt idx="34">
                  <c:v>0.2804878048780488</c:v>
                </c:pt>
                <c:pt idx="35">
                  <c:v>0.2926829268292683</c:v>
                </c:pt>
                <c:pt idx="36">
                  <c:v>0.3048780487804878</c:v>
                </c:pt>
                <c:pt idx="37">
                  <c:v>0.3170731707317073</c:v>
                </c:pt>
                <c:pt idx="38">
                  <c:v>0.32926829268292684</c:v>
                </c:pt>
                <c:pt idx="39">
                  <c:v>0.32926829268292684</c:v>
                </c:pt>
                <c:pt idx="40">
                  <c:v>0.34146341463414637</c:v>
                </c:pt>
                <c:pt idx="41">
                  <c:v>0.35365853658536583</c:v>
                </c:pt>
                <c:pt idx="42">
                  <c:v>0.36585365853658536</c:v>
                </c:pt>
                <c:pt idx="43">
                  <c:v>0.3780487804878049</c:v>
                </c:pt>
                <c:pt idx="44">
                  <c:v>0.3902439024390244</c:v>
                </c:pt>
                <c:pt idx="45">
                  <c:v>0.4024390243902439</c:v>
                </c:pt>
                <c:pt idx="46">
                  <c:v>0.4146341463414634</c:v>
                </c:pt>
                <c:pt idx="47">
                  <c:v>0.4268292682926829</c:v>
                </c:pt>
                <c:pt idx="48">
                  <c:v>0.43902439024390244</c:v>
                </c:pt>
                <c:pt idx="49">
                  <c:v>0.43902439024390244</c:v>
                </c:pt>
                <c:pt idx="50">
                  <c:v>0.45121951219512196</c:v>
                </c:pt>
                <c:pt idx="51">
                  <c:v>0.45121951219512196</c:v>
                </c:pt>
                <c:pt idx="52">
                  <c:v>0.4634146341463415</c:v>
                </c:pt>
                <c:pt idx="53">
                  <c:v>0.47560975609756095</c:v>
                </c:pt>
                <c:pt idx="54">
                  <c:v>0.4878048780487805</c:v>
                </c:pt>
                <c:pt idx="55">
                  <c:v>0.5</c:v>
                </c:pt>
                <c:pt idx="56">
                  <c:v>0.5121951219512195</c:v>
                </c:pt>
                <c:pt idx="57">
                  <c:v>0.524390243902439</c:v>
                </c:pt>
                <c:pt idx="58">
                  <c:v>0.5365853658536586</c:v>
                </c:pt>
                <c:pt idx="59">
                  <c:v>0.5487804878048781</c:v>
                </c:pt>
                <c:pt idx="60">
                  <c:v>0.5609756097560976</c:v>
                </c:pt>
                <c:pt idx="61">
                  <c:v>0.573170731707317</c:v>
                </c:pt>
                <c:pt idx="62">
                  <c:v>0.5853658536585366</c:v>
                </c:pt>
                <c:pt idx="63">
                  <c:v>0.6097560975609756</c:v>
                </c:pt>
                <c:pt idx="64">
                  <c:v>0.6219512195121951</c:v>
                </c:pt>
                <c:pt idx="65">
                  <c:v>0.6341463414634146</c:v>
                </c:pt>
                <c:pt idx="66">
                  <c:v>0.6463414634146342</c:v>
                </c:pt>
                <c:pt idx="67">
                  <c:v>0.6585365853658537</c:v>
                </c:pt>
                <c:pt idx="68">
                  <c:v>0.6707317073170732</c:v>
                </c:pt>
                <c:pt idx="69">
                  <c:v>0.6707317073170732</c:v>
                </c:pt>
                <c:pt idx="70">
                  <c:v>0.6829268292682927</c:v>
                </c:pt>
                <c:pt idx="71">
                  <c:v>0.6951219512195121</c:v>
                </c:pt>
                <c:pt idx="72">
                  <c:v>0.7073170731707317</c:v>
                </c:pt>
                <c:pt idx="73">
                  <c:v>0.7195121951219512</c:v>
                </c:pt>
                <c:pt idx="74">
                  <c:v>0.7317073170731707</c:v>
                </c:pt>
                <c:pt idx="75">
                  <c:v>0.7439024390243902</c:v>
                </c:pt>
                <c:pt idx="76">
                  <c:v>0.7560975609756098</c:v>
                </c:pt>
                <c:pt idx="77">
                  <c:v>0.7682926829268293</c:v>
                </c:pt>
                <c:pt idx="78">
                  <c:v>0.7804878048780488</c:v>
                </c:pt>
                <c:pt idx="79">
                  <c:v>0.7926829268292683</c:v>
                </c:pt>
                <c:pt idx="80">
                  <c:v>0.8048780487804879</c:v>
                </c:pt>
                <c:pt idx="81">
                  <c:v>0.8170731707317073</c:v>
                </c:pt>
                <c:pt idx="82">
                  <c:v>0.8292682926829268</c:v>
                </c:pt>
                <c:pt idx="83">
                  <c:v>0.8414634146341463</c:v>
                </c:pt>
                <c:pt idx="84">
                  <c:v>0.8536585365853658</c:v>
                </c:pt>
                <c:pt idx="85">
                  <c:v>0.8658536585365854</c:v>
                </c:pt>
                <c:pt idx="86">
                  <c:v>0.8780487804878049</c:v>
                </c:pt>
                <c:pt idx="87">
                  <c:v>0.9024390243902439</c:v>
                </c:pt>
                <c:pt idx="88">
                  <c:v>0.9146341463414634</c:v>
                </c:pt>
                <c:pt idx="89">
                  <c:v>0.926829268292683</c:v>
                </c:pt>
                <c:pt idx="90">
                  <c:v>0.9390243902439024</c:v>
                </c:pt>
                <c:pt idx="91">
                  <c:v>0.9512195121951219</c:v>
                </c:pt>
                <c:pt idx="92">
                  <c:v>0.9634146341463414</c:v>
                </c:pt>
                <c:pt idx="93">
                  <c:v>0.975609756097561</c:v>
                </c:pt>
                <c:pt idx="94">
                  <c:v>0.975609756097561</c:v>
                </c:pt>
                <c:pt idx="95">
                  <c:v>0.9878048780487805</c:v>
                </c:pt>
                <c:pt idx="96">
                  <c:v>1.0</c:v>
                </c:pt>
              </c:numCache>
            </c:numRef>
          </c:xVal>
          <c:yVal>
            <c:numRef>
              <c:f>Sheet1!$B$2:$B$98</c:f>
              <c:numCache>
                <c:formatCode>General</c:formatCode>
                <c:ptCount val="97"/>
                <c:pt idx="0">
                  <c:v>0.0</c:v>
                </c:pt>
                <c:pt idx="1">
                  <c:v>0.058823529411764705</c:v>
                </c:pt>
                <c:pt idx="2">
                  <c:v>0.058823529411764705</c:v>
                </c:pt>
                <c:pt idx="3">
                  <c:v>0.11764705882352941</c:v>
                </c:pt>
                <c:pt idx="4">
                  <c:v>0.17647058823529413</c:v>
                </c:pt>
                <c:pt idx="5">
                  <c:v>0.17647058823529413</c:v>
                </c:pt>
                <c:pt idx="6">
                  <c:v>0.17647058823529413</c:v>
                </c:pt>
                <c:pt idx="7">
                  <c:v>0.23529411764705882</c:v>
                </c:pt>
                <c:pt idx="8">
                  <c:v>0.29411764705882354</c:v>
                </c:pt>
                <c:pt idx="9">
                  <c:v>0.35294117647058826</c:v>
                </c:pt>
                <c:pt idx="10">
                  <c:v>0.4117647058823529</c:v>
                </c:pt>
                <c:pt idx="11">
                  <c:v>0.47058823529411764</c:v>
                </c:pt>
                <c:pt idx="12">
                  <c:v>0.5294117647058824</c:v>
                </c:pt>
                <c:pt idx="13">
                  <c:v>0.5294117647058824</c:v>
                </c:pt>
                <c:pt idx="14">
                  <c:v>0.5882352941176471</c:v>
                </c:pt>
                <c:pt idx="15">
                  <c:v>0.5882352941176471</c:v>
                </c:pt>
                <c:pt idx="16">
                  <c:v>0.5882352941176471</c:v>
                </c:pt>
                <c:pt idx="17">
                  <c:v>0.5882352941176471</c:v>
                </c:pt>
                <c:pt idx="18">
                  <c:v>0.5882352941176471</c:v>
                </c:pt>
                <c:pt idx="19">
                  <c:v>0.5882352941176471</c:v>
                </c:pt>
                <c:pt idx="20">
                  <c:v>0.5882352941176471</c:v>
                </c:pt>
                <c:pt idx="21">
                  <c:v>0.6470588235294118</c:v>
                </c:pt>
                <c:pt idx="22">
                  <c:v>0.6470588235294118</c:v>
                </c:pt>
                <c:pt idx="23">
                  <c:v>0.6470588235294118</c:v>
                </c:pt>
                <c:pt idx="24">
                  <c:v>0.6470588235294118</c:v>
                </c:pt>
                <c:pt idx="25">
                  <c:v>0.6470588235294118</c:v>
                </c:pt>
                <c:pt idx="26">
                  <c:v>0.6470588235294118</c:v>
                </c:pt>
                <c:pt idx="27">
                  <c:v>0.6470588235294118</c:v>
                </c:pt>
                <c:pt idx="28">
                  <c:v>0.6470588235294118</c:v>
                </c:pt>
                <c:pt idx="29">
                  <c:v>0.6470588235294118</c:v>
                </c:pt>
                <c:pt idx="30">
                  <c:v>0.7058823529411765</c:v>
                </c:pt>
                <c:pt idx="31">
                  <c:v>0.7058823529411765</c:v>
                </c:pt>
                <c:pt idx="32">
                  <c:v>0.7058823529411765</c:v>
                </c:pt>
                <c:pt idx="33">
                  <c:v>0.7058823529411765</c:v>
                </c:pt>
                <c:pt idx="34">
                  <c:v>0.7058823529411765</c:v>
                </c:pt>
                <c:pt idx="35">
                  <c:v>0.7058823529411765</c:v>
                </c:pt>
                <c:pt idx="36">
                  <c:v>0.7058823529411765</c:v>
                </c:pt>
                <c:pt idx="37">
                  <c:v>0.7058823529411765</c:v>
                </c:pt>
                <c:pt idx="38">
                  <c:v>0.7058823529411765</c:v>
                </c:pt>
                <c:pt idx="39">
                  <c:v>0.7647058823529411</c:v>
                </c:pt>
                <c:pt idx="40">
                  <c:v>0.7647058823529411</c:v>
                </c:pt>
                <c:pt idx="41">
                  <c:v>0.7647058823529411</c:v>
                </c:pt>
                <c:pt idx="42">
                  <c:v>0.7647058823529411</c:v>
                </c:pt>
                <c:pt idx="43">
                  <c:v>0.7647058823529411</c:v>
                </c:pt>
                <c:pt idx="44">
                  <c:v>0.7647058823529411</c:v>
                </c:pt>
                <c:pt idx="45">
                  <c:v>0.7647058823529411</c:v>
                </c:pt>
                <c:pt idx="46">
                  <c:v>0.7647058823529411</c:v>
                </c:pt>
                <c:pt idx="47">
                  <c:v>0.7647058823529411</c:v>
                </c:pt>
                <c:pt idx="48">
                  <c:v>0.7647058823529411</c:v>
                </c:pt>
                <c:pt idx="49">
                  <c:v>0.8235294117647058</c:v>
                </c:pt>
                <c:pt idx="50">
                  <c:v>0.8235294117647058</c:v>
                </c:pt>
                <c:pt idx="51">
                  <c:v>0.8823529411764706</c:v>
                </c:pt>
                <c:pt idx="52">
                  <c:v>0.8823529411764706</c:v>
                </c:pt>
                <c:pt idx="53">
                  <c:v>0.8823529411764706</c:v>
                </c:pt>
                <c:pt idx="54">
                  <c:v>0.8823529411764706</c:v>
                </c:pt>
                <c:pt idx="55">
                  <c:v>0.8823529411764706</c:v>
                </c:pt>
                <c:pt idx="56">
                  <c:v>0.8823529411764706</c:v>
                </c:pt>
                <c:pt idx="57">
                  <c:v>0.8823529411764706</c:v>
                </c:pt>
                <c:pt idx="58">
                  <c:v>0.8823529411764706</c:v>
                </c:pt>
                <c:pt idx="59">
                  <c:v>0.8823529411764706</c:v>
                </c:pt>
                <c:pt idx="60">
                  <c:v>0.8823529411764706</c:v>
                </c:pt>
                <c:pt idx="61">
                  <c:v>0.8823529411764706</c:v>
                </c:pt>
                <c:pt idx="62">
                  <c:v>0.8823529411764706</c:v>
                </c:pt>
                <c:pt idx="63">
                  <c:v>0.8823529411764706</c:v>
                </c:pt>
                <c:pt idx="64">
                  <c:v>0.8823529411764706</c:v>
                </c:pt>
                <c:pt idx="65">
                  <c:v>0.8823529411764706</c:v>
                </c:pt>
                <c:pt idx="66">
                  <c:v>0.8823529411764706</c:v>
                </c:pt>
                <c:pt idx="67">
                  <c:v>0.8823529411764706</c:v>
                </c:pt>
                <c:pt idx="68">
                  <c:v>0.8823529411764706</c:v>
                </c:pt>
                <c:pt idx="69">
                  <c:v>0.9411764705882353</c:v>
                </c:pt>
                <c:pt idx="70">
                  <c:v>0.9411764705882353</c:v>
                </c:pt>
                <c:pt idx="71">
                  <c:v>0.9411764705882353</c:v>
                </c:pt>
                <c:pt idx="72">
                  <c:v>0.9411764705882353</c:v>
                </c:pt>
                <c:pt idx="73">
                  <c:v>0.9411764705882353</c:v>
                </c:pt>
                <c:pt idx="74">
                  <c:v>0.9411764705882353</c:v>
                </c:pt>
                <c:pt idx="75">
                  <c:v>0.9411764705882353</c:v>
                </c:pt>
                <c:pt idx="76">
                  <c:v>0.9411764705882353</c:v>
                </c:pt>
                <c:pt idx="77">
                  <c:v>0.9411764705882353</c:v>
                </c:pt>
                <c:pt idx="78">
                  <c:v>0.9411764705882353</c:v>
                </c:pt>
                <c:pt idx="79">
                  <c:v>0.9411764705882353</c:v>
                </c:pt>
                <c:pt idx="80">
                  <c:v>0.9411764705882353</c:v>
                </c:pt>
                <c:pt idx="81">
                  <c:v>0.9411764705882353</c:v>
                </c:pt>
                <c:pt idx="82">
                  <c:v>0.9411764705882353</c:v>
                </c:pt>
                <c:pt idx="83">
                  <c:v>0.9411764705882353</c:v>
                </c:pt>
                <c:pt idx="84">
                  <c:v>0.9411764705882353</c:v>
                </c:pt>
                <c:pt idx="85">
                  <c:v>0.9411764705882353</c:v>
                </c:pt>
                <c:pt idx="86">
                  <c:v>0.9411764705882353</c:v>
                </c:pt>
                <c:pt idx="87">
                  <c:v>0.9411764705882353</c:v>
                </c:pt>
                <c:pt idx="88">
                  <c:v>0.9411764705882353</c:v>
                </c:pt>
                <c:pt idx="89">
                  <c:v>0.9411764705882353</c:v>
                </c:pt>
                <c:pt idx="90">
                  <c:v>0.9411764705882353</c:v>
                </c:pt>
                <c:pt idx="91">
                  <c:v>0.9411764705882353</c:v>
                </c:pt>
                <c:pt idx="92">
                  <c:v>0.9411764705882353</c:v>
                </c:pt>
                <c:pt idx="93">
                  <c:v>0.9411764705882353</c:v>
                </c:pt>
                <c:pt idx="94">
                  <c:v>1.0</c:v>
                </c:pt>
                <c:pt idx="95">
                  <c:v>1.0</c:v>
                </c:pt>
                <c:pt idx="96">
                  <c:v>1.0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Sheet1!$B$100</c:f>
              <c:strCache>
                <c:ptCount val="1"/>
                <c:pt idx="0">
                  <c:v>сеть</c:v>
                </c:pt>
              </c:strCache>
            </c:strRef>
          </c:tx>
          <c:spPr>
            <a:ln w="28575">
              <a:solidFill>
                <a:srgbClr val="6F9BE6"/>
              </a:solidFill>
            </a:ln>
          </c:spPr>
          <c:marker>
            <c:symbol val="none"/>
          </c:marker>
          <c:xVal>
            <c:numRef>
              <c:f>Sheet1!$A$101:$A$200</c:f>
              <c:numCache>
                <c:formatCode>General</c:formatCode>
                <c:ptCount val="100"/>
                <c:pt idx="0">
                  <c:v>0.0</c:v>
                </c:pt>
                <c:pt idx="1">
                  <c:v>0.0</c:v>
                </c:pt>
                <c:pt idx="2">
                  <c:v>0.012195121951219513</c:v>
                </c:pt>
                <c:pt idx="3">
                  <c:v>0.024390243902439025</c:v>
                </c:pt>
                <c:pt idx="4">
                  <c:v>0.024390243902439025</c:v>
                </c:pt>
                <c:pt idx="5">
                  <c:v>0.024390243902439025</c:v>
                </c:pt>
                <c:pt idx="6">
                  <c:v>0.024390243902439025</c:v>
                </c:pt>
                <c:pt idx="7">
                  <c:v>0.036585365853658534</c:v>
                </c:pt>
                <c:pt idx="8">
                  <c:v>0.036585365853658534</c:v>
                </c:pt>
                <c:pt idx="9">
                  <c:v>0.036585365853658534</c:v>
                </c:pt>
                <c:pt idx="10">
                  <c:v>0.036585365853658534</c:v>
                </c:pt>
                <c:pt idx="11">
                  <c:v>0.036585365853658534</c:v>
                </c:pt>
                <c:pt idx="12">
                  <c:v>0.036585365853658534</c:v>
                </c:pt>
                <c:pt idx="13">
                  <c:v>0.04878048780487805</c:v>
                </c:pt>
                <c:pt idx="14">
                  <c:v>0.06097560975609756</c:v>
                </c:pt>
                <c:pt idx="15">
                  <c:v>0.06097560975609756</c:v>
                </c:pt>
                <c:pt idx="16">
                  <c:v>0.07317073170731707</c:v>
                </c:pt>
                <c:pt idx="17">
                  <c:v>0.07317073170731707</c:v>
                </c:pt>
                <c:pt idx="18">
                  <c:v>0.08536585365853659</c:v>
                </c:pt>
                <c:pt idx="19">
                  <c:v>0.0975609756097561</c:v>
                </c:pt>
                <c:pt idx="20">
                  <c:v>0.10975609756097561</c:v>
                </c:pt>
                <c:pt idx="21">
                  <c:v>0.12195121951219512</c:v>
                </c:pt>
                <c:pt idx="22">
                  <c:v>0.13414634146341464</c:v>
                </c:pt>
                <c:pt idx="23">
                  <c:v>0.13414634146341464</c:v>
                </c:pt>
                <c:pt idx="24">
                  <c:v>0.14634146341463414</c:v>
                </c:pt>
                <c:pt idx="25">
                  <c:v>0.15853658536585366</c:v>
                </c:pt>
                <c:pt idx="26">
                  <c:v>0.15853658536585366</c:v>
                </c:pt>
                <c:pt idx="27">
                  <c:v>0.17073170731707318</c:v>
                </c:pt>
                <c:pt idx="28">
                  <c:v>0.18292682926829268</c:v>
                </c:pt>
                <c:pt idx="29">
                  <c:v>0.1951219512195122</c:v>
                </c:pt>
                <c:pt idx="30">
                  <c:v>0.2073170731707317</c:v>
                </c:pt>
                <c:pt idx="31">
                  <c:v>0.2073170731707317</c:v>
                </c:pt>
                <c:pt idx="32">
                  <c:v>0.21951219512195122</c:v>
                </c:pt>
                <c:pt idx="33">
                  <c:v>0.23170731707317074</c:v>
                </c:pt>
                <c:pt idx="34">
                  <c:v>0.24390243902439024</c:v>
                </c:pt>
                <c:pt idx="35">
                  <c:v>0.25609756097560976</c:v>
                </c:pt>
                <c:pt idx="36">
                  <c:v>0.2682926829268293</c:v>
                </c:pt>
                <c:pt idx="37">
                  <c:v>0.2804878048780488</c:v>
                </c:pt>
                <c:pt idx="38">
                  <c:v>0.2926829268292683</c:v>
                </c:pt>
                <c:pt idx="39">
                  <c:v>0.3048780487804878</c:v>
                </c:pt>
                <c:pt idx="40">
                  <c:v>0.3170731707317073</c:v>
                </c:pt>
                <c:pt idx="41">
                  <c:v>0.32926829268292684</c:v>
                </c:pt>
                <c:pt idx="42">
                  <c:v>0.34146341463414637</c:v>
                </c:pt>
                <c:pt idx="43">
                  <c:v>0.35365853658536583</c:v>
                </c:pt>
                <c:pt idx="44">
                  <c:v>0.36585365853658536</c:v>
                </c:pt>
                <c:pt idx="45">
                  <c:v>0.3780487804878049</c:v>
                </c:pt>
                <c:pt idx="46">
                  <c:v>0.3902439024390244</c:v>
                </c:pt>
                <c:pt idx="47">
                  <c:v>0.4024390243902439</c:v>
                </c:pt>
                <c:pt idx="48">
                  <c:v>0.4146341463414634</c:v>
                </c:pt>
                <c:pt idx="49">
                  <c:v>0.4268292682926829</c:v>
                </c:pt>
                <c:pt idx="50">
                  <c:v>0.43902439024390244</c:v>
                </c:pt>
                <c:pt idx="51">
                  <c:v>0.45121951219512196</c:v>
                </c:pt>
                <c:pt idx="52">
                  <c:v>0.4634146341463415</c:v>
                </c:pt>
                <c:pt idx="53">
                  <c:v>0.47560975609756095</c:v>
                </c:pt>
                <c:pt idx="54">
                  <c:v>0.4878048780487805</c:v>
                </c:pt>
                <c:pt idx="55">
                  <c:v>0.5</c:v>
                </c:pt>
                <c:pt idx="56">
                  <c:v>0.5121951219512195</c:v>
                </c:pt>
                <c:pt idx="57">
                  <c:v>0.524390243902439</c:v>
                </c:pt>
                <c:pt idx="58">
                  <c:v>0.5365853658536586</c:v>
                </c:pt>
                <c:pt idx="59">
                  <c:v>0.5487804878048781</c:v>
                </c:pt>
                <c:pt idx="60">
                  <c:v>0.5609756097560976</c:v>
                </c:pt>
                <c:pt idx="61">
                  <c:v>0.5609756097560976</c:v>
                </c:pt>
                <c:pt idx="62">
                  <c:v>0.573170731707317</c:v>
                </c:pt>
                <c:pt idx="63">
                  <c:v>0.5853658536585366</c:v>
                </c:pt>
                <c:pt idx="64">
                  <c:v>0.5975609756097561</c:v>
                </c:pt>
                <c:pt idx="65">
                  <c:v>0.6097560975609756</c:v>
                </c:pt>
                <c:pt idx="66">
                  <c:v>0.6097560975609756</c:v>
                </c:pt>
                <c:pt idx="67">
                  <c:v>0.6219512195121951</c:v>
                </c:pt>
                <c:pt idx="68">
                  <c:v>0.6341463414634146</c:v>
                </c:pt>
                <c:pt idx="69">
                  <c:v>0.6463414634146342</c:v>
                </c:pt>
                <c:pt idx="70">
                  <c:v>0.6585365853658537</c:v>
                </c:pt>
                <c:pt idx="71">
                  <c:v>0.6707317073170732</c:v>
                </c:pt>
                <c:pt idx="72">
                  <c:v>0.6829268292682927</c:v>
                </c:pt>
                <c:pt idx="73">
                  <c:v>0.6951219512195121</c:v>
                </c:pt>
                <c:pt idx="74">
                  <c:v>0.7073170731707317</c:v>
                </c:pt>
                <c:pt idx="75">
                  <c:v>0.7195121951219512</c:v>
                </c:pt>
                <c:pt idx="76">
                  <c:v>0.7317073170731707</c:v>
                </c:pt>
                <c:pt idx="77">
                  <c:v>0.7439024390243902</c:v>
                </c:pt>
                <c:pt idx="78">
                  <c:v>0.7560975609756098</c:v>
                </c:pt>
                <c:pt idx="79">
                  <c:v>0.7560975609756098</c:v>
                </c:pt>
                <c:pt idx="80">
                  <c:v>0.7682926829268293</c:v>
                </c:pt>
                <c:pt idx="81">
                  <c:v>0.7804878048780488</c:v>
                </c:pt>
                <c:pt idx="82">
                  <c:v>0.7926829268292683</c:v>
                </c:pt>
                <c:pt idx="83">
                  <c:v>0.8048780487804879</c:v>
                </c:pt>
                <c:pt idx="84">
                  <c:v>0.8170731707317073</c:v>
                </c:pt>
                <c:pt idx="85">
                  <c:v>0.8292682926829268</c:v>
                </c:pt>
                <c:pt idx="86">
                  <c:v>0.8414634146341463</c:v>
                </c:pt>
                <c:pt idx="87">
                  <c:v>0.8536585365853658</c:v>
                </c:pt>
                <c:pt idx="88">
                  <c:v>0.8658536585365854</c:v>
                </c:pt>
                <c:pt idx="89">
                  <c:v>0.8780487804878049</c:v>
                </c:pt>
                <c:pt idx="90">
                  <c:v>0.8902439024390244</c:v>
                </c:pt>
                <c:pt idx="91">
                  <c:v>0.9024390243902439</c:v>
                </c:pt>
                <c:pt idx="92">
                  <c:v>0.9146341463414634</c:v>
                </c:pt>
                <c:pt idx="93">
                  <c:v>0.926829268292683</c:v>
                </c:pt>
                <c:pt idx="94">
                  <c:v>0.9390243902439024</c:v>
                </c:pt>
                <c:pt idx="95">
                  <c:v>0.9512195121951219</c:v>
                </c:pt>
                <c:pt idx="96">
                  <c:v>0.9634146341463414</c:v>
                </c:pt>
                <c:pt idx="97">
                  <c:v>0.975609756097561</c:v>
                </c:pt>
                <c:pt idx="98">
                  <c:v>0.9878048780487805</c:v>
                </c:pt>
                <c:pt idx="99">
                  <c:v>1.0</c:v>
                </c:pt>
              </c:numCache>
            </c:numRef>
          </c:xVal>
          <c:yVal>
            <c:numRef>
              <c:f>Sheet1!$B$101:$B$200</c:f>
              <c:numCache>
                <c:formatCode>General</c:formatCode>
                <c:ptCount val="100"/>
                <c:pt idx="0">
                  <c:v>0.0</c:v>
                </c:pt>
                <c:pt idx="1">
                  <c:v>0.058823529411764705</c:v>
                </c:pt>
                <c:pt idx="2">
                  <c:v>0.058823529411764705</c:v>
                </c:pt>
                <c:pt idx="3">
                  <c:v>0.058823529411764705</c:v>
                </c:pt>
                <c:pt idx="4">
                  <c:v>0.11764705882352941</c:v>
                </c:pt>
                <c:pt idx="5">
                  <c:v>0.17647058823529413</c:v>
                </c:pt>
                <c:pt idx="6">
                  <c:v>0.23529411764705882</c:v>
                </c:pt>
                <c:pt idx="7">
                  <c:v>0.23529411764705882</c:v>
                </c:pt>
                <c:pt idx="8">
                  <c:v>0.29411764705882354</c:v>
                </c:pt>
                <c:pt idx="9">
                  <c:v>0.35294117647058826</c:v>
                </c:pt>
                <c:pt idx="10">
                  <c:v>0.4117647058823529</c:v>
                </c:pt>
                <c:pt idx="11">
                  <c:v>0.47058823529411764</c:v>
                </c:pt>
                <c:pt idx="12">
                  <c:v>0.5294117647058824</c:v>
                </c:pt>
                <c:pt idx="13">
                  <c:v>0.5294117647058824</c:v>
                </c:pt>
                <c:pt idx="14">
                  <c:v>0.5294117647058824</c:v>
                </c:pt>
                <c:pt idx="15">
                  <c:v>0.5882352941176471</c:v>
                </c:pt>
                <c:pt idx="16">
                  <c:v>0.5882352941176471</c:v>
                </c:pt>
                <c:pt idx="17">
                  <c:v>0.6470588235294118</c:v>
                </c:pt>
                <c:pt idx="18">
                  <c:v>0.6470588235294118</c:v>
                </c:pt>
                <c:pt idx="19">
                  <c:v>0.6470588235294118</c:v>
                </c:pt>
                <c:pt idx="20">
                  <c:v>0.6470588235294118</c:v>
                </c:pt>
                <c:pt idx="21">
                  <c:v>0.6470588235294118</c:v>
                </c:pt>
                <c:pt idx="22">
                  <c:v>0.6470588235294118</c:v>
                </c:pt>
                <c:pt idx="23">
                  <c:v>0.7058823529411765</c:v>
                </c:pt>
                <c:pt idx="24">
                  <c:v>0.7058823529411765</c:v>
                </c:pt>
                <c:pt idx="25">
                  <c:v>0.7058823529411765</c:v>
                </c:pt>
                <c:pt idx="26">
                  <c:v>0.7647058823529411</c:v>
                </c:pt>
                <c:pt idx="27">
                  <c:v>0.7647058823529411</c:v>
                </c:pt>
                <c:pt idx="28">
                  <c:v>0.7647058823529411</c:v>
                </c:pt>
                <c:pt idx="29">
                  <c:v>0.7647058823529411</c:v>
                </c:pt>
                <c:pt idx="30">
                  <c:v>0.7647058823529411</c:v>
                </c:pt>
                <c:pt idx="31">
                  <c:v>0.8235294117647058</c:v>
                </c:pt>
                <c:pt idx="32">
                  <c:v>0.8235294117647058</c:v>
                </c:pt>
                <c:pt idx="33">
                  <c:v>0.8235294117647058</c:v>
                </c:pt>
                <c:pt idx="34">
                  <c:v>0.8235294117647058</c:v>
                </c:pt>
                <c:pt idx="35">
                  <c:v>0.8235294117647058</c:v>
                </c:pt>
                <c:pt idx="36">
                  <c:v>0.8235294117647058</c:v>
                </c:pt>
                <c:pt idx="37">
                  <c:v>0.8235294117647058</c:v>
                </c:pt>
                <c:pt idx="38">
                  <c:v>0.8235294117647058</c:v>
                </c:pt>
                <c:pt idx="39">
                  <c:v>0.8235294117647058</c:v>
                </c:pt>
                <c:pt idx="40">
                  <c:v>0.8235294117647058</c:v>
                </c:pt>
                <c:pt idx="41">
                  <c:v>0.8235294117647058</c:v>
                </c:pt>
                <c:pt idx="42">
                  <c:v>0.8235294117647058</c:v>
                </c:pt>
                <c:pt idx="43">
                  <c:v>0.8235294117647058</c:v>
                </c:pt>
                <c:pt idx="44">
                  <c:v>0.8235294117647058</c:v>
                </c:pt>
                <c:pt idx="45">
                  <c:v>0.8235294117647058</c:v>
                </c:pt>
                <c:pt idx="46">
                  <c:v>0.8235294117647058</c:v>
                </c:pt>
                <c:pt idx="47">
                  <c:v>0.8235294117647058</c:v>
                </c:pt>
                <c:pt idx="48">
                  <c:v>0.8235294117647058</c:v>
                </c:pt>
                <c:pt idx="49">
                  <c:v>0.8235294117647058</c:v>
                </c:pt>
                <c:pt idx="50">
                  <c:v>0.8235294117647058</c:v>
                </c:pt>
                <c:pt idx="51">
                  <c:v>0.8235294117647058</c:v>
                </c:pt>
                <c:pt idx="52">
                  <c:v>0.8235294117647058</c:v>
                </c:pt>
                <c:pt idx="53">
                  <c:v>0.8235294117647058</c:v>
                </c:pt>
                <c:pt idx="54">
                  <c:v>0.8235294117647058</c:v>
                </c:pt>
                <c:pt idx="55">
                  <c:v>0.8235294117647058</c:v>
                </c:pt>
                <c:pt idx="56">
                  <c:v>0.8235294117647058</c:v>
                </c:pt>
                <c:pt idx="57">
                  <c:v>0.8235294117647058</c:v>
                </c:pt>
                <c:pt idx="58">
                  <c:v>0.8235294117647058</c:v>
                </c:pt>
                <c:pt idx="59">
                  <c:v>0.8235294117647058</c:v>
                </c:pt>
                <c:pt idx="60">
                  <c:v>0.8235294117647058</c:v>
                </c:pt>
                <c:pt idx="61">
                  <c:v>0.8823529411764706</c:v>
                </c:pt>
                <c:pt idx="62">
                  <c:v>0.8823529411764706</c:v>
                </c:pt>
                <c:pt idx="63">
                  <c:v>0.8823529411764706</c:v>
                </c:pt>
                <c:pt idx="64">
                  <c:v>0.8823529411764706</c:v>
                </c:pt>
                <c:pt idx="65">
                  <c:v>0.8823529411764706</c:v>
                </c:pt>
                <c:pt idx="66">
                  <c:v>0.9411764705882353</c:v>
                </c:pt>
                <c:pt idx="67">
                  <c:v>0.9411764705882353</c:v>
                </c:pt>
                <c:pt idx="68">
                  <c:v>0.9411764705882353</c:v>
                </c:pt>
                <c:pt idx="69">
                  <c:v>0.9411764705882353</c:v>
                </c:pt>
                <c:pt idx="70">
                  <c:v>0.9411764705882353</c:v>
                </c:pt>
                <c:pt idx="71">
                  <c:v>0.9411764705882353</c:v>
                </c:pt>
                <c:pt idx="72">
                  <c:v>0.9411764705882353</c:v>
                </c:pt>
                <c:pt idx="73">
                  <c:v>0.9411764705882353</c:v>
                </c:pt>
                <c:pt idx="74">
                  <c:v>0.9411764705882353</c:v>
                </c:pt>
                <c:pt idx="75">
                  <c:v>0.9411764705882353</c:v>
                </c:pt>
                <c:pt idx="76">
                  <c:v>0.9411764705882353</c:v>
                </c:pt>
                <c:pt idx="77">
                  <c:v>0.9411764705882353</c:v>
                </c:pt>
                <c:pt idx="78">
                  <c:v>0.9411764705882353</c:v>
                </c:pt>
                <c:pt idx="79">
                  <c:v>1.0</c:v>
                </c:pt>
                <c:pt idx="80">
                  <c:v>1.0</c:v>
                </c:pt>
                <c:pt idx="81">
                  <c:v>1.0</c:v>
                </c:pt>
                <c:pt idx="82">
                  <c:v>1.0</c:v>
                </c:pt>
                <c:pt idx="83">
                  <c:v>1.0</c:v>
                </c:pt>
                <c:pt idx="84">
                  <c:v>1.0</c:v>
                </c:pt>
                <c:pt idx="85">
                  <c:v>1.0</c:v>
                </c:pt>
                <c:pt idx="86">
                  <c:v>1.0</c:v>
                </c:pt>
                <c:pt idx="87">
                  <c:v>1.0</c:v>
                </c:pt>
                <c:pt idx="88">
                  <c:v>1.0</c:v>
                </c:pt>
                <c:pt idx="89">
                  <c:v>1.0</c:v>
                </c:pt>
                <c:pt idx="90">
                  <c:v>1.0</c:v>
                </c:pt>
                <c:pt idx="91">
                  <c:v>1.0</c:v>
                </c:pt>
                <c:pt idx="92">
                  <c:v>1.0</c:v>
                </c:pt>
                <c:pt idx="93">
                  <c:v>1.0</c:v>
                </c:pt>
                <c:pt idx="94">
                  <c:v>1.0</c:v>
                </c:pt>
                <c:pt idx="95">
                  <c:v>1.0</c:v>
                </c:pt>
                <c:pt idx="96">
                  <c:v>1.0</c:v>
                </c:pt>
                <c:pt idx="97">
                  <c:v>1.0</c:v>
                </c:pt>
                <c:pt idx="98">
                  <c:v>1.0</c:v>
                </c:pt>
                <c:pt idx="99">
                  <c:v>1.0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Sheet1!$B$202</c:f>
              <c:strCache>
                <c:ptCount val="1"/>
                <c:pt idx="0">
                  <c:v>свод</c:v>
                </c:pt>
              </c:strCache>
            </c:strRef>
          </c:tx>
          <c:spPr>
            <a:ln w="28575">
              <a:solidFill>
                <a:srgbClr val="1B5FD0"/>
              </a:solidFill>
            </a:ln>
          </c:spPr>
          <c:marker>
            <c:symbol val="none"/>
          </c:marker>
          <c:xVal>
            <c:numRef>
              <c:f>Sheet1!$A$203:$A$302</c:f>
              <c:numCache>
                <c:formatCode>General</c:formatCode>
                <c:ptCount val="100"/>
                <c:pt idx="0">
                  <c:v>0.0</c:v>
                </c:pt>
                <c:pt idx="1">
                  <c:v>0.0</c:v>
                </c:pt>
                <c:pt idx="2">
                  <c:v>0.012195121951219513</c:v>
                </c:pt>
                <c:pt idx="3">
                  <c:v>0.012195121951219513</c:v>
                </c:pt>
                <c:pt idx="4">
                  <c:v>0.024390243902439025</c:v>
                </c:pt>
                <c:pt idx="5">
                  <c:v>0.024390243902439025</c:v>
                </c:pt>
                <c:pt idx="6">
                  <c:v>0.024390243902439025</c:v>
                </c:pt>
                <c:pt idx="7">
                  <c:v>0.024390243902439025</c:v>
                </c:pt>
                <c:pt idx="8">
                  <c:v>0.024390243902439025</c:v>
                </c:pt>
                <c:pt idx="9">
                  <c:v>0.024390243902439025</c:v>
                </c:pt>
                <c:pt idx="10">
                  <c:v>0.024390243902439025</c:v>
                </c:pt>
                <c:pt idx="11">
                  <c:v>0.024390243902439025</c:v>
                </c:pt>
                <c:pt idx="12">
                  <c:v>0.024390243902439025</c:v>
                </c:pt>
                <c:pt idx="13">
                  <c:v>0.036585365853658534</c:v>
                </c:pt>
                <c:pt idx="14">
                  <c:v>0.036585365853658534</c:v>
                </c:pt>
                <c:pt idx="15">
                  <c:v>0.04878048780487805</c:v>
                </c:pt>
                <c:pt idx="16">
                  <c:v>0.06097560975609756</c:v>
                </c:pt>
                <c:pt idx="17">
                  <c:v>0.07317073170731707</c:v>
                </c:pt>
                <c:pt idx="18">
                  <c:v>0.08536585365853659</c:v>
                </c:pt>
                <c:pt idx="19">
                  <c:v>0.08536585365853659</c:v>
                </c:pt>
                <c:pt idx="20">
                  <c:v>0.0975609756097561</c:v>
                </c:pt>
                <c:pt idx="21">
                  <c:v>0.10975609756097561</c:v>
                </c:pt>
                <c:pt idx="22">
                  <c:v>0.12195121951219512</c:v>
                </c:pt>
                <c:pt idx="23">
                  <c:v>0.13414634146341464</c:v>
                </c:pt>
                <c:pt idx="24">
                  <c:v>0.14634146341463414</c:v>
                </c:pt>
                <c:pt idx="25">
                  <c:v>0.14634146341463414</c:v>
                </c:pt>
                <c:pt idx="26">
                  <c:v>0.15853658536585366</c:v>
                </c:pt>
                <c:pt idx="27">
                  <c:v>0.17073170731707318</c:v>
                </c:pt>
                <c:pt idx="28">
                  <c:v>0.18292682926829268</c:v>
                </c:pt>
                <c:pt idx="29">
                  <c:v>0.18292682926829268</c:v>
                </c:pt>
                <c:pt idx="30">
                  <c:v>0.1951219512195122</c:v>
                </c:pt>
                <c:pt idx="31">
                  <c:v>0.2073170731707317</c:v>
                </c:pt>
                <c:pt idx="32">
                  <c:v>0.21951219512195122</c:v>
                </c:pt>
                <c:pt idx="33">
                  <c:v>0.23170731707317074</c:v>
                </c:pt>
                <c:pt idx="34">
                  <c:v>0.24390243902439024</c:v>
                </c:pt>
                <c:pt idx="35">
                  <c:v>0.25609756097560976</c:v>
                </c:pt>
                <c:pt idx="36">
                  <c:v>0.2682926829268293</c:v>
                </c:pt>
                <c:pt idx="37">
                  <c:v>0.2804878048780488</c:v>
                </c:pt>
                <c:pt idx="38">
                  <c:v>0.2926829268292683</c:v>
                </c:pt>
                <c:pt idx="39">
                  <c:v>0.3048780487804878</c:v>
                </c:pt>
                <c:pt idx="40">
                  <c:v>0.3170731707317073</c:v>
                </c:pt>
                <c:pt idx="41">
                  <c:v>0.32926829268292684</c:v>
                </c:pt>
                <c:pt idx="42">
                  <c:v>0.34146341463414637</c:v>
                </c:pt>
                <c:pt idx="43">
                  <c:v>0.35365853658536583</c:v>
                </c:pt>
                <c:pt idx="44">
                  <c:v>0.36585365853658536</c:v>
                </c:pt>
                <c:pt idx="45">
                  <c:v>0.3780487804878049</c:v>
                </c:pt>
                <c:pt idx="46">
                  <c:v>0.3902439024390244</c:v>
                </c:pt>
                <c:pt idx="47">
                  <c:v>0.4024390243902439</c:v>
                </c:pt>
                <c:pt idx="48">
                  <c:v>0.4146341463414634</c:v>
                </c:pt>
                <c:pt idx="49">
                  <c:v>0.4268292682926829</c:v>
                </c:pt>
                <c:pt idx="50">
                  <c:v>0.43902439024390244</c:v>
                </c:pt>
                <c:pt idx="51">
                  <c:v>0.45121951219512196</c:v>
                </c:pt>
                <c:pt idx="52">
                  <c:v>0.4634146341463415</c:v>
                </c:pt>
                <c:pt idx="53">
                  <c:v>0.47560975609756095</c:v>
                </c:pt>
                <c:pt idx="54">
                  <c:v>0.4878048780487805</c:v>
                </c:pt>
                <c:pt idx="55">
                  <c:v>0.5</c:v>
                </c:pt>
                <c:pt idx="56">
                  <c:v>0.5121951219512195</c:v>
                </c:pt>
                <c:pt idx="57">
                  <c:v>0.524390243902439</c:v>
                </c:pt>
                <c:pt idx="58">
                  <c:v>0.5365853658536586</c:v>
                </c:pt>
                <c:pt idx="59">
                  <c:v>0.5487804878048781</c:v>
                </c:pt>
                <c:pt idx="60">
                  <c:v>0.5609756097560976</c:v>
                </c:pt>
                <c:pt idx="61">
                  <c:v>0.573170731707317</c:v>
                </c:pt>
                <c:pt idx="62">
                  <c:v>0.573170731707317</c:v>
                </c:pt>
                <c:pt idx="63">
                  <c:v>0.5853658536585366</c:v>
                </c:pt>
                <c:pt idx="64">
                  <c:v>0.5975609756097561</c:v>
                </c:pt>
                <c:pt idx="65">
                  <c:v>0.6097560975609756</c:v>
                </c:pt>
                <c:pt idx="66">
                  <c:v>0.6219512195121951</c:v>
                </c:pt>
                <c:pt idx="67">
                  <c:v>0.6341463414634146</c:v>
                </c:pt>
                <c:pt idx="68">
                  <c:v>0.6463414634146342</c:v>
                </c:pt>
                <c:pt idx="69">
                  <c:v>0.6585365853658537</c:v>
                </c:pt>
                <c:pt idx="70">
                  <c:v>0.6707317073170732</c:v>
                </c:pt>
                <c:pt idx="71">
                  <c:v>0.6829268292682927</c:v>
                </c:pt>
                <c:pt idx="72">
                  <c:v>0.6951219512195121</c:v>
                </c:pt>
                <c:pt idx="73">
                  <c:v>0.6951219512195121</c:v>
                </c:pt>
                <c:pt idx="74">
                  <c:v>0.7073170731707317</c:v>
                </c:pt>
                <c:pt idx="75">
                  <c:v>0.7073170731707317</c:v>
                </c:pt>
                <c:pt idx="76">
                  <c:v>0.7195121951219512</c:v>
                </c:pt>
                <c:pt idx="77">
                  <c:v>0.7317073170731707</c:v>
                </c:pt>
                <c:pt idx="78">
                  <c:v>0.7439024390243902</c:v>
                </c:pt>
                <c:pt idx="79">
                  <c:v>0.7560975609756098</c:v>
                </c:pt>
                <c:pt idx="80">
                  <c:v>0.7682926829268293</c:v>
                </c:pt>
                <c:pt idx="81">
                  <c:v>0.7804878048780488</c:v>
                </c:pt>
                <c:pt idx="82">
                  <c:v>0.7926829268292683</c:v>
                </c:pt>
                <c:pt idx="83">
                  <c:v>0.8048780487804879</c:v>
                </c:pt>
                <c:pt idx="84">
                  <c:v>0.8170731707317073</c:v>
                </c:pt>
                <c:pt idx="85">
                  <c:v>0.8292682926829268</c:v>
                </c:pt>
                <c:pt idx="86">
                  <c:v>0.8414634146341463</c:v>
                </c:pt>
                <c:pt idx="87">
                  <c:v>0.8536585365853658</c:v>
                </c:pt>
                <c:pt idx="88">
                  <c:v>0.8658536585365854</c:v>
                </c:pt>
                <c:pt idx="89">
                  <c:v>0.8780487804878049</c:v>
                </c:pt>
                <c:pt idx="90">
                  <c:v>0.8902439024390244</c:v>
                </c:pt>
                <c:pt idx="91">
                  <c:v>0.9024390243902439</c:v>
                </c:pt>
                <c:pt idx="92">
                  <c:v>0.9146341463414634</c:v>
                </c:pt>
                <c:pt idx="93">
                  <c:v>0.926829268292683</c:v>
                </c:pt>
                <c:pt idx="94">
                  <c:v>0.9390243902439024</c:v>
                </c:pt>
                <c:pt idx="95">
                  <c:v>0.9512195121951219</c:v>
                </c:pt>
                <c:pt idx="96">
                  <c:v>0.9634146341463414</c:v>
                </c:pt>
                <c:pt idx="97">
                  <c:v>0.975609756097561</c:v>
                </c:pt>
                <c:pt idx="98">
                  <c:v>0.9878048780487805</c:v>
                </c:pt>
                <c:pt idx="99">
                  <c:v>1.0</c:v>
                </c:pt>
              </c:numCache>
            </c:numRef>
          </c:xVal>
          <c:yVal>
            <c:numRef>
              <c:f>Sheet1!$B$203:$B$302</c:f>
              <c:numCache>
                <c:formatCode>General</c:formatCode>
                <c:ptCount val="100"/>
                <c:pt idx="0">
                  <c:v>0.0</c:v>
                </c:pt>
                <c:pt idx="1">
                  <c:v>0.058823529411764705</c:v>
                </c:pt>
                <c:pt idx="2">
                  <c:v>0.058823529411764705</c:v>
                </c:pt>
                <c:pt idx="3">
                  <c:v>0.11764705882352941</c:v>
                </c:pt>
                <c:pt idx="4">
                  <c:v>0.11764705882352941</c:v>
                </c:pt>
                <c:pt idx="5">
                  <c:v>0.17647058823529413</c:v>
                </c:pt>
                <c:pt idx="6">
                  <c:v>0.23529411764705882</c:v>
                </c:pt>
                <c:pt idx="7">
                  <c:v>0.29411764705882354</c:v>
                </c:pt>
                <c:pt idx="8">
                  <c:v>0.35294117647058826</c:v>
                </c:pt>
                <c:pt idx="9">
                  <c:v>0.4117647058823529</c:v>
                </c:pt>
                <c:pt idx="10">
                  <c:v>0.47058823529411764</c:v>
                </c:pt>
                <c:pt idx="11">
                  <c:v>0.5294117647058824</c:v>
                </c:pt>
                <c:pt idx="12">
                  <c:v>0.5882352941176471</c:v>
                </c:pt>
                <c:pt idx="13">
                  <c:v>0.5882352941176471</c:v>
                </c:pt>
                <c:pt idx="14">
                  <c:v>0.6470588235294118</c:v>
                </c:pt>
                <c:pt idx="15">
                  <c:v>0.6470588235294118</c:v>
                </c:pt>
                <c:pt idx="16">
                  <c:v>0.6470588235294118</c:v>
                </c:pt>
                <c:pt idx="17">
                  <c:v>0.6470588235294118</c:v>
                </c:pt>
                <c:pt idx="18">
                  <c:v>0.6470588235294118</c:v>
                </c:pt>
                <c:pt idx="19">
                  <c:v>0.7058823529411765</c:v>
                </c:pt>
                <c:pt idx="20">
                  <c:v>0.7058823529411765</c:v>
                </c:pt>
                <c:pt idx="21">
                  <c:v>0.7058823529411765</c:v>
                </c:pt>
                <c:pt idx="22">
                  <c:v>0.7058823529411765</c:v>
                </c:pt>
                <c:pt idx="23">
                  <c:v>0.7058823529411765</c:v>
                </c:pt>
                <c:pt idx="24">
                  <c:v>0.7058823529411765</c:v>
                </c:pt>
                <c:pt idx="25">
                  <c:v>0.7647058823529411</c:v>
                </c:pt>
                <c:pt idx="26">
                  <c:v>0.7647058823529411</c:v>
                </c:pt>
                <c:pt idx="27">
                  <c:v>0.7647058823529411</c:v>
                </c:pt>
                <c:pt idx="28">
                  <c:v>0.7647058823529411</c:v>
                </c:pt>
                <c:pt idx="29">
                  <c:v>0.8235294117647058</c:v>
                </c:pt>
                <c:pt idx="30">
                  <c:v>0.8235294117647058</c:v>
                </c:pt>
                <c:pt idx="31">
                  <c:v>0.8235294117647058</c:v>
                </c:pt>
                <c:pt idx="32">
                  <c:v>0.8235294117647058</c:v>
                </c:pt>
                <c:pt idx="33">
                  <c:v>0.8235294117647058</c:v>
                </c:pt>
                <c:pt idx="34">
                  <c:v>0.8235294117647058</c:v>
                </c:pt>
                <c:pt idx="35">
                  <c:v>0.8235294117647058</c:v>
                </c:pt>
                <c:pt idx="36">
                  <c:v>0.8235294117647058</c:v>
                </c:pt>
                <c:pt idx="37">
                  <c:v>0.8235294117647058</c:v>
                </c:pt>
                <c:pt idx="38">
                  <c:v>0.8235294117647058</c:v>
                </c:pt>
                <c:pt idx="39">
                  <c:v>0.8235294117647058</c:v>
                </c:pt>
                <c:pt idx="40">
                  <c:v>0.8235294117647058</c:v>
                </c:pt>
                <c:pt idx="41">
                  <c:v>0.8235294117647058</c:v>
                </c:pt>
                <c:pt idx="42">
                  <c:v>0.8235294117647058</c:v>
                </c:pt>
                <c:pt idx="43">
                  <c:v>0.8235294117647058</c:v>
                </c:pt>
                <c:pt idx="44">
                  <c:v>0.8235294117647058</c:v>
                </c:pt>
                <c:pt idx="45">
                  <c:v>0.8235294117647058</c:v>
                </c:pt>
                <c:pt idx="46">
                  <c:v>0.8235294117647058</c:v>
                </c:pt>
                <c:pt idx="47">
                  <c:v>0.8235294117647058</c:v>
                </c:pt>
                <c:pt idx="48">
                  <c:v>0.8235294117647058</c:v>
                </c:pt>
                <c:pt idx="49">
                  <c:v>0.8235294117647058</c:v>
                </c:pt>
                <c:pt idx="50">
                  <c:v>0.8235294117647058</c:v>
                </c:pt>
                <c:pt idx="51">
                  <c:v>0.8235294117647058</c:v>
                </c:pt>
                <c:pt idx="52">
                  <c:v>0.8235294117647058</c:v>
                </c:pt>
                <c:pt idx="53">
                  <c:v>0.8235294117647058</c:v>
                </c:pt>
                <c:pt idx="54">
                  <c:v>0.8235294117647058</c:v>
                </c:pt>
                <c:pt idx="55">
                  <c:v>0.8235294117647058</c:v>
                </c:pt>
                <c:pt idx="56">
                  <c:v>0.8235294117647058</c:v>
                </c:pt>
                <c:pt idx="57">
                  <c:v>0.8235294117647058</c:v>
                </c:pt>
                <c:pt idx="58">
                  <c:v>0.8235294117647058</c:v>
                </c:pt>
                <c:pt idx="59">
                  <c:v>0.8235294117647058</c:v>
                </c:pt>
                <c:pt idx="60">
                  <c:v>0.8235294117647058</c:v>
                </c:pt>
                <c:pt idx="61">
                  <c:v>0.8235294117647058</c:v>
                </c:pt>
                <c:pt idx="62">
                  <c:v>0.8823529411764706</c:v>
                </c:pt>
                <c:pt idx="63">
                  <c:v>0.8823529411764706</c:v>
                </c:pt>
                <c:pt idx="64">
                  <c:v>0.8823529411764706</c:v>
                </c:pt>
                <c:pt idx="65">
                  <c:v>0.8823529411764706</c:v>
                </c:pt>
                <c:pt idx="66">
                  <c:v>0.8823529411764706</c:v>
                </c:pt>
                <c:pt idx="67">
                  <c:v>0.8823529411764706</c:v>
                </c:pt>
                <c:pt idx="68">
                  <c:v>0.8823529411764706</c:v>
                </c:pt>
                <c:pt idx="69">
                  <c:v>0.8823529411764706</c:v>
                </c:pt>
                <c:pt idx="70">
                  <c:v>0.8823529411764706</c:v>
                </c:pt>
                <c:pt idx="71">
                  <c:v>0.8823529411764706</c:v>
                </c:pt>
                <c:pt idx="72">
                  <c:v>0.8823529411764706</c:v>
                </c:pt>
                <c:pt idx="73">
                  <c:v>0.9411764705882353</c:v>
                </c:pt>
                <c:pt idx="74">
                  <c:v>0.9411764705882353</c:v>
                </c:pt>
                <c:pt idx="75">
                  <c:v>1.0</c:v>
                </c:pt>
                <c:pt idx="76">
                  <c:v>1.0</c:v>
                </c:pt>
                <c:pt idx="77">
                  <c:v>1.0</c:v>
                </c:pt>
                <c:pt idx="78">
                  <c:v>1.0</c:v>
                </c:pt>
                <c:pt idx="79">
                  <c:v>1.0</c:v>
                </c:pt>
                <c:pt idx="80">
                  <c:v>1.0</c:v>
                </c:pt>
                <c:pt idx="81">
                  <c:v>1.0</c:v>
                </c:pt>
                <c:pt idx="82">
                  <c:v>1.0</c:v>
                </c:pt>
                <c:pt idx="83">
                  <c:v>1.0</c:v>
                </c:pt>
                <c:pt idx="84">
                  <c:v>1.0</c:v>
                </c:pt>
                <c:pt idx="85">
                  <c:v>1.0</c:v>
                </c:pt>
                <c:pt idx="86">
                  <c:v>1.0</c:v>
                </c:pt>
                <c:pt idx="87">
                  <c:v>1.0</c:v>
                </c:pt>
                <c:pt idx="88">
                  <c:v>1.0</c:v>
                </c:pt>
                <c:pt idx="89">
                  <c:v>1.0</c:v>
                </c:pt>
                <c:pt idx="90">
                  <c:v>1.0</c:v>
                </c:pt>
                <c:pt idx="91">
                  <c:v>1.0</c:v>
                </c:pt>
                <c:pt idx="92">
                  <c:v>1.0</c:v>
                </c:pt>
                <c:pt idx="93">
                  <c:v>1.0</c:v>
                </c:pt>
                <c:pt idx="94">
                  <c:v>1.0</c:v>
                </c:pt>
                <c:pt idx="95">
                  <c:v>1.0</c:v>
                </c:pt>
                <c:pt idx="96">
                  <c:v>1.0</c:v>
                </c:pt>
                <c:pt idx="97">
                  <c:v>1.0</c:v>
                </c:pt>
                <c:pt idx="98">
                  <c:v>1.0</c:v>
                </c:pt>
                <c:pt idx="99">
                  <c:v>1.0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Sheet1!$B$304</c:f>
              <c:strCache>
                <c:ptCount val="1"/>
                <c:pt idx="0">
                  <c:v>случайно</c:v>
                </c:pt>
              </c:strCache>
            </c:strRef>
          </c:tx>
          <c:spPr>
            <a:ln w="12700">
              <a:solidFill>
                <a:srgbClr val="7A8995"/>
              </a:solidFill>
              <a:prstDash val="dash"/>
            </a:ln>
          </c:spPr>
          <c:marker>
            <c:symbol val="none"/>
          </c:marker>
          <c:xVal>
            <c:numRef>
              <c:f>Sheet1!$A$305:$A$306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Sheet1!$B$305:$B$306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.0"/>
          <c:min val="0.0"/>
        </c:scaling>
        <c:delete val="0"/>
        <c:axPos val="b"/>
        <c:majorGridlines>
          <c:spPr>
            <a:ln>
              <a:solidFill>
                <a:srgbClr val="E6EBEE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D3DBE0"/>
            </a:solidFill>
          </a:ln>
        </c:spPr>
        <c:crossAx val="-2129643912"/>
        <c:crosses val="autoZero"/>
        <c:crossBetween val="midCat"/>
        <c:majorUnit val="0.2"/>
      </c:valAx>
      <c:valAx>
        <c:axId val="-2129643912"/>
        <c:scaling>
          <c:orientation val="minMax"/>
          <c:max val="1.0"/>
          <c:min val="0.0"/>
        </c:scaling>
        <c:delete val="0"/>
        <c:axPos val="l"/>
        <c:majorGridlines>
          <c:spPr>
            <a:ln>
              <a:solidFill>
                <a:srgbClr val="E6EBEE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D3DBE0"/>
            </a:solidFill>
          </a:ln>
        </c:spPr>
        <c:crossAx val="-2128940872"/>
        <c:crosses val="autoZero"/>
        <c:crossBetween val="midCat"/>
        <c:majorUnit val="0.2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7A8995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Мы сделали сервис контроля качества денситометрии. Он проверяет каждый снимок поясничного отдела позвоночника и бедра по пяти критериям из ТЗ и объясняет каждое замечание числом и картинкой: угол оси, длину поля, где на снимке нейросеть видит ротацию.</a:t>
            </a:r>
          </a:p>
          <a:p/>
          <a:p>
            <a:r>
              <a:t>Работает целиком локально, на обычном процессоре, 1.6 секунды на исследование.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Плотность кости считается внутри области интереса. Если позвоночник наклонён, бедро повёрнуто или в кадр попала застёжка белья, программа денситометра измеряет не то, и ошибка переходит в T-критерий и в ложную динамику.</a:t>
            </a:r>
          </a:p>
          <a:p/>
          <a:p>
            <a:r>
              <a:t>Сегодня качество проверяет врач вручную. Наш сервис — не диагност, а контролёр: он отвечает, можно ли интерпретировать исследование, и почему нет. Главное требование — объяснимость: замечание проверяется глазами за секунду. На снимках справа — норма и ротация бедра: при ротации контур плавный и малого вертела не видно.</a:t>
            </a:r>
          </a:p>
          <a:p/>
          <a:p>
            <a:r>
              <a:t>Если спросят: Повторная укладка, пока пациент на столе, дешевле повторного визита и лишней дозы.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Таксономия повторяет ТЗ: пять кодов плюс «область не определена». Задача мультилейбловая: у каждого пятого исследования больше одного нарушения, поэтому критерии независимы и в отчёт идут все сработавшие коды через точку с запятой.</a:t>
            </a:r>
          </a:p>
          <a:p/>
          <a:p>
            <a:r>
              <a:t>Для каждого кода есть измерение в физических единицах, а для ротации и посторонних предметов к измерению добавлена сверточная сеть. Непрочитанный файл — строка Failure, и он не считается качественным.</a:t>
            </a:r>
          </a:p>
          <a:p/>
          <a:p>
            <a:r>
              <a:t>Если спросят: Коды совпадают с GET /taxonomy и колонкой violation_type. Проекцию сервис тоже пишет в отчёт: AP для позвоночника и бедра.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наборе 100 исследований и 499 файлов, но уникальных снимков 252: Lunar выгружает один снимок по нескольку раз с новыми UID. Дубликаты мы находим по пикселям — до разбиения на фолды, это первая защита от утечки.</a:t>
            </a:r>
          </a:p>
          <a:p/>
          <a:p>
            <a:r>
              <a:t>Нарушений мало: 6 по укладке, 7 по отступам, 36 по ротации. Поэтому основа решения — измерения, а сеть подключена только там, где геометрия упирается в разрешение.</a:t>
            </a:r>
          </a:p>
          <a:p/>
          <a:p>
            <a:r>
              <a:t>Если спросят: PixelSpacing в файлах пуст, масштаб 0.600/0.607 мм/px восстановлен по шагу «позвонок + диск». Своя разметка: 242 снимка × 29 ключевых точек по протоколу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фолдов, группа — исследование: позвоночник и оба бедра пациента всегда в одном фолде. Страта — самое редкое нарушение исследования.</a:t>
            </a:r>
          </a:p>
          <a:p/>
          <a:p>
            <a:r>
              <a:t>Всё, что подбирается, подбирается только на обучающих фолдах: пороги, коридор нормы, веса сети, свод с геометрией и его порог. Поэтому на слайде с метриками — честные числа, посчитанные на снимках, которых модель не видела.</a:t>
            </a:r>
          </a:p>
          <a:p/>
          <a:p>
            <a:r>
              <a:t>Если спросят: folds.csv лежит в репозитории, код его только читает. Доверительные интервалы — бутстрэп по исследованиям, а не по снимкам.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строили решение от измерений: вердикт должен проверяться глазами. Самый трудный критерий — ротация: разрыв между классами по выступу малого вертела около двух миллиметров.</a:t>
            </a:r>
          </a:p>
          <a:p/>
          <a:p>
            <a:r>
              <a:t>Мы проверили четыре пути: контур даёт ROC-AUC 0.68, модель вида кадра — 0.50, своя модель ключевых точек не преодолела барьер точности, а сверточная сеть на полном кадре — 0.80. В поставке сеть работает в своде с геометрией: ROC-AUC 0.82.</a:t>
            </a:r>
          </a:p>
          <a:p/>
          <a:p>
            <a:r>
              <a:t>Если спросят: Для оси сеть проверяли тоже: ROC-AUC 0.51 — сигнала нет, ось осталась за геометрией.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Конвейер линейный: чтение с дедупликацией, определение области, независимые критерии и свод. На вход — выгрузка из PACS как есть, на выход — таблица ровно в формате ТЗ, визуализация и DICOM SR. Внизу — фрагмент настоящего отчёта.</a:t>
            </a:r>
          </a:p>
          <a:p/>
          <a:p>
            <a:r>
              <a:t>Всё в одном контейнере без сети; вычисления в один поток дают побитовую воспроизводимость, это проверяет тест.</a:t>
            </a:r>
          </a:p>
          <a:p/>
          <a:p>
            <a:r>
              <a:t>Если спросят: Читаются RLE, JPEG, JPEG-LS, JPEG 2000, MONOCHROME1, VOI LUT; зеркальная выгрузка приводится к стандартному виду по PatientOrientation.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Шесть модулей. Четыре — геометрия и линейные модели: область снимка, позвоночник, длина поля и отступы бедра, выступ малого вертела.</a:t>
            </a:r>
          </a:p>
          <a:p/>
          <a:p>
            <a:r>
              <a:t>Пятый — сверточная сеть ResNet-34, ансамбль из трёх моделей, исполняется onnxruntime на процессоре. Шестой — наша модель ключевых точек: обучена, но в честном сравнении проигрывает контуру, поэтому включается флагом.</a:t>
            </a:r>
          </a:p>
          <a:p/>
          <a:p>
            <a:r>
              <a:t>Если спросят: ONNX-веса хранятся в fp16 и приводятся к fp32 при загрузке — файл вдвое меньше.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модели всё приводится к миллиметрам и к одной стороне: правое бедро отражается в левое. После — калиброванные пороги, свод сети с геометрией и вероятности по Платту: оператор видит не только вердикт, но и насколько система в нём уверена.</a:t>
            </a:r>
          </a:p>
          <a:p/>
          <a:p>
            <a:r>
              <a:t>Если спросят: Для сети яркость нормализуется по перцентилям: 12-битный снимок не сломает вход.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честные числа: каждый вердикт вынесен моделью и порогом, которые этот снимок не видели. По бинарному классу «есть нарушение» F1 0.58, ROC-AUC 0.78; без сети было 0.52 и 0.71.</a:t>
            </a:r>
          </a:p>
          <a:p/>
          <a:p>
            <a:r>
              <a:t>Больше всего выросли ротация — F1 0.48 → 0.55 — и отступы ROI — 0.35 → 0.71. Интервалы широкие, потому что нарушений 6–36 на критерий, и мы их не прячем.</a:t>
            </a:r>
          </a:p>
          <a:p/>
          <a:p>
            <a:r>
              <a:t>Если спросят: macro-F1 по типам нарушений: 0.469 без сети, 0.497 с сетью. Бедро: F1 0.60, ROC-AUC 0.82; позвоночник: F1 0.55. Область определяется верно на 252 снимках из 252, обработано 100 % файлов.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ROC-кривые out-of-fold. Для ротации сеть заметно лучше геометрии, свод добавляет ещё немного. Для посторонних предметов выигрыш скромнее: морфологический фильтр и так хорош, сеть дополняет его там, где предмет не яркий и не вытянутый.</a:t>
            </a:r>
          </a:p>
          <a:p/>
          <a:p>
            <a:r>
              <a:t>Справа от графиков — вердикт, у которого и свод, и порог подобраны без отложенного фолда: ротация 0.55 против 0.48 у одного выступа.</a:t>
            </a:r>
          </a:p>
          <a:p/>
          <a:p>
            <a:r>
              <a:t>Если спросят: Порог — доля нарушений в обучающей выборке: на 36 примерах максимум F1 переносится хуже.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решения, которые изменила честная оценка. Модель точек точна, но на оси по ранжированию проигрывает контуру и в десять раз медленнее. Для укладки правило «обе оценки согласны» выглядело лучшим на всей выборке и провалилось out-of-fold.</a:t>
            </a:r>
          </a:p>
          <a:p/>
          <a:p>
            <a:r>
              <a:t>Для сети мы перебрали энкодеры, размер входа и ансамбль; лучший вариант — три ResNet-34 и порог по доле нарушений.</a:t>
            </a:r>
          </a:p>
          <a:p/>
          <a:p>
            <a:r>
              <a:t>Если спросят: ResNet-18 — 0.76, EfficientNet-B0 — 0.73, ResNet-34 — 0.77, ансамбль — 0.80 ROC-AUC.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Главное, что дал разбор ошибок, — понимание, как оценивает эксперт. Отступы ROI он судит по длине поля сканирования: правило «поле не короче 3 см + вертел — седалищная кость + 3 см» совпадает с ним в 5 случаях из 7 при 2 лишних, F1 0.71 против 0.35 у отступов по рисунку 6. Порог не подбирался по меткам — он собран из ТЗ и анатомии.</a:t>
            </a:r>
          </a:p>
          <a:p/>
          <a:p>
            <a:r>
              <a:t>Второе: при сколиозе эксперт не ставит нарушение оси — ни в одном из 14 случаев, хотя угол доходит до 8.8 градуса. Это главный источник наших ложных срабатываний по оси.</a:t>
            </a:r>
          </a:p>
          <a:p/>
          <a:p>
            <a:r>
              <a:t>Если спросят: Отступы по рисунку 6 сервис по-прежнему считает и показывает, а режим строго по ТЗ включается флагом --roi-rule margins. Отличить сколиоз от наклона по треку поясничного отдела не удалось: сеть для оси — ROC-AUC 0.51.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настоящих снимка, где сервис согласен с экспертом. Ось 8.7 градуса. Посторонний предмет: морфология и сеть указывают на одну структуру. Ротация: малый вертел почти не выступает, тепловая карта сети лежит на вертельной области. Отступы: поле короче нужного, и вердикт это прямо говорит.</a:t>
            </a:r>
          </a:p>
          <a:p/>
          <a:p>
            <a:r>
              <a:t>Если спросят: Вероятности сети на кейсах — out-of-fold; тепловую карту рисует поставляемый ансамбль.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Медиана — 1.6 секунды на исследование при лимите три минуты, на одном ядре. GPU не нужен: сеть исполняется onnxruntime. Результат воспроизводим побитово.</a:t>
            </a:r>
          </a:p>
          <a:p/>
          <a:p>
            <a:r>
              <a:t>Если спросят: Весь обучающий набор — 2.4 минуты в один процесс; в контейнере с оверлеями и SR — 158 секунд. Минимум — 2 ядра, 2 ГБ памяти, 2 ГБ диска.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что выдаёт конвейер, видно в веб-интерфейсе: снимок с разметкой, измерения с нормой, вероятности и флаги. Оператор отмечает согласие с вердиктом — это готовая обратная связь для перекалибровки. В PACS заключение уходит как DICOM SR в то же исследование.</a:t>
            </a:r>
          </a:p>
          <a:p/>
          <a:p>
            <a:r>
              <a:t>Если спросят: API: POST /batch → задание → отчёт, оверлеи, SR; документация на /docs.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Главные ограничения: один аппарат, маленькая выборка и то, что правило отступов мы согласовали с экспертом, а не с буквой рисунка 6. Разметки оператора в данных нет, поэтому все критерии оцениваются по изображению. Для каждого ограничения записано, что нужно, чтобы его снять.</a:t>
            </a:r>
          </a:p>
          <a:p/>
          <a:p>
            <a:r>
              <a:t>Если спросят: Половина тела Th12 не проверяется: разметки этого уровня в данных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Внедрение в три шага. Теневой режим: сервис стоит за DICOM-роутером и ничего не меняет в работе врача. Затем — ассистент лаборанта: замечание приходит, пока пациент на столе. И масштабирование на другие аппараты с дообучением. Для каждого шага есть измеримая метрика.</a:t>
            </a:r>
          </a:p>
          <a:p/>
          <a:p>
            <a:r>
              <a:t>Если спросят: Дообучение сети — одна команда, 6 минут на критерий на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покажу вживую: поднимаем контейнер, загружаем архив из семи исследований, проходим по одному снимку каждого типа нарушения, отмечаем согласие и выгружаем отчёт. Спасибо, готовы ответить на вопросы.</a:t>
            </a:r>
          </a:p>
          <a:p/>
          <a:p>
            <a:r>
              <a:t>Если спросят: Если демонстрация вживую невозможна — те же шаги на слайдах «Кейсы» и «Интерфейс».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2.png"/><Relationship Id="rId5" Type="http://schemas.openxmlformats.org/officeDocument/2006/relationships/image" Target="../media/image5.png"/><Relationship Id="rId6" Type="http://schemas.openxmlformats.org/officeDocument/2006/relationships/image" Target="../media/image3.png"/><Relationship Id="rId7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01 / 19</a:t>
            </a:r>
          </a:p>
        </p:txBody>
      </p:sp>
      <p:pic>
        <p:nvPicPr>
          <p:cNvPr id="4" name="Picture 3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46520" y="0"/>
            <a:ext cx="5745175" cy="6748272"/>
          </a:xfrm>
          <a:prstGeom prst="rect">
            <a:avLst/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ax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728955"/>
            <a:ext cx="2854299" cy="3016042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6446520" y="6245352"/>
            <a:ext cx="2854299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74536" y="6318504"/>
            <a:ext cx="2598267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ось 8.7° · нарушение · порог ТЗ 5°</a:t>
            </a:r>
          </a:p>
        </p:txBody>
      </p:sp>
      <p:pic>
        <p:nvPicPr>
          <p:cNvPr id="9" name="Picture 8" descr="rot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9107" y="2031515"/>
            <a:ext cx="2872587" cy="2410921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9319107" y="6245352"/>
            <a:ext cx="2872587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447123" y="6318504"/>
            <a:ext cx="2616555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ротация · сеть 1.00 · нарушение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14300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ЛЦТ 2026 · КЕЙС ДЕПАРТАМЕНТА ЗДРАВООХРАНЕНИЯ МОСКВЫ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554480"/>
            <a:ext cx="576072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Контроль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качества </a:t>
            </a:r>
            <a:r>
              <a:rPr sz="5400" b="0" i="0">
                <a:solidFill>
                  <a:srgbClr val="1B5FD0"/>
                </a:solidFill>
                <a:latin typeface="Segoe UI Semibold"/>
                <a:cs typeface="Segoe UI Semibold"/>
                <a:ea typeface="Segoe UI Semibold"/>
              </a:rPr>
              <a:t>DXA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246120"/>
            <a:ext cx="548640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Проверяет укладку и разметку денситометрии до того, как исследование уйдёт к врачу, и объясняет каждое замечание в миллиметрах и градусах.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57200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5</a:t>
            </a:r>
            <a:r>
              <a:rPr sz="13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30368"/>
            <a:ext cx="9144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критериев
ТЗ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99616" y="457200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664208" y="4572000"/>
            <a:ext cx="11887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1.6</a:t>
            </a:r>
            <a:r>
              <a:rPr sz="13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230368"/>
            <a:ext cx="11887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на исследование,
лимит 180 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16936" y="457200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081528" y="4572000"/>
            <a:ext cx="11887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0.78</a:t>
            </a:r>
            <a:r>
              <a:rPr sz="13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230368"/>
            <a:ext cx="11887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ROC-AUC против
эксперта, OOF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34256" y="457200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98848" y="4572000"/>
            <a:ext cx="11887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0.58</a:t>
            </a:r>
            <a:r>
              <a:rPr sz="13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5230368"/>
            <a:ext cx="11887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F1 против
эксперта, OOF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02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КЛИНИЧЕСКАЯ ЗАДАЧА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Ошибку укладки дешевле поймать,
пока пациент на столе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02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Почему это важно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94560"/>
            <a:ext cx="5394960" cy="2103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/>
            </a: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Плотность кости считается в области интереса. Позвоночник наклонён, бедро повёрнуто, в кадре застёжка белья — программа денситометра меряет не то.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Ошибка уходит в T-критерий и ложную динамику: повторное облучение или неверная оценка лечения.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Сегодня качество проверяет врач вручную, по памяти о критериях для каждой области.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206240"/>
            <a:ext cx="2651760" cy="2103120"/>
          </a:xfrm>
          <a:prstGeom prst="roundRect">
            <a:avLst>
              <a:gd name="adj" fmla="val 3000"/>
            </a:avLst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ok_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321" y="4206240"/>
            <a:ext cx="1700973" cy="1755648"/>
          </a:xfrm>
          <a:prstGeom prst="rect">
            <a:avLst/>
          </a:prstGeom>
        </p:spPr>
      </p:pic>
      <p:cxnSp>
        <p:nvCxnSpPr>
          <p:cNvPr id="11" name="Connector 10"/>
          <p:cNvCxnSpPr/>
          <p:nvPr/>
        </p:nvCxnSpPr>
        <p:spPr>
          <a:xfrm>
            <a:off x="566928" y="5961888"/>
            <a:ext cx="2651760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94944" y="6035040"/>
            <a:ext cx="2395728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норма: вертел виден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4206240"/>
            <a:ext cx="2651760" cy="2103120"/>
          </a:xfrm>
          <a:prstGeom prst="roundRect">
            <a:avLst>
              <a:gd name="adj" fmla="val 3000"/>
            </a:avLst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ot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0090" y="4206240"/>
            <a:ext cx="2091835" cy="1755648"/>
          </a:xfrm>
          <a:prstGeom prst="rect">
            <a:avLst/>
          </a:prstGeom>
        </p:spPr>
      </p:pic>
      <p:cxnSp>
        <p:nvCxnSpPr>
          <p:cNvPr id="15" name="Connector 14"/>
          <p:cNvCxnSpPr/>
          <p:nvPr/>
        </p:nvCxnSpPr>
        <p:spPr>
          <a:xfrm>
            <a:off x="3310128" y="5961888"/>
            <a:ext cx="2651760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438144" y="6035040"/>
            <a:ext cx="2395728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ротация: контур плавный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78308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Что делает сервис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240280"/>
            <a:ext cx="525780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56248" y="2404872"/>
            <a:ext cx="48554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 · ПРОВЕРЯЕТ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679192"/>
            <a:ext cx="4855464" cy="7040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Каждый снимок по пяти критериям ТЗ: укладка, ось, посторонние предметы, ротация бедра, отступы области интереса.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630168"/>
            <a:ext cx="525780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56248" y="3794760"/>
            <a:ext cx="48554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2 · ОБЪЯСНЯЕТ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4069080"/>
            <a:ext cx="4855464" cy="7040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«Ось 6.9° при норме до 5°», «поле 12.4 см, нужно 12.9 см», контур и тепловая карта на снимке.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5020056"/>
            <a:ext cx="525780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56248" y="5184648"/>
            <a:ext cx="48554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3 · ОТДАЁТ ЧЕЛОВЕКУ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6248" y="5458968"/>
            <a:ext cx="4855464" cy="7040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Лаборант исправляет укладку, пока пациент на столе; врач видит заключение DICOM SR рядом со снимком в PACS.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03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ТАКСОНОМИЯ НАРУШЕНИЙ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Пять критериев ТЗ, у каждого —
измерение в физических единицах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03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7543798" cy="332841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6341"/>
                <a:gridCol w="2198695"/>
                <a:gridCol w="2729415"/>
                <a:gridCol w="1099347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КОД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КРИТЕРИЙ ТЗ 2.3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КАК ИЗМЕРЯЕМ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НОРМА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spine_position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видны верхние края подвздошных костей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доля кости в нижних латеральных зонах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&gt; 0.001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spine_axis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наклон оси до 5°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Тейл–Сен по центрам тел; вторая оценка — по краям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≤ 5° (порог 4°)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spine_artifacts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нет посторонних предметов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white top-hat + сеть, свод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p &lt; 0.17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hip_rotation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нет ротации (малый вертел)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выступ малого вертела, мм² + сеть, свод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p &lt; 0.24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hip_roi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отступы 3 / 3 / 2 см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длина поля: 3 см + вертел — седалищная + 3 см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≥ 12.9 см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undetermined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область не определена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фильтр «не похоже на DXA»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ручной разбор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66760" y="1783080"/>
            <a:ext cx="324612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67928" y="1947672"/>
            <a:ext cx="284378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НЕСКОЛЬКО НАРУШЕНИЙ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7928" y="2221992"/>
            <a:ext cx="2843784" cy="14813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У 20 из 100 исследований нарушений больше одного. Критерии независимы, в отчёт идут все: spine_axis;spine_artifacts. quality_class = 1, если сработал хоть один.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977640"/>
            <a:ext cx="324612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67928" y="4142232"/>
            <a:ext cx="284378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СБОЙ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67928" y="4416552"/>
            <a:ext cx="2843784" cy="10241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Непрочитанный файл — строка Failure с текстом ошибки и quality_class = 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04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252 снимков, 6–36 нарушений
на критерий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04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12801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100</a:t>
            </a:r>
            <a:r>
              <a:rPr sz="171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41448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исследований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11096" y="178308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075688" y="1783080"/>
            <a:ext cx="12801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499</a:t>
            </a:r>
            <a:r>
              <a:rPr sz="171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2441448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DICOM-файлов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19856" y="178308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84448" y="1783080"/>
            <a:ext cx="16459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252</a:t>
            </a:r>
            <a:r>
              <a:rPr sz="171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2441448"/>
            <a:ext cx="16459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уникальных снимков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51206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/>
            </a: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Дубликаты (Lunar выгружает снимок по нескольку раз с разными UID) находим по MD5 пикселей — до разбиения на фолды.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Позвоночник 99, левое бедро 79, правое 74; не больше трёх снимков на исследование.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Один аппарат, GE Lunar Prodigy Advance. PixelSpacing пуст: масштаб 0.600 / 0.607 мм/px восстановлен по шагу «позвонок + диск».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Своя разметка: 242 снимка × 29 ключевых точек по протоколу команды.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783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Нарушений мало, и они разные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2860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Укладка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2322576"/>
            <a:ext cx="1719986" cy="201168"/>
          </a:xfrm>
          <a:prstGeom prst="roundRect">
            <a:avLst>
              <a:gd name="adj" fmla="val 30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092440" y="2322576"/>
            <a:ext cx="104241" cy="201168"/>
          </a:xfrm>
          <a:prstGeom prst="roundRect">
            <a:avLst>
              <a:gd name="adj" fmla="val 30000"/>
            </a:avLst>
          </a:prstGeom>
          <a:solidFill>
            <a:srgbClr val="C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22154" y="228600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6 из 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72491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Ось &gt; 5°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2761488"/>
            <a:ext cx="1719986" cy="201168"/>
          </a:xfrm>
          <a:prstGeom prst="roundRect">
            <a:avLst>
              <a:gd name="adj" fmla="val 30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092440" y="2761488"/>
            <a:ext cx="173735" cy="201168"/>
          </a:xfrm>
          <a:prstGeom prst="roundRect">
            <a:avLst>
              <a:gd name="adj" fmla="val 30000"/>
            </a:avLst>
          </a:prstGeom>
          <a:solidFill>
            <a:srgbClr val="C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922154" y="272491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10 из 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16382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Посторонние предметы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3200400"/>
            <a:ext cx="1719986" cy="201168"/>
          </a:xfrm>
          <a:prstGeom prst="roundRect">
            <a:avLst>
              <a:gd name="adj" fmla="val 30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8092440" y="3200400"/>
            <a:ext cx="295351" cy="201168"/>
          </a:xfrm>
          <a:prstGeom prst="roundRect">
            <a:avLst>
              <a:gd name="adj" fmla="val 30000"/>
            </a:avLst>
          </a:prstGeom>
          <a:solidFill>
            <a:srgbClr val="C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922154" y="316382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17 из 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60273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Ротация бедра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639312"/>
            <a:ext cx="2606040" cy="201168"/>
          </a:xfrm>
          <a:prstGeom prst="roundRect">
            <a:avLst>
              <a:gd name="adj" fmla="val 30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8092440" y="3639312"/>
            <a:ext cx="625449" cy="201168"/>
          </a:xfrm>
          <a:prstGeom prst="roundRect">
            <a:avLst>
              <a:gd name="adj" fmla="val 30000"/>
            </a:avLst>
          </a:prstGeom>
          <a:solidFill>
            <a:srgbClr val="C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808208" y="3602736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36 из 150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404164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Отступы ROI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078224"/>
            <a:ext cx="2606040" cy="201168"/>
          </a:xfrm>
          <a:prstGeom prst="roundRect">
            <a:avLst>
              <a:gd name="adj" fmla="val 30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8092440" y="4078224"/>
            <a:ext cx="121615" cy="201168"/>
          </a:xfrm>
          <a:prstGeom prst="roundRect">
            <a:avLst>
              <a:gd name="adj" fmla="val 30000"/>
            </a:avLst>
          </a:prstGeom>
          <a:solidFill>
            <a:srgbClr val="C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0808208" y="404164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7 из 150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4709160"/>
            <a:ext cx="16002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48</a:t>
            </a:r>
            <a:r>
              <a:rPr sz="13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5367528"/>
            <a:ext cx="1600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исследований из 100
с нарушением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699248" y="470916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863840" y="4709160"/>
            <a:ext cx="16459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20</a:t>
            </a:r>
            <a:r>
              <a:rPr sz="13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5367528"/>
            <a:ext cx="16459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с несколькими
нарушениями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528048" y="470916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692640" y="470916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72</a:t>
            </a:r>
            <a:r>
              <a:rPr sz="13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5367528"/>
            <a:ext cx="1737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снимка из 249
с нарушением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05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РАЗБИЕНИЕ И УТЕЧКИ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Честная оценка: исследование
целиком в одном фолде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05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" y="1783080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фолд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9656" y="1783080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фолд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52344" y="1783080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фолд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1783080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фолд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783080"/>
            <a:ext cx="86868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фолд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3969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#1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207568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Segoe UI"/>
              </a:rPr>
              <a:t>проверка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19656" y="207568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52344" y="207568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85032" y="207568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207568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55117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#2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" y="248716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19656" y="248716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Segoe UI"/>
              </a:rPr>
              <a:t>проверка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52344" y="248716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85032" y="248716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17720" y="248716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96265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#3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" y="289864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19656" y="289864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52344" y="289864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Segoe UI"/>
              </a:rPr>
              <a:t>проверка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85032" y="289864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17720" y="289864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37413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#4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6968" y="331012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19656" y="331012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52344" y="331012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85032" y="331012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Segoe UI"/>
              </a:rPr>
              <a:t>проверка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17720" y="331012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78561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#5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968" y="372160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19656" y="372160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52344" y="372160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85032" y="372160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44545F"/>
                </a:solidFill>
                <a:latin typeface="Segoe UI"/>
              </a:rPr>
              <a:t>обучение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17720" y="3721608"/>
            <a:ext cx="868680" cy="329184"/>
          </a:xfrm>
          <a:prstGeom prst="roundRect">
            <a:avLst>
              <a:gd name="adj" fmla="val 15000"/>
            </a:avLst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Segoe UI"/>
              </a:rPr>
              <a:t>проверка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29768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5 фолдов по 20 исследований, folds.csv в репозитории. Страты: норма 52, ротация 14, артефакты 14, ось 8, укладка 6, ROI 6 исследований.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80" y="1783080"/>
            <a:ext cx="548640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327648" y="1947672"/>
            <a:ext cx="50840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ГРУППА — ИССЛЕДОВАНИЕ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27648" y="2221992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Позвоночник и оба бедра пациента всегда в одном фолде: разнесённые бёдра завысили бы метрику.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480" y="2862072"/>
            <a:ext cx="548640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327648" y="3026664"/>
            <a:ext cx="50840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СТРАТА — РЕДЧАЙШЕЕ НАРУШЕНИЕ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3300984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 каждом фолде есть примеры самых редких классов.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26480" y="3941064"/>
            <a:ext cx="548640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27648" y="4105656"/>
            <a:ext cx="50840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ПОДБОР ТОЛЬКО НА ОБУЧАЮЩИХ ФОЛДАХ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7648" y="4379976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Пороги, коридор нормы, веса сети, свод и его порог. Метрики на всей выборке и out-of-fold — рядом.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80" y="5020056"/>
            <a:ext cx="5486400" cy="978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327648" y="5184648"/>
            <a:ext cx="50840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ДИСБАЛАНС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5458968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Вес класса в потере сети, порог по доле нарушений, ДИ бутстрэпом по исследованиям.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06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ПОДХОД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Геометрия там, где критерий — измерение;
сеть там, где форма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06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83080"/>
          <a:ext cx="6766560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91840"/>
                <a:gridCol w="1005840"/>
                <a:gridCol w="24688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ЧТО ПРОБОВАЛИ ДЛЯ РОТАЦИИ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ROC-AUC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ВЫВОД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выступ малого вертела по контуру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0.68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разрыв классов ≈ 2 мм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вид кадра, логистическая регрессия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0.50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вертел теряется при уменьшении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модель ключевых точек, выступ по точкам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—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ошибка 0.63 мм ≈ разрыву классов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ResNet-34 на кадре 320 px, одна модель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зависит от сида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ансамбль трёх сидов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0.80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стабильнее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свод: ансамбль + геометрия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0.82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 поставке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783080"/>
            <a:ext cx="3977639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36408" y="1947672"/>
            <a:ext cx="3575303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ПРИНЦИП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221992"/>
            <a:ext cx="3575303" cy="81381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Вердикт проверяется глазами: «ось 6.9°», «поле 12.4 см». Основа — геометрия в миллиметрах и градусах.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3264408"/>
            <a:ext cx="3977639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36408" y="3429000"/>
            <a:ext cx="3575303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ГДЕ ГЕОМЕТРИИ МАЛО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3703320"/>
            <a:ext cx="3575303" cy="81381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Ротация и посторонние предметы — признаки формы. Там геометрию дополняет сеть, вердикт выносит свод, тепловая карта показывает, куда смотрела сеть.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745736"/>
            <a:ext cx="3977639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36408" y="4910328"/>
            <a:ext cx="3575303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ГДЕ СЕТЬ НЕ НУЖНА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5184648"/>
            <a:ext cx="3575303" cy="81381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Ось, укладка, отступы — прямые измерения. Сеть для оси проверили: ROC-AUC 0.51, сигнала нет.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07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АРХИТЕКТУРА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Один контейнер, пять шагов,
ни одного обращения в сеть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07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1783080"/>
            <a:ext cx="2011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1947672"/>
            <a:ext cx="16093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ВХОД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21992"/>
            <a:ext cx="16093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DICOM, zip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606040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выгрузка из PACS как есть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1783080"/>
            <a:ext cx="2011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026664" y="1947672"/>
            <a:ext cx="16093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ЧТЕНИЕ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26664" y="2221992"/>
            <a:ext cx="16093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pydicom + gdcm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2606040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сжатие, ориентация, дубликаты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06040" y="2423160"/>
            <a:ext cx="192024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84064" y="1783080"/>
            <a:ext cx="2011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285232" y="1947672"/>
            <a:ext cx="16093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ОБЛАСТЬ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5232" y="2221992"/>
            <a:ext cx="16093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region_clf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2" y="2606040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позвоночник, бёдра, «не DXA»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64608" y="2423160"/>
            <a:ext cx="192024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42632" y="1783080"/>
            <a:ext cx="2011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B5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543800" y="1947672"/>
            <a:ext cx="16093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КРИТЕРИИ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2221992"/>
            <a:ext cx="16093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геометрия + CNN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2606040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независимо, со своими флагами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23176" y="2423160"/>
            <a:ext cx="192024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601200" y="1783080"/>
            <a:ext cx="201168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802368" y="1947672"/>
            <a:ext cx="16093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СВОД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02368" y="2221992"/>
            <a:ext cx="16093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quality_class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2368" y="2606040"/>
            <a:ext cx="1609344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вероятности, текст, SR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381744" y="2423160"/>
            <a:ext cx="192024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66928" y="3200400"/>
            <a:ext cx="356616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68096" y="3364992"/>
            <a:ext cx="316382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ВЫХОД ПО ТЗ 2.5 И 2.7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3639312"/>
            <a:ext cx="3163824" cy="6126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xlsx или csv, строка на снимок, 8 колонок ТЗ; zip с визуализацией; zip с DICOM SR.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5967" y="3200400"/>
            <a:ext cx="356616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517135" y="3364992"/>
            <a:ext cx="316382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ИНТЕРФЕЙСЫ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7135" y="3639312"/>
            <a:ext cx="3163824" cy="6126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CLI для пакета, REST API (POST /batch → задание → отчёт), веб-интерфейс.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65006" y="3200400"/>
            <a:ext cx="356616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66174" y="3364992"/>
            <a:ext cx="316382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КОНТЕЙНЕР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4" y="3639312"/>
            <a:ext cx="3163824" cy="6126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python:3.11-slim по дайджесту, lock-файл, onnxruntime на CPU, без сети, один поток — побитово тот же отчёт.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480560"/>
            <a:ext cx="11057839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ФРАГМЕНТ НАСТОЯЩЕГО ОТЧЁТА: ВОСЕМЬ КОЛОНОК ТЗ 2.5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66928" y="4754880"/>
          <a:ext cx="11057836" cy="1371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50208"/>
                <a:gridCol w="1450208"/>
                <a:gridCol w="1450208"/>
                <a:gridCol w="1450208"/>
                <a:gridCol w="1132975"/>
                <a:gridCol w="1223613"/>
                <a:gridCol w="1450208"/>
                <a:gridCol w="1450208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PATH_TO_STUDY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STUDY_UID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IMAGE_UID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ANATOMICAL_REGION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QUALITY_CLASS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VIOLATION_TYPE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PROCESSING_STATUS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TIME_OF_PROCESSING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…8683246248872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…4090106081007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…2140700150015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lh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/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Success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0.9472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…8683246248872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…4090106081007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…0150606100110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spine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/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Success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1.2375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…8683246248872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…4090106081007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…3101101110913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rh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/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Success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0.3429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…8814728642117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…3011205010113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…5070904121304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rh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hip_rotation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Success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0.4389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08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Шесть модулей, у каждого
своя проверяемая 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08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1783080"/>
            <a:ext cx="36118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1947672"/>
            <a:ext cx="32095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REGION_CLF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21992"/>
            <a:ext cx="32095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Область снимка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606040"/>
            <a:ext cx="3209544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Признаки кадра + логистическая регрессия; фильтр новизны отсекает не-DXA на ручной разбор.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" y="3410712"/>
            <a:ext cx="3209544" cy="0"/>
          </a:xfrm>
          <a:prstGeom prst="line">
            <a:avLst/>
          </a:prstGeom>
          <a:ln w="9525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8096" y="3493008"/>
            <a:ext cx="3209544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23F8C"/>
                </a:solidFill>
                <a:latin typeface="Consolas"/>
                <a:cs typeface="Consolas"/>
                <a:ea typeface="Consolas"/>
              </a:rPr>
              <a:t>252 / 252 снимка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1783080"/>
            <a:ext cx="36118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89704" y="1947672"/>
            <a:ext cx="32095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SPINE_QC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2221992"/>
            <a:ext cx="32095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Позвоночник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9704" y="2606040"/>
            <a:ext cx="3209544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Маска кости, коридор колонны, центры тел. Ось — Тейл–Сен, укладка — масса гребней, артефакты — white top-hat.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89704" y="3410712"/>
            <a:ext cx="3209544" cy="0"/>
          </a:xfrm>
          <a:prstGeom prst="line">
            <a:avLst/>
          </a:prstGeom>
          <a:ln w="9525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89704" y="3493008"/>
            <a:ext cx="3209544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23F8C"/>
                </a:solidFill>
                <a:latin typeface="Consolas"/>
                <a:cs typeface="Consolas"/>
                <a:ea typeface="Consolas"/>
              </a:rPr>
              <a:t>ROC-AUC OOF: ось 0.82 · укладка 0.82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83080"/>
            <a:ext cx="36118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11312" y="1947672"/>
            <a:ext cx="32095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HIP_ROI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2221992"/>
            <a:ext cx="32095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Отступы бедра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2606040"/>
            <a:ext cx="3209544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Длина поля сканирования против 3 см + вертел — седалищная + 3 см; отступы по рисунку 6 — справочно.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11312" y="3410712"/>
            <a:ext cx="3209544" cy="0"/>
          </a:xfrm>
          <a:prstGeom prst="line">
            <a:avLst/>
          </a:prstGeom>
          <a:ln w="9525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11312" y="3493008"/>
            <a:ext cx="3209544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23F8C"/>
                </a:solidFill>
                <a:latin typeface="Consolas"/>
                <a:cs typeface="Consolas"/>
                <a:ea typeface="Consolas"/>
              </a:rPr>
              <a:t>F1 0.71 · ROC-AUC 0.94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023360"/>
            <a:ext cx="36118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8096" y="4187952"/>
            <a:ext cx="32095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HIP_ROTATION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462272"/>
            <a:ext cx="32095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Ротация: геометрия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846320"/>
            <a:ext cx="3209544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Выступ малого вертела над прямой медиального контура диафиза, мм². Коридор ловит пере- и недоротацию.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8096" y="5650992"/>
            <a:ext cx="3209544" cy="0"/>
          </a:xfrm>
          <a:prstGeom prst="line">
            <a:avLst/>
          </a:prstGeom>
          <a:ln w="9525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8096" y="5733288"/>
            <a:ext cx="3209544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23F8C"/>
                </a:solidFill>
                <a:latin typeface="Consolas"/>
                <a:cs typeface="Consolas"/>
                <a:ea typeface="Consolas"/>
              </a:rPr>
              <a:t>коридор 96–272 мм²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88536" y="4023360"/>
            <a:ext cx="36118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B5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489704" y="4187952"/>
            <a:ext cx="32095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CNN_QC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9704" y="4462272"/>
            <a:ext cx="32095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Ротация и предметы: сеть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9704" y="4846320"/>
            <a:ext cx="3209544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ResNet-34, 320 px, ансамбль 3 сидов, ONNX → onnxruntime. Свод с геометрией, тепловая карта CAM.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489704" y="5650992"/>
            <a:ext cx="3209544" cy="0"/>
          </a:xfrm>
          <a:prstGeom prst="line">
            <a:avLst/>
          </a:prstGeom>
          <a:ln w="9525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489704" y="5733288"/>
            <a:ext cx="3209544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23F8C"/>
                </a:solidFill>
                <a:latin typeface="Consolas"/>
                <a:cs typeface="Consolas"/>
                <a:ea typeface="Consolas"/>
              </a:rPr>
              <a:t>ROC-AUC свода 0.82 · 43 МБ × 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4023360"/>
            <a:ext cx="361188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11312" y="4187952"/>
            <a:ext cx="320954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DXA_QC · ПО ФЛАГУ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1312" y="4462272"/>
            <a:ext cx="320954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Ключевые точки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846320"/>
            <a:ext cx="3209544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U-Net + ResNet-34, 29 точек, 5 фолдов. Проигрывает контуру на OOF — выключена по умолчанию.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11312" y="5650992"/>
            <a:ext cx="3209544" cy="0"/>
          </a:xfrm>
          <a:prstGeom prst="line">
            <a:avLst/>
          </a:prstGeom>
          <a:ln w="9525">
            <a:solidFill>
              <a:srgbClr val="E6EB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211312" y="5733288"/>
            <a:ext cx="3209544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23F8C"/>
                </a:solidFill>
                <a:latin typeface="Consolas"/>
                <a:cs typeface="Consolas"/>
                <a:ea typeface="Consolas"/>
              </a:rPr>
              <a:t>ошибка 1.0–2.5 мм · угол 0.50°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09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ПРЕДОБРАБОТКА И ПОСТОБРАБОТКА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Всё приводится к миллиметрам до модели
и к вероятности после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09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Предобработка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5303520" cy="3931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/>
            </a: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Сжатые синтаксисы, инверсия MONOCHROME1, VOI LUT.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Ориентация по PatientOrientation: зеркальная выгрузка приводится к стандартному AP-виду.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Дедупликация по MD5 пикселей: одна строка отчёта на снимок.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Правое бедро отражается в левое: измерения и сеть видят одну сторону.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Маска кости и масштаб мм/px: пороги в миллиметрах, градусах, мм².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Для сети: яркость по перцентилям 0.5–99.5, длинная сторона → 320 px без искажения.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Постобработка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240280"/>
            <a:ext cx="5303520" cy="3931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/>
            </a: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Пороги и коридоры — из калибровки по обучающим фолдам.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Отступы ROI — по длине поля, как оценивает эксперт; порог из ТЗ и анатомии.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Свод сети с геометрией; порог — доля нарушений в обучении.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Платт для каждого критерия → quality_probability = 1 − Π(1 − p).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Расхождение методов — флаг и низкая уверенность, а не молчаливый выбор.</a:t>
            </a:r>
          </a:p>
          <a:p>
            <a:pPr marL="237744" indent="-237744">
              <a:lnSpc>
                <a:spcPct val="120000"/>
              </a:lnSpc>
              <a:spcAft>
                <a:spcPts val="600"/>
              </a:spcAft>
              <a:buClr>
                <a:srgbClr val="1B5FD0"/>
              </a:buClr>
              <a:buFont typeface="Segoe UI"/>
              <a:buChar char="–"/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Текст по-русски, оверлей с тепловой картой, DICOM SR.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10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МЕТРИКИ КАЧЕСТВА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Метрики out-of-fold с 95%
доверительными интервалами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10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OUT-OF-FOLD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НАР./N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ЧУВСТВ.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СПЕЦИФ.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F1, 95% ДИ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ROC-AUC, 95% ДИ (0.4–1)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1783080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AUC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" y="2057400"/>
            <a:ext cx="11057839" cy="0"/>
          </a:xfrm>
          <a:prstGeom prst="line">
            <a:avLst/>
          </a:prstGeom>
          <a:ln w="15875">
            <a:solidFill>
              <a:srgbClr val="111C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66928" y="22219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Укладка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2219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6/99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2219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2219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0.84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83480" y="233172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98348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56641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4934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73227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31520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162677" y="2331720"/>
            <a:ext cx="1092650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670194" y="2272284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222199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0.32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503920" y="233172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50392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8685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669779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25271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835640" y="22951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205009" y="2331720"/>
            <a:ext cx="1451726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10086716" y="2272284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64240" y="222199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0.82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25694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26791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Ось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20" y="26791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10/99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26791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1960" y="26791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0.88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983480" y="278892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98348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56641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14934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73227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31520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983480" y="2788920"/>
            <a:ext cx="1125657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506974" y="2729484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43800" y="267919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0.25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503920" y="278892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50392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08685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669779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25271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835640" y="275234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746465" y="2788920"/>
            <a:ext cx="791722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10090660" y="2729484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064240" y="267919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0.82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66928" y="30266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66928" y="3136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Посторонние предметы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136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17/99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31363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51960" y="31363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0.93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983480" y="31546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98348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56641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14934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73227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731520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5794513" y="3154680"/>
            <a:ext cx="994169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6287089" y="31043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4983480" y="33467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98348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556641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614934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673227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731520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5997271" y="3346704"/>
            <a:ext cx="886217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6432804" y="32872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543800" y="30632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0.58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43800" y="32461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0.65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8503920" y="31546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850392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08685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669779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025271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835640" y="3118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9437815" y="3154680"/>
            <a:ext cx="1088873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9983854" y="31043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8503920" y="33467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850392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08685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669779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025271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0835640" y="3310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745935" y="3346704"/>
            <a:ext cx="916666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/>
          <p:cNvSpPr/>
          <p:nvPr/>
        </p:nvSpPr>
        <p:spPr>
          <a:xfrm>
            <a:off x="10174038" y="32872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64240" y="30632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0.79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064240" y="32461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0.85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566928" y="34838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566928" y="35935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Ротация бедра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88920" y="35935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36/150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566160" y="35935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51960" y="35935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4983480" y="36118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498348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556641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614934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673227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731520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5686172" y="3611880"/>
            <a:ext cx="743014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6048358" y="35615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4983480" y="38039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498348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556641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614934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73227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731520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902977" y="3803904"/>
            <a:ext cx="664356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/>
          <p:cNvSpPr/>
          <p:nvPr/>
        </p:nvSpPr>
        <p:spPr>
          <a:xfrm>
            <a:off x="6210510" y="37444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543800" y="35204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0.48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543800" y="37033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0.55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8503920" y="36118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850392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908685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9669779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1025271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10835640" y="35753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9079655" y="3611880"/>
            <a:ext cx="961952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Oval 131"/>
          <p:cNvSpPr/>
          <p:nvPr/>
        </p:nvSpPr>
        <p:spPr>
          <a:xfrm>
            <a:off x="9532559" y="35615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8503920" y="38039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850392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908685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9669779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1025271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0835640" y="37673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9736122" y="3803904"/>
            <a:ext cx="693244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139"/>
          <p:cNvSpPr/>
          <p:nvPr/>
        </p:nvSpPr>
        <p:spPr>
          <a:xfrm>
            <a:off x="10060325" y="37444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1064240" y="35204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1064240" y="37033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0.82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66928" y="39410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566928" y="40507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Отступы ROI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788920" y="40507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7/150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566160" y="40507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251960" y="40507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0.99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4983480" y="40690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98348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556641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614934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673227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731520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983480" y="4069080"/>
            <a:ext cx="1447274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Oval 154"/>
          <p:cNvSpPr/>
          <p:nvPr/>
        </p:nvSpPr>
        <p:spPr>
          <a:xfrm>
            <a:off x="5744221" y="40187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6" name="Connector 155"/>
          <p:cNvCxnSpPr/>
          <p:nvPr/>
        </p:nvCxnSpPr>
        <p:spPr>
          <a:xfrm>
            <a:off x="4983480" y="42611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98348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556641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614934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673227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731520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5501640" y="4261104"/>
            <a:ext cx="1690837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Oval 162"/>
          <p:cNvSpPr/>
          <p:nvPr/>
        </p:nvSpPr>
        <p:spPr>
          <a:xfrm>
            <a:off x="6589558" y="42016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543800" y="39776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0.35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543800" y="41605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0.71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8503920" y="40690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850392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908685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9669779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1025271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10835640" y="40325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9811529" y="4069080"/>
            <a:ext cx="993941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Oval 172"/>
          <p:cNvSpPr/>
          <p:nvPr/>
        </p:nvSpPr>
        <p:spPr>
          <a:xfrm>
            <a:off x="10364116" y="40187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4" name="Connector 173"/>
          <p:cNvCxnSpPr/>
          <p:nvPr/>
        </p:nvCxnSpPr>
        <p:spPr>
          <a:xfrm>
            <a:off x="8503920" y="42611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850392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908685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9669779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1025271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10835640" y="42245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10134484" y="4261104"/>
            <a:ext cx="701156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Oval 180"/>
          <p:cNvSpPr/>
          <p:nvPr/>
        </p:nvSpPr>
        <p:spPr>
          <a:xfrm>
            <a:off x="10539382" y="42016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1064240" y="39776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0.89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064240" y="41605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0.94</a:t>
            </a:r>
          </a:p>
        </p:txBody>
      </p:sp>
      <p:cxnSp>
        <p:nvCxnSpPr>
          <p:cNvPr id="184" name="Connector 183"/>
          <p:cNvCxnSpPr/>
          <p:nvPr/>
        </p:nvCxnSpPr>
        <p:spPr>
          <a:xfrm>
            <a:off x="566928" y="43982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566928" y="45079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Позвоночник, кадр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788920" y="45079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31/99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566160" y="45079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251960" y="45079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0.68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4983480" y="45262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498348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556641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614934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673227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731520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760720" y="4526280"/>
            <a:ext cx="686863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6" name="Oval 195"/>
          <p:cNvSpPr/>
          <p:nvPr/>
        </p:nvSpPr>
        <p:spPr>
          <a:xfrm>
            <a:off x="6065737" y="44759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7" name="Connector 196"/>
          <p:cNvCxnSpPr/>
          <p:nvPr/>
        </p:nvCxnSpPr>
        <p:spPr>
          <a:xfrm>
            <a:off x="4983480" y="47183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498348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556641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614934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673227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731520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5916168" y="4718304"/>
            <a:ext cx="643686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Oval 203"/>
          <p:cNvSpPr/>
          <p:nvPr/>
        </p:nvSpPr>
        <p:spPr>
          <a:xfrm>
            <a:off x="6201698" y="46588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543800" y="44348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0.49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7543800" y="46177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0.55</a:t>
            </a:r>
          </a:p>
        </p:txBody>
      </p:sp>
      <p:cxnSp>
        <p:nvCxnSpPr>
          <p:cNvPr id="207" name="Connector 206"/>
          <p:cNvCxnSpPr/>
          <p:nvPr/>
        </p:nvCxnSpPr>
        <p:spPr>
          <a:xfrm>
            <a:off x="8503920" y="45262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850392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908685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9669779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025271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0835640" y="44897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9003176" y="4526280"/>
            <a:ext cx="907874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9405452" y="44759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5" name="Connector 214"/>
          <p:cNvCxnSpPr/>
          <p:nvPr/>
        </p:nvCxnSpPr>
        <p:spPr>
          <a:xfrm>
            <a:off x="8503920" y="47183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850392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908685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9669779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025271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0835640" y="46817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9277314" y="4718304"/>
            <a:ext cx="882469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Oval 221"/>
          <p:cNvSpPr/>
          <p:nvPr/>
        </p:nvSpPr>
        <p:spPr>
          <a:xfrm>
            <a:off x="9676527" y="46588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1064240" y="44348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0.64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1064240" y="46177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0.72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566928" y="48554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TextBox 225"/>
          <p:cNvSpPr txBox="1"/>
          <p:nvPr/>
        </p:nvSpPr>
        <p:spPr>
          <a:xfrm>
            <a:off x="566928" y="49651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Бедро, кадр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2788920" y="49651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41/150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566160" y="49651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0.71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251960" y="49651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0.75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4983480" y="49834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498348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556641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614934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673227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731520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5770068" y="4983480"/>
            <a:ext cx="668463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236"/>
          <p:cNvSpPr/>
          <p:nvPr/>
        </p:nvSpPr>
        <p:spPr>
          <a:xfrm>
            <a:off x="6099048" y="49331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8" name="Connector 237"/>
          <p:cNvCxnSpPr/>
          <p:nvPr/>
        </p:nvCxnSpPr>
        <p:spPr>
          <a:xfrm>
            <a:off x="4983480" y="51755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498348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56641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614934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673227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731520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6040332" y="5175504"/>
            <a:ext cx="614214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Oval 244"/>
          <p:cNvSpPr/>
          <p:nvPr/>
        </p:nvSpPr>
        <p:spPr>
          <a:xfrm>
            <a:off x="6318268" y="51160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7543800" y="48920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0.50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7543800" y="50749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0.60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8503920" y="49834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850392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908685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9669779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1025271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10835640" y="49469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9130744" y="4983480"/>
            <a:ext cx="933445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5" name="Oval 254"/>
          <p:cNvSpPr/>
          <p:nvPr/>
        </p:nvSpPr>
        <p:spPr>
          <a:xfrm>
            <a:off x="9560964" y="49331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6" name="Connector 255"/>
          <p:cNvCxnSpPr/>
          <p:nvPr/>
        </p:nvCxnSpPr>
        <p:spPr>
          <a:xfrm>
            <a:off x="8503920" y="51755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850392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908685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9669779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025271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0835640" y="51389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9777301" y="5175504"/>
            <a:ext cx="650706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10072270" y="51160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11064240" y="48920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0.68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1064240" y="50749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0.82</a:t>
            </a:r>
          </a:p>
        </p:txBody>
      </p:sp>
      <p:cxnSp>
        <p:nvCxnSpPr>
          <p:cNvPr id="266" name="Connector 265"/>
          <p:cNvCxnSpPr/>
          <p:nvPr/>
        </p:nvCxnSpPr>
        <p:spPr>
          <a:xfrm>
            <a:off x="566928" y="53126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7" name="TextBox 266"/>
          <p:cNvSpPr txBox="1"/>
          <p:nvPr/>
        </p:nvSpPr>
        <p:spPr>
          <a:xfrm>
            <a:off x="566928" y="5422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Всего, «есть нарушение»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2788920" y="5422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72/249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3566160" y="54223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0.68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251960" y="54223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0.72</a:t>
            </a:r>
          </a:p>
        </p:txBody>
      </p:sp>
      <p:cxnSp>
        <p:nvCxnSpPr>
          <p:cNvPr id="271" name="Connector 270"/>
          <p:cNvCxnSpPr/>
          <p:nvPr/>
        </p:nvCxnSpPr>
        <p:spPr>
          <a:xfrm>
            <a:off x="4983480" y="54406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498348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556641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614934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673227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731520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5896404" y="5440680"/>
            <a:ext cx="464375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6085647" y="53903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9" name="Connector 278"/>
          <p:cNvCxnSpPr/>
          <p:nvPr/>
        </p:nvCxnSpPr>
        <p:spPr>
          <a:xfrm>
            <a:off x="4983480" y="56327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498348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556641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614934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673227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731520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6093789" y="5632704"/>
            <a:ext cx="436125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6" name="Oval 285"/>
          <p:cNvSpPr/>
          <p:nvPr/>
        </p:nvSpPr>
        <p:spPr>
          <a:xfrm>
            <a:off x="6268212" y="55732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7543800" y="53492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0.49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7543800" y="55321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0.58</a:t>
            </a:r>
          </a:p>
        </p:txBody>
      </p:sp>
      <p:cxnSp>
        <p:nvCxnSpPr>
          <p:cNvPr id="289" name="Connector 288"/>
          <p:cNvCxnSpPr/>
          <p:nvPr/>
        </p:nvCxnSpPr>
        <p:spPr>
          <a:xfrm>
            <a:off x="8503920" y="5440680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850392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908685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9669779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1025271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10835640" y="5404104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9296652" y="5440680"/>
            <a:ext cx="607734" cy="0"/>
          </a:xfrm>
          <a:prstGeom prst="line">
            <a:avLst/>
          </a:prstGeom>
          <a:ln w="38100">
            <a:solidFill>
              <a:srgbClr val="8C9A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Oval 295"/>
          <p:cNvSpPr/>
          <p:nvPr/>
        </p:nvSpPr>
        <p:spPr>
          <a:xfrm>
            <a:off x="9543923" y="5390388"/>
            <a:ext cx="100584" cy="100584"/>
          </a:xfrm>
          <a:prstGeom prst="ellipse">
            <a:avLst/>
          </a:prstGeom>
          <a:solidFill>
            <a:srgbClr val="8C9AA5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7" name="Connector 296"/>
          <p:cNvCxnSpPr/>
          <p:nvPr/>
        </p:nvCxnSpPr>
        <p:spPr>
          <a:xfrm>
            <a:off x="8503920" y="5632704"/>
            <a:ext cx="2331720" cy="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850392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908685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9669779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1025271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10835640" y="5596128"/>
            <a:ext cx="0" cy="73152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9729435" y="5632704"/>
            <a:ext cx="511842" cy="0"/>
          </a:xfrm>
          <a:prstGeom prst="line">
            <a:avLst/>
          </a:prstGeom>
          <a:ln w="38100">
            <a:solidFill>
              <a:srgbClr val="1B5F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Oval 303"/>
          <p:cNvSpPr/>
          <p:nvPr/>
        </p:nvSpPr>
        <p:spPr>
          <a:xfrm>
            <a:off x="9939743" y="5573268"/>
            <a:ext cx="118872" cy="118872"/>
          </a:xfrm>
          <a:prstGeom prst="ellipse">
            <a:avLst/>
          </a:prstGeom>
          <a:solidFill>
            <a:srgbClr val="1B5FD0"/>
          </a:solidFill>
          <a:ln w="19050">
            <a:solidFill>
              <a:srgbClr val="F2F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11064240" y="53492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0.68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11064240" y="553212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0.78</a:t>
            </a:r>
          </a:p>
        </p:txBody>
      </p:sp>
      <p:cxnSp>
        <p:nvCxnSpPr>
          <p:cNvPr id="307" name="Connector 306"/>
          <p:cNvCxnSpPr/>
          <p:nvPr/>
        </p:nvCxnSpPr>
        <p:spPr>
          <a:xfrm>
            <a:off x="566928" y="5769864"/>
            <a:ext cx="11057839" cy="0"/>
          </a:xfrm>
          <a:prstGeom prst="line">
            <a:avLst/>
          </a:prstGeom>
          <a:ln w="6350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Rectangle 307"/>
          <p:cNvSpPr/>
          <p:nvPr/>
        </p:nvSpPr>
        <p:spPr>
          <a:xfrm>
            <a:off x="566928" y="5916168"/>
            <a:ext cx="274320" cy="91440"/>
          </a:xfrm>
          <a:prstGeom prst="rect">
            <a:avLst/>
          </a:prstGeom>
          <a:solidFill>
            <a:srgbClr val="8C9A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9" name="TextBox 308"/>
          <p:cNvSpPr txBox="1"/>
          <p:nvPr/>
        </p:nvSpPr>
        <p:spPr>
          <a:xfrm>
            <a:off x="914400" y="5852160"/>
            <a:ext cx="35661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исходное решение: геометрия, ROI по рисунку 6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434840" y="5916168"/>
            <a:ext cx="274320" cy="91440"/>
          </a:xfrm>
          <a:prstGeom prst="rect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1" name="TextBox 310"/>
          <p:cNvSpPr txBox="1"/>
          <p:nvPr/>
        </p:nvSpPr>
        <p:spPr>
          <a:xfrm>
            <a:off x="4782312" y="5852160"/>
            <a:ext cx="3108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сейчас: сеть + правило эксперта для ROI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7863840" y="5852160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macro-F1 0.40 → 0.50 · область 252/252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11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ЭКСПЕРИМЕНТЫ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Сеть поверх геометрии:
ROC-кривые out-of-fold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11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Ротация бедра · 36 из 150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75488" y="2148840"/>
          <a:ext cx="3291840" cy="3291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Rectangle 8"/>
          <p:cNvSpPr/>
          <p:nvPr/>
        </p:nvSpPr>
        <p:spPr>
          <a:xfrm>
            <a:off x="3904488" y="2350008"/>
            <a:ext cx="256032" cy="91440"/>
          </a:xfrm>
          <a:prstGeom prst="rect">
            <a:avLst/>
          </a:prstGeom>
          <a:solidFill>
            <a:srgbClr val="8C9A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51960" y="2267712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выступ 0.68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04488" y="2660904"/>
            <a:ext cx="256032" cy="91440"/>
          </a:xfrm>
          <a:prstGeom prst="rect">
            <a:avLst/>
          </a:prstGeom>
          <a:solidFill>
            <a:srgbClr val="6F9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251960" y="2578608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сеть 0.80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04488" y="2971800"/>
            <a:ext cx="256032" cy="91440"/>
          </a:xfrm>
          <a:prstGeom prst="rect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251960" y="2889504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свод 0.82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4488" y="33558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Segoe UI"/>
                <a:cs typeface="Segoe UI"/>
                <a:ea typeface="Segoe UI"/>
              </a:rPr>
              <a:t>вердикт вложенно: свод и порог без отложенного фолда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904488" y="3886200"/>
          <a:ext cx="2148838" cy="9326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16280"/>
                <a:gridCol w="488372"/>
                <a:gridCol w="488372"/>
                <a:gridCol w="455814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/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ЧУВ.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СПЕЦ.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F1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выступ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0.61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0.48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свод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0.67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0.76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0.55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66928" y="5532119"/>
            <a:ext cx="3200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1 − специфичность →   ↑ чувствительность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17830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Посторонние предметы · 17 из 99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099048" y="2148840"/>
          <a:ext cx="3291840" cy="3291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0" name="Rectangle 19"/>
          <p:cNvSpPr/>
          <p:nvPr/>
        </p:nvSpPr>
        <p:spPr>
          <a:xfrm>
            <a:off x="9528048" y="2350008"/>
            <a:ext cx="256032" cy="91440"/>
          </a:xfrm>
          <a:prstGeom prst="rect">
            <a:avLst/>
          </a:prstGeom>
          <a:solidFill>
            <a:srgbClr val="8C9A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875520" y="2267712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top-hat 0.79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28048" y="2660904"/>
            <a:ext cx="256032" cy="91440"/>
          </a:xfrm>
          <a:prstGeom prst="rect">
            <a:avLst/>
          </a:prstGeom>
          <a:solidFill>
            <a:srgbClr val="6F9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875520" y="2578608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сеть 0.83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28048" y="2971800"/>
            <a:ext cx="256032" cy="91440"/>
          </a:xfrm>
          <a:prstGeom prst="rect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875520" y="2889504"/>
            <a:ext cx="173736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свод 0.85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8048" y="33558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7A8995"/>
                </a:solidFill>
                <a:latin typeface="Segoe UI"/>
                <a:cs typeface="Segoe UI"/>
                <a:ea typeface="Segoe UI"/>
              </a:rPr>
              <a:t>вердикт вложенно: свод и порог без отложенного фолда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9528048" y="3886200"/>
          <a:ext cx="2148838" cy="9326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16280"/>
                <a:gridCol w="488372"/>
                <a:gridCol w="488372"/>
                <a:gridCol w="455814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/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ЧУВ.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СПЕЦ.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F1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top-hat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0.53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0.94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0.58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свод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0.65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0.93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0.65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190488" y="5532119"/>
            <a:ext cx="3200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1 − специфичность →   ↑ чувствительность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12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СРАВНЕНИЕ ВАРИАНТОВ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Что проверили и почему
оставили то, что оставили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12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Ось и отступы: контур против модели точек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94560"/>
          <a:ext cx="5303520" cy="15361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/>
                <a:gridCol w="137160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OUT-OF-FOLD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КОНТУР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ТОЧКИ U-NET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ось: F1 / ROC-AUC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0.25 / 0.82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0.30 / 0.74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время на снимок, CPU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31 мс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301 мс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ошибка точек, медиана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—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1.0–2.5 мм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88620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По F1 разница в пределах шума, по ранжированию контур лучше и в десять раз быстрее; 53 из 54 крупных ошибок точек — нумерация позвонка.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78308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Правило свода для укладки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9360" y="2194560"/>
          <a:ext cx="5303518" cy="16459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05237"/>
                <a:gridCol w="930442"/>
                <a:gridCol w="930442"/>
                <a:gridCol w="837397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OUT-OF-FOLD, 6 НАРУШЕНИЙ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НАЙДЕНО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ЛИШНИХ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F1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геометрия (в поставке)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0.32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вид кадра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0.44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обе согласны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0.29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любая из двух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16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0.37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09360" y="388620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На всей выборке лучшим казалось согласие обеих оценок (F1 0.73); out-of-fold оно ловит одно нарушение из шести.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709160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Сеть для ротации: что перебрали (ROC-AUC out-of-fold)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5120640"/>
          <a:ext cx="11057837" cy="731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79691"/>
                <a:gridCol w="1579691"/>
                <a:gridCol w="1579691"/>
                <a:gridCol w="1579691"/>
                <a:gridCol w="1579691"/>
                <a:gridCol w="1579691"/>
                <a:gridCol w="1579691"/>
              </a:tblGrid>
              <a:tr h="365760"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RESNET-18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EFFICIENTNET-B0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RESNET-34, 256 PX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RESNET-34, 1 СИД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ЭНКОДЕР МОДЕЛИ ТОЧЕК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RESNET-34 × 3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+ ГЕОМЕТРИЯ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0.76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0.73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0.79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0.80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0.82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13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АНАЛИЗ ОШИБОК И ЭКСПЕРТ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Разбор ошибок показал,
как оценивает эксперт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13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178308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B5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1947672"/>
            <a:ext cx="50840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ОТСТУПЫ ROI · ЧТО ДЕЛАЕТ ЭКСПЕРТ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21992"/>
            <a:ext cx="508406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Судит по длине поля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8096" y="2697480"/>
          <a:ext cx="5074918" cy="126187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62253"/>
                <a:gridCol w="748758"/>
                <a:gridCol w="665563"/>
                <a:gridCol w="499172"/>
                <a:gridCol w="49917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ПРАВИЛО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НАЙДЕНО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ЛИШНИХ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F1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AUC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отступы от ориентиров, рисунок 6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4/7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12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0.35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0.89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длина поля ≥ 3 + вертел–седалищная + 3 см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5/7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2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0.71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11C24"/>
                          </a:solidFill>
                          <a:latin typeface="Consolas"/>
                          <a:cs typeface="Consolas"/>
                          <a:ea typeface="Consolas"/>
                        </a:rPr>
                        <a:t>0.94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solidFill>
                      <a:srgbClr val="E4EC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" y="4114800"/>
            <a:ext cx="507492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Эксперт ставит «норму» при 1.7–3.0 см под седалищной костью и «нарушение» на коротких полях. Правило длины поля не подбиралось по меткам: 30 мм сверху и снизу — из ТЗ, 69 мм между вертелом и седалищной костью — медиана анатомии. Отступы по рисунку 6 считаются и показываются; режим строго по ТЗ — флаг --roi-rule margins.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64808" y="1947672"/>
            <a:ext cx="49469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ОСЬ · СКОЛИОЗ НЕ НАРУШЕНИЕ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221992"/>
            <a:ext cx="4946904" cy="8869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При сколиозе эксперт не ставит нарушение оси ни в одном из 14 случаев, даже при угле до 8.8°. Это главный источник наших лишних срабатываний по оси; отличить сколиоз от наклона по поясничному треку не удалось (сеть — ROC-AUC 0.51).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383280"/>
            <a:ext cx="53492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64808" y="3547872"/>
            <a:ext cx="49469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РОТАЦИЯ · СЕТЬ ПРОТИВ ВЫСТУПА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3822192"/>
            <a:ext cx="4946904" cy="5669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Расхождений сети и выступа: 41 из 150; прав свод — 25, выступ — 16. Такие снимки помечены флагом.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663440"/>
            <a:ext cx="534924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64808" y="4828032"/>
            <a:ext cx="49469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УКЛАДКА · 6 ПРИМЕРОВ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5102352"/>
            <a:ext cx="4946904" cy="7498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ROC-AUC 0.82, но отсечка на фолде с одним-двумя нарушениями неустойчива: F1 out-of-fold 0.32.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14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КЕЙСЫ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Каждое замечание видно на снимке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14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1325880"/>
            <a:ext cx="2661589" cy="4572000"/>
          </a:xfrm>
          <a:prstGeom prst="roundRect">
            <a:avLst>
              <a:gd name="adj" fmla="val 3000"/>
            </a:avLst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x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922210"/>
            <a:ext cx="2661589" cy="2812412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66928" y="5330952"/>
            <a:ext cx="2661589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94944" y="5404104"/>
            <a:ext cx="2405557" cy="4754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ось 8.7°, норма до 5°
spine_axis ✓ эксперт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5677" y="1325880"/>
            <a:ext cx="2661589" cy="4572000"/>
          </a:xfrm>
          <a:prstGeom prst="roundRect">
            <a:avLst>
              <a:gd name="adj" fmla="val 3000"/>
            </a:avLst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artifa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5677" y="1931082"/>
            <a:ext cx="2661589" cy="279466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3365677" y="5330952"/>
            <a:ext cx="2661589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493693" y="5404104"/>
            <a:ext cx="2405557" cy="4754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предмет · сеть 1.00
spine_artifacts ✓ эксперт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4426" y="1325880"/>
            <a:ext cx="2661589" cy="4572000"/>
          </a:xfrm>
          <a:prstGeom prst="roundRect">
            <a:avLst>
              <a:gd name="adj" fmla="val 3000"/>
            </a:avLst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ot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4426" y="2211499"/>
            <a:ext cx="2661589" cy="2233833"/>
          </a:xfrm>
          <a:prstGeom prst="rect">
            <a:avLst/>
          </a:prstGeom>
        </p:spPr>
      </p:pic>
      <p:cxnSp>
        <p:nvCxnSpPr>
          <p:cNvPr id="17" name="Connector 16"/>
          <p:cNvCxnSpPr/>
          <p:nvPr/>
        </p:nvCxnSpPr>
        <p:spPr>
          <a:xfrm>
            <a:off x="6164426" y="5330952"/>
            <a:ext cx="2661589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92442" y="5404104"/>
            <a:ext cx="2405557" cy="4754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выступ 12 мм² (96–272)
hip_rotation ✓ эксперт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3175" y="1325880"/>
            <a:ext cx="2661589" cy="4572000"/>
          </a:xfrm>
          <a:prstGeom prst="roundRect">
            <a:avLst>
              <a:gd name="adj" fmla="val 3000"/>
            </a:avLst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o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3175" y="2349331"/>
            <a:ext cx="2661589" cy="1958169"/>
          </a:xfrm>
          <a:prstGeom prst="rect">
            <a:avLst/>
          </a:prstGeom>
        </p:spPr>
      </p:pic>
      <p:cxnSp>
        <p:nvCxnSpPr>
          <p:cNvPr id="21" name="Connector 20"/>
          <p:cNvCxnSpPr/>
          <p:nvPr/>
        </p:nvCxnSpPr>
        <p:spPr>
          <a:xfrm>
            <a:off x="8963175" y="5330952"/>
            <a:ext cx="2661589" cy="0"/>
          </a:xfrm>
          <a:prstGeom prst="line">
            <a:avLst/>
          </a:prstGeom>
          <a:ln w="9525">
            <a:solidFill>
              <a:srgbClr val="1F2A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091191" y="5404104"/>
            <a:ext cx="2405557" cy="47548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C9D3DA"/>
                </a:solidFill>
                <a:latin typeface="Consolas"/>
                <a:cs typeface="Consolas"/>
                <a:ea typeface="Consolas"/>
              </a:rPr>
              <a:t>поле 12.5 см &lt; 12.9
hip_roi ✓ эксперт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Снимки обучающего набора, вероятности сети — out-of-fold. Оранжевым — тепловая карта сети, голубым — ориентиры, зелёным и красным — пороги.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15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СКОРОСТЬ И СИСТЕМНЫЕ ТРЕБОВАНИЯ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Секунды на исследование
на обычном процессоре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15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1783080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1.6</a:t>
            </a:r>
            <a:r>
              <a:rPr sz="18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4144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медиана на исследование
(максимум 2.3 с)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08376" y="178308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172968" y="178308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180</a:t>
            </a:r>
            <a:r>
              <a:rPr sz="18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2441448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лимит ТЗ 2.7
на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200400"/>
            <a:ext cx="21945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444</a:t>
            </a:r>
            <a:r>
              <a:rPr sz="18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 мс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58768"/>
            <a:ext cx="21945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медиана на снимок,
один поток CPU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08376" y="3200400"/>
            <a:ext cx="0" cy="1051560"/>
          </a:xfrm>
          <a:prstGeom prst="line">
            <a:avLst/>
          </a:prstGeom>
          <a:ln w="9525">
            <a:solidFill>
              <a:srgbClr val="D3DB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72968" y="320040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0" i="0">
                <a:solidFill>
                  <a:srgbClr val="111C24"/>
                </a:solidFill>
                <a:latin typeface="Consolas"/>
                <a:cs typeface="Consolas"/>
                <a:ea typeface="Consolas"/>
              </a:rPr>
              <a:t>2.4</a:t>
            </a:r>
            <a:r>
              <a:rPr sz="180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 мин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2968" y="385876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все 100 исследований
в один процесс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663440"/>
            <a:ext cx="50292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ХУДШЕЕ ИССЛЕДОВАНИЕ ПРОТИВ ЛИМИТА, В МАСШТАБЕ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37760"/>
            <a:ext cx="4937760" cy="274320"/>
          </a:xfrm>
          <a:prstGeom prst="roundRect">
            <a:avLst>
              <a:gd name="adj" fmla="val 20000"/>
            </a:avLst>
          </a:prstGeom>
          <a:solidFill>
            <a:srgbClr val="E6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37760"/>
            <a:ext cx="63093" cy="274320"/>
          </a:xfrm>
          <a:prstGeom prst="rect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" y="497433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44545F"/>
                </a:solidFill>
                <a:latin typeface="Consolas"/>
                <a:cs typeface="Consolas"/>
                <a:ea typeface="Consolas"/>
              </a:rPr>
              <a:t>2.3 с — 1.3 % лимита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9496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 контейнере (Linux, Python 3.11) — 158 с на 100 исследований с оверлеями и SR. Без сети — 27 мс на снимок.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6480" y="1783080"/>
          <a:ext cx="5486400" cy="2468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14400"/>
                <a:gridCol w="2286000"/>
                <a:gridCol w="22860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/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МИНИМУМ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РЕКОМЕНДУЕТСЯ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CPU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2 ядра x86-64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4 ядра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RAM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2 ГБ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4 ГБ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диск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2 ГБ (образ 1.4 ГБ)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5 ГБ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GPU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не нужен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не нужен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ПО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Docker, POSIX sh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Linux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6126480" y="4526280"/>
            <a:ext cx="548640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27648" y="4690872"/>
            <a:ext cx="508406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ВОСПРОИЗВОДИМОСТЬ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8" y="4965192"/>
            <a:ext cx="5084064" cy="79552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Повторный прогон на тех же данных даёт побитово тот же отчёт: фиксированный порядок обхода, модели на диске, вычисления в один поток. Проверяется тестом.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16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ИНТЕРФЕЙС И ИНТЕГРАЦИЯ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Замечание доходит до лаборанта
и до PACS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16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1783080"/>
            <a:ext cx="7315200" cy="4389120"/>
          </a:xfrm>
          <a:prstGeom prst="roundRect">
            <a:avLst>
              <a:gd name="adj" fmla="val 3000"/>
            </a:avLst>
          </a:prstGeom>
          <a:solidFill>
            <a:srgbClr val="0B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ui_rot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828800"/>
            <a:ext cx="7315200" cy="4297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92440" y="1783080"/>
            <a:ext cx="35204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93608" y="1947672"/>
            <a:ext cx="31181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ВЕБ-ИНТЕРФЕЙС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3608" y="2221992"/>
            <a:ext cx="3118104" cy="46634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Папка или zip; снимок с разметкой, нормой и близостью к границе; фильтры, клавиатура.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898648"/>
            <a:ext cx="35204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93608" y="3063240"/>
            <a:ext cx="31181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ЧЕЛОВЕК В КОНТУРЕ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608" y="3337560"/>
            <a:ext cx="3118104" cy="46634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Оператор отмечает «согласен / не согласен»; отметки — CSV для перекалибровки.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4014216"/>
            <a:ext cx="35204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93608" y="4178808"/>
            <a:ext cx="31181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PACS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4453128"/>
            <a:ext cx="3118104" cy="46634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DICOM SR в том же исследовании, заключение по-русски, UNVERIFIED.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5129784"/>
            <a:ext cx="35204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93608" y="5294376"/>
            <a:ext cx="31181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5568696"/>
            <a:ext cx="3118104" cy="46634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POST /batch → задание → /jobs/{id}/report, /overlays, /sr; документация /docs.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17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ОГРАНИЧЕНИЯ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Что сервис не умеет и почему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17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417320"/>
          <a:ext cx="11057837" cy="42245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11567"/>
                <a:gridCol w="4423135"/>
                <a:gridCol w="4423135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ОГРАНИЧЕНИЕ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ПОЧЕМУ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7A8995"/>
                          </a:solidFill>
                          <a:latin typeface="Consolas"/>
                          <a:cs typeface="Consolas"/>
                          <a:ea typeface="Consolas"/>
                        </a:rPr>
                        <a:t>ЧТО НУЖНО, ЧТОБЫ СНЯТЬ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875">
                      <a:solidFill>
                        <a:srgbClr val="111C24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Один аппарат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Все снимки — GE Lunar Prodigy Advance; PixelSpacing пуст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Снимки второго аппарата: проверить масштаб, дообучить сеть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Малая выборка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6–36 нарушений на критерий, интервалы широкие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Больше разметки; отметки операторов из пилота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ROI — как эксперт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Вердикт по длине поля, а не буквально по рисунку 6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Решение организаторов; режим по ТЗ уже есть флагом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Ось и сколиоз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Эксперт не считает сколиоз нарушением оси, мы его не отличаем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Разметка сколиоза или грудного отдела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Разметка оператора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 данных нет ROI и линий — всё по изображению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Выгрузка с оверлеями денситометра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Половина тела Th12</a:t>
                      </a:r>
                    </a:p>
                  </a:txBody>
                  <a:tcPr marL="36576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Разметки уровня Th12 нет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11C24"/>
                          </a:solidFill>
                          <a:latin typeface="Segoe UI"/>
                          <a:cs typeface="Segoe UI"/>
                          <a:ea typeface="Segoe UI"/>
                        </a:rPr>
                        <a:t>Разметка Th12; модель точек уже выдаёт th12_top/bottom</a:t>
                      </a:r>
                    </a:p>
                  </a:txBody>
                  <a:tcPr marL="54864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3DBE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18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ВНЕДРЕНИЕ И ПИЛОТ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Теневой режим → ассистент лаборанта
→ сеть медорганизаций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18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566928" y="1828800"/>
            <a:ext cx="11057839" cy="0"/>
          </a:xfrm>
          <a:prstGeom prst="line">
            <a:avLst/>
          </a:prstGeom>
          <a:ln w="19050">
            <a:solidFill>
              <a:srgbClr val="111C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66928" y="1755648"/>
            <a:ext cx="146304" cy="146304"/>
          </a:xfrm>
          <a:prstGeom prst="ellipse">
            <a:avLst/>
          </a:prstGeom>
          <a:solidFill>
            <a:srgbClr val="F2F4F5"/>
          </a:solidFill>
          <a:ln w="19050">
            <a:solidFill>
              <a:srgbClr val="111C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011680"/>
            <a:ext cx="3503066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МЕСЯЦЫ 1–2 · ТЕНЕВОЙ РЕЖИМ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86000"/>
            <a:ext cx="3503066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1–2 медорганизации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651760"/>
            <a:ext cx="3411626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DICOM-роутер отправляет копии в контейнер, SR возвращается в PACS «не проверено». Считаем согласие с экспертом.</a:t>
            </a:r>
          </a:p>
        </p:txBody>
      </p:sp>
      <p:sp>
        <p:nvSpPr>
          <p:cNvPr id="12" name="Oval 11"/>
          <p:cNvSpPr/>
          <p:nvPr/>
        </p:nvSpPr>
        <p:spPr>
          <a:xfrm>
            <a:off x="4252874" y="1755648"/>
            <a:ext cx="146304" cy="146304"/>
          </a:xfrm>
          <a:prstGeom prst="ellipse">
            <a:avLst/>
          </a:prstGeom>
          <a:solidFill>
            <a:srgbClr val="F2F4F5"/>
          </a:solidFill>
          <a:ln w="19050">
            <a:solidFill>
              <a:srgbClr val="111C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2874" y="2011680"/>
            <a:ext cx="3503066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МЕСЯЦЫ 3–6 · АССИСТЕНТ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2874" y="2286000"/>
            <a:ext cx="3503066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Замечание до отпуска пациента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2874" y="2651760"/>
            <a:ext cx="3411626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Результат у лаборанта через 2–3 с после снимка. Отметки операторов — в перекалибровку.</a:t>
            </a:r>
          </a:p>
        </p:txBody>
      </p:sp>
      <p:sp>
        <p:nvSpPr>
          <p:cNvPr id="16" name="Oval 15"/>
          <p:cNvSpPr/>
          <p:nvPr/>
        </p:nvSpPr>
        <p:spPr>
          <a:xfrm>
            <a:off x="7938820" y="1755648"/>
            <a:ext cx="146304" cy="146304"/>
          </a:xfrm>
          <a:prstGeom prst="ellipse">
            <a:avLst/>
          </a:prstGeom>
          <a:solidFill>
            <a:srgbClr val="F2F4F5"/>
          </a:solidFill>
          <a:ln w="19050">
            <a:solidFill>
              <a:srgbClr val="111C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8820" y="2011680"/>
            <a:ext cx="3503066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МЕСЯЦЫ 6–12 · МАСШТАБИРОВАНИЕ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8820" y="2286000"/>
            <a:ext cx="3503066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Другие аппараты и сеть МО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8820" y="2651760"/>
            <a:ext cx="3411626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Проверка масштаба, дообучение сети на снимках аппарата, мониторинг доли нарушений.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657599"/>
            <a:ext cx="3576218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8096" y="3822191"/>
            <a:ext cx="3173882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МЕТРИКА ПИЛОТА · КАЧЕСТВО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4096511"/>
            <a:ext cx="317388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Согласие с экспертом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480559"/>
            <a:ext cx="317388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Чувствительность и специфичность на слепой выборке врача, раз в месяц.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1162" y="3657599"/>
            <a:ext cx="3576218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472330" y="3822191"/>
            <a:ext cx="3173882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МЕТРИКА ПИЛОТА · ПАЦИЕНТ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2330" y="4096511"/>
            <a:ext cx="317388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Повторные исследования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2330" y="4480559"/>
            <a:ext cx="317388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Доля повторов из-за укладки по журналу МО: до и после.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396" y="3657599"/>
            <a:ext cx="3576218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176564" y="3822191"/>
            <a:ext cx="3173882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МЕТРИКА ПИЛОТА · ВРАЧ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6564" y="4096511"/>
            <a:ext cx="317388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Время на контроль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6564" y="4480559"/>
            <a:ext cx="317388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Хронометраж на 50 исследованиях; сервис — 2 с на исследование.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257800"/>
            <a:ext cx="2028687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68096" y="5422392"/>
            <a:ext cx="1626351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ДЕНСИТОМЕТР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" y="5696712"/>
            <a:ext cx="1626351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DICOM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24215" y="5257800"/>
            <a:ext cx="2028687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025383" y="5422392"/>
            <a:ext cx="1626351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PACS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25383" y="5696712"/>
            <a:ext cx="1626351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DICOM-роутер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623047" y="5678424"/>
            <a:ext cx="173736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081502" y="5257800"/>
            <a:ext cx="2028687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B5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282670" y="5422392"/>
            <a:ext cx="1626351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КОНТЕЙНЕР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82670" y="5696712"/>
            <a:ext cx="1626351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сервис QC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80334" y="5678424"/>
            <a:ext cx="173736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338789" y="5257800"/>
            <a:ext cx="2028687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539957" y="5422392"/>
            <a:ext cx="1626351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НАЗАД В PACS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39957" y="5696712"/>
            <a:ext cx="1626351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DICOM SR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137621" y="5678424"/>
            <a:ext cx="173736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596076" y="5257800"/>
            <a:ext cx="2028687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797244" y="5422392"/>
            <a:ext cx="1626351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ЛАБОРАНТ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97244" y="5696712"/>
            <a:ext cx="1626351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веб-интерфейс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394908" y="5678424"/>
            <a:ext cx="173736" cy="0"/>
          </a:xfrm>
          <a:prstGeom prst="line">
            <a:avLst/>
          </a:prstGeom>
          <a:ln w="15875">
            <a:solidFill>
              <a:srgbClr val="7A899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spc="10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19   </a:t>
            </a:r>
            <a:r>
              <a:rPr sz="1100" b="0" i="0" spc="100">
                <a:solidFill>
                  <a:srgbClr val="1B5FD0"/>
                </a:solidFill>
                <a:latin typeface="Consolas"/>
                <a:cs typeface="Consolas"/>
                <a:ea typeface="Consolas"/>
              </a:rPr>
              <a:t>ДЕМОНСТРАЦИЯ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8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Сценарий демонстрации, 3 минуты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Контроль качества DXA · ЛЦТ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53167" y="6473952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19 / 19</a:t>
            </a:r>
          </a:p>
        </p:txBody>
      </p:sp>
      <p:pic>
        <p:nvPicPr>
          <p:cNvPr id="6" name="Picture 5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48272"/>
            <a:ext cx="12191695" cy="109728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66928" y="1417320"/>
            <a:ext cx="310896" cy="310896"/>
          </a:xfrm>
          <a:prstGeom prst="ellipse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45389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  <a:cs typeface="Consolas"/>
                <a:ea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435608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./build.sh &amp;&amp; ./run.sh → http://localhost:8000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1892808"/>
            <a:ext cx="310896" cy="310896"/>
          </a:xfrm>
          <a:prstGeom prst="ellipse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29384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  <a:cs typeface="Consolas"/>
                <a:ea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911096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Перетащить demo.zip: 7 исследований, все типы нарушений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2368296"/>
            <a:ext cx="310896" cy="310896"/>
          </a:xfrm>
          <a:prstGeom prst="ellipse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04872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  <a:cs typeface="Consolas"/>
                <a:ea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386584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Фильтр «Ротация»: тепловая карта, свод, выступ в мм²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2843784"/>
            <a:ext cx="310896" cy="310896"/>
          </a:xfrm>
          <a:prstGeom prst="ellipse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88036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  <a:cs typeface="Consolas"/>
                <a:ea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2862072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Ось с порогом; отступы: длина поля и линии рисунка 6</a:t>
            </a:r>
          </a:p>
        </p:txBody>
      </p:sp>
      <p:sp>
        <p:nvSpPr>
          <p:cNvPr id="19" name="Oval 18"/>
          <p:cNvSpPr/>
          <p:nvPr/>
        </p:nvSpPr>
        <p:spPr>
          <a:xfrm>
            <a:off x="566928" y="3319272"/>
            <a:ext cx="310896" cy="310896"/>
          </a:xfrm>
          <a:prstGeom prst="ellipse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355848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  <a:cs typeface="Consolas"/>
                <a:ea typeface="Consola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33756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Отметить «согласен» (A) и «не согласен», выгрузить отметки</a:t>
            </a:r>
          </a:p>
        </p:txBody>
      </p:sp>
      <p:sp>
        <p:nvSpPr>
          <p:cNvPr id="22" name="Oval 21"/>
          <p:cNvSpPr/>
          <p:nvPr/>
        </p:nvSpPr>
        <p:spPr>
          <a:xfrm>
            <a:off x="566928" y="3794760"/>
            <a:ext cx="310896" cy="310896"/>
          </a:xfrm>
          <a:prstGeom prst="ellipse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83133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  <a:cs typeface="Consolas"/>
                <a:ea typeface="Consola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3813048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Скачать xlsx (8 колонок ТЗ) и DICOM SR</a:t>
            </a:r>
          </a:p>
        </p:txBody>
      </p:sp>
      <p:sp>
        <p:nvSpPr>
          <p:cNvPr id="25" name="Oval 24"/>
          <p:cNvSpPr/>
          <p:nvPr/>
        </p:nvSpPr>
        <p:spPr>
          <a:xfrm>
            <a:off x="566928" y="4270248"/>
            <a:ext cx="310896" cy="310896"/>
          </a:xfrm>
          <a:prstGeom prst="ellipse">
            <a:avLst/>
          </a:prstGeom>
          <a:solidFill>
            <a:srgbClr val="1B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306824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onsolas"/>
                <a:cs typeface="Consolas"/>
                <a:ea typeface="Consolas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288536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"/>
                <a:cs typeface="Segoe UI"/>
                <a:ea typeface="Segoe UI"/>
              </a:rPr>
              <a:t>Пакетно: ./run.sh batch /data → out/report.xlsx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1417320"/>
            <a:ext cx="4663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150608" y="1581912"/>
            <a:ext cx="42611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ЗАПАСНОЙ ВАРИАНТ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0608" y="1856232"/>
            <a:ext cx="4261104" cy="61264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Если показ вживую невозможен — те же шаги на слайдах «Кейсы» и «Интерфейс»; сценарий — docs/DEMO.md.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9440" y="2743200"/>
            <a:ext cx="4663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150608" y="2907792"/>
            <a:ext cx="42611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spc="60">
                <a:solidFill>
                  <a:srgbClr val="7A8995"/>
                </a:solidFill>
                <a:latin typeface="Consolas"/>
                <a:cs typeface="Consolas"/>
                <a:ea typeface="Consolas"/>
              </a:rPr>
              <a:t>РЕПОЗИТОРИЙ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50608" y="3182112"/>
            <a:ext cx="4261104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github.com/theorcos239/LCT_2026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50608" y="3566160"/>
            <a:ext cx="4261104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README · USER_GUIDE · DEPLOYMENT · TRAINING · DEMO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6928" y="4937760"/>
            <a:ext cx="11057839" cy="0"/>
          </a:xfrm>
          <a:prstGeom prst="line">
            <a:avLst/>
          </a:prstGeom>
          <a:ln w="19050">
            <a:solidFill>
              <a:srgbClr val="111C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66928" y="5074920"/>
            <a:ext cx="1705813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Контейнер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394960"/>
            <a:ext cx="170581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веса в образе, build.sh / run.sh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09901" y="5074920"/>
            <a:ext cx="1705813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Отчёт ТЗ 2.5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09901" y="5394960"/>
            <a:ext cx="170581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xlsx/csv, 8 колонок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2874" y="5074920"/>
            <a:ext cx="1705813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ТЗ 2.6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2874" y="5394960"/>
            <a:ext cx="170581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оверлеи, SR, интерфейс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5847" y="5074920"/>
            <a:ext cx="1705813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API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5847" y="5394960"/>
            <a:ext cx="170581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пакет заданием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38820" y="5074920"/>
            <a:ext cx="1705813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Документация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38820" y="5394960"/>
            <a:ext cx="170581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README и руководства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1793" y="5074920"/>
            <a:ext cx="1705813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111C24"/>
                </a:solidFill>
                <a:latin typeface="Segoe UI Semibold"/>
                <a:cs typeface="Segoe UI Semibold"/>
                <a:ea typeface="Segoe UI Semibold"/>
              </a:rPr>
              <a:t>Автотесты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81793" y="5394960"/>
            <a:ext cx="170581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44545F"/>
                </a:solidFill>
                <a:latin typeface="Segoe UI"/>
                <a:cs typeface="Segoe UI"/>
                <a:ea typeface="Segoe UI"/>
              </a:rPr>
              <a:t>63 проверки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