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Мы сделали сервис контроля качества денситометрии: он проверяет каждый снимок DXA по пяти критериям из ТЗ и объясняет замечание числом и картинкой — угол оси, отступ в миллиметрах, где на снимке нейросеть видит ротацию. Работает целиком локально, на процессоре, около двух секунд на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Контекст: плотность кости считается внутри области интереса, и любая ошибка укладки искажает число, по которому ставят остеопороз и оценивают лечение. Наш сервис — не диагност, а контролёр: он говорит, пригодно ли исследование, и почему нет. Главное требование к нему — объяснимость: каждое замечание проверяется глазами за секунду.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Таксономия повторяет ТЗ дословно: пять кодов плюс «область не определена». Задача мультилейбловая — у каждого пятого исследования больше одного нарушения, поэтому критерии независимы и перечисляются все. Для каждого кода есть измерение в физических единицах; для ротации и посторонних предметов к измерению добавлена сверточная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наборе 499 файлов, но уникальных снимков 252 — остальное повторные выгрузки Lunar с новыми UID. Дедупликация по пикселям идёт до разбиения, это первая защита от утечки. Классы крошечные: 6 нарушений укладки, 7 — отступов. Отсюда архитектурное решение: измерения, а не сквозная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Разбиение — пять фолдов с группировкой по исследованию и стратификацией по самому редкому нарушению. Всё, что подбирается, подбирается только на обучающих фолдах, включая порог свода нейросети. Поэтому в README две таблицы: оптимистичная на всей выборке и честная out-of-fold. На слайде с метриками — честная.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сознательно строили решение от измерений. Ротация — самый трудный критерий: разрыв между классами по выступу малого вертела около двух миллиметров. Мы проверили четыре пути: контур, модель вида кадра, свою модель ключевых точек и сверточную сеть. Сеть на полном разрешении кадра дала лучший результат, и в поставке она работает в своде с геометрией.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Конвейер линейный: чтение с дедупликацией, определение области, независимые критерии и свод. Вход — выгрузка из PACS как есть. Выход — таблица строго в формате ТЗ плюс визуализация и DICOM SR. Всё в одном контейнере без сети; однопоточные вычисления дают побитовую воспроизводимость, это проверяет тест.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модулей. Четыре — классическая геометрия и линейные модели. Сеть cnn_qc — ResNet-34, дообученная на полном кадре, ансамбль из трёх сидов, исполняется onnxruntime на CPU, torch в рабочем образе не нужен. Модель ключевых точек обучена и подключается флагом, но в честном сравнении проигрывает контуру, и мы это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модели: декодирование любых синтаксисов, дедупликация, приведение бедра к одной стороне, маска кости и масштаб. После: калиброванные пороги, свод сети с геометрией, вероятности по Платту и флаги расхождения методов. Оператор видит не только вердикт, но и насколько система в нём уверена.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честные out-of-fold числа: каждый вердикт вынесен моделью и порогом, не видевшими этот снимок. Серым — только геометрия, синим — поставляемый сервис. Сеть подняла ротацию и посторонние предметы; общий ROC-AUC бинарного класса — по сводной вероятности. Интервалы широкие, потому что положительных примеров 6–36, и мы их не прячем.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ROC-кривые out-of-fold: каждый снимок оценён моделями, которые его не видели. Для ротации сеть заметно лучше геометрии, свод добавляет ещё немного. Для посторонних предметов выигрыш скромнее: морфологический фильтр и так хорош, сеть дополняет его там, где предмет не яркий и не вытянутый.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эксперимента, где честная оценка изменила решение. Модель ключевых точек точна, но на оси проигрывает контуру и в десять раз медленнее — осталась опцией. Для укладки правило «обе оценки согласны» выглядело лучшим на всей выборке и провалилось out-of-fold. Все решения о правилах принимались по 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ошибок по критериям. Главное расхождение — отступы ROI: эталон и рисунок 6 ТЗ определяют нижний отступ по-разному, и наш вердикт совпадает с вердиктом по ручной разметке точек на всех 147 кадрах. Мы не подгоняли порог под эталон, а задокументировали расхождения. У оси систематический сдвиг около градуса, у укладки — слишком мало примеров.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настоящих снимка, где сервис согласен с экспертом. Ось: угол посчитан по центрам тел и больше порога. Посторонний предмет: морфология и сеть указывают на одну структуру. Ротация: малый вертел почти не выступает, тепловая карта сети лежит на вертельной области — туда и смотрит врач. Отступы: нижний край поля ближе трёх сантиметров к седалищной кости.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Медиана — 1.6 секунды на исследование при лимите три минуты, на одном ядре процессора. GPU не нужен: сеть исполняется onnxruntime. Весь обучающий набор — 2.4 минуты в один процесс. Результат воспроизводим побитово.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что выдаёт конвейер, видно в веб-интерфейсе на том же порту: снимок с разметкой, измерения с нормой, флаги. Оператор отмечает согласие с вердиктом — это готовая обратная связь для перекалибровки. В PACS заключение попадает как DICOM SR в то же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Главные ограничения честно: один аппарат, маленькая выборка и расхождение эталона с ТЗ по отступам. Разметки оператора в данных нет, поэтому проверяем всё по изображению. Каждое ограничение описано в README вместе с тем, что нужно, чтобы его снять.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Внедрение в три шага. Теневой режим: сервис стоит за DICOM-роутером и ничего не меняет в работе врача, мы копим статистику согласия. Затем — ассистент лаборанта: замечание приходит, пока пациент ещё на столе. И масштабирование на другие аппараты с дообучением. Для каждого шага есть измеримая метрика.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Демонстрация занимает три минуты: поднимаем контейнер, загружаем архив из семи исследований, проходим по одному снимку каждого типа нарушения, отмечаем согласие и выгружаем отчёт. Сценарий с подготовленными исследованиями — в docs/DEMO.md. Спасибо,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