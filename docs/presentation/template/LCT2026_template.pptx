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endParaRPr lang="ru-RU" sz="4800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Что делает ваше решение уникальным или инновационным?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ФИО, специальность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__ 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как образовалась команда?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место работы/учебы участников?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В чем суть вашего решения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Роль в команде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Ник в мессенджере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Номер телефона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Расскажите, как вы собрались, участвовали ли вместе в прошлых хакатонах или проектах, интересные факты о команде.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Расскажите о самых интересных или сложных моментах в процессе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разработки и как команда с ними справилась.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Здесь можете поделиться, в том числе, и личными историями,</a:t>
            </a:r>
            <a:r>
              <a:rPr lang="en-US" dirty="0">
                <a:solidFill>
                  <a:schemeClr val="tx1"/>
                </a:solidFill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которые повлияли на ход вашего участия в хакатоне.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Что вас вдохновило или заинтересовало в этой проблеме?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